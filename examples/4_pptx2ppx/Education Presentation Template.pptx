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9" r:id="rId24"/>
    <p:sldId id="280" r:id="rId25"/>
    <p:sldId id="281" r:id="rId26"/>
    <p:sldId id="283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2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4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8861B4-5E80-E9AF-ABBD-8DA2C1AAF9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29468" y="0"/>
            <a:ext cx="4088363" cy="6858000"/>
          </a:xfrm>
          <a:custGeom>
            <a:avLst/>
            <a:gdLst>
              <a:gd name="connsiteX0" fmla="*/ 0 w 4088363"/>
              <a:gd name="connsiteY0" fmla="*/ 0 h 5089545"/>
              <a:gd name="connsiteX1" fmla="*/ 4088363 w 4088363"/>
              <a:gd name="connsiteY1" fmla="*/ 0 h 5089545"/>
              <a:gd name="connsiteX2" fmla="*/ 4088363 w 4088363"/>
              <a:gd name="connsiteY2" fmla="*/ 5089545 h 5089545"/>
              <a:gd name="connsiteX3" fmla="*/ 0 w 4088363"/>
              <a:gd name="connsiteY3" fmla="*/ 5089545 h 508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8363" h="5089545">
                <a:moveTo>
                  <a:pt x="0" y="0"/>
                </a:moveTo>
                <a:lnTo>
                  <a:pt x="4088363" y="0"/>
                </a:lnTo>
                <a:lnTo>
                  <a:pt x="4088363" y="5089545"/>
                </a:lnTo>
                <a:lnTo>
                  <a:pt x="0" y="5089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8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BCF7B80-25D4-F127-BEDB-A2108E755A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2900" y="773113"/>
            <a:ext cx="3354931" cy="5311774"/>
          </a:xfrm>
          <a:custGeom>
            <a:avLst/>
            <a:gdLst>
              <a:gd name="connsiteX0" fmla="*/ 0 w 4088363"/>
              <a:gd name="connsiteY0" fmla="*/ 0 h 5089545"/>
              <a:gd name="connsiteX1" fmla="*/ 4088363 w 4088363"/>
              <a:gd name="connsiteY1" fmla="*/ 0 h 5089545"/>
              <a:gd name="connsiteX2" fmla="*/ 4088363 w 4088363"/>
              <a:gd name="connsiteY2" fmla="*/ 5089545 h 5089545"/>
              <a:gd name="connsiteX3" fmla="*/ 0 w 4088363"/>
              <a:gd name="connsiteY3" fmla="*/ 5089545 h 508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8363" h="5089545">
                <a:moveTo>
                  <a:pt x="0" y="0"/>
                </a:moveTo>
                <a:lnTo>
                  <a:pt x="4088363" y="0"/>
                </a:lnTo>
                <a:lnTo>
                  <a:pt x="4088363" y="5089545"/>
                </a:lnTo>
                <a:lnTo>
                  <a:pt x="0" y="5089545"/>
                </a:lnTo>
                <a:close/>
              </a:path>
            </a:pathLst>
          </a:custGeom>
        </p:spPr>
        <p:txBody>
          <a:bodyPr anchor="ctr"/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5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BE8AEF-18E3-1FFB-E12C-5E7DD4A34A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4468" y="2920181"/>
            <a:ext cx="2925233" cy="3937819"/>
          </a:xfrm>
          <a:custGeom>
            <a:avLst/>
            <a:gdLst>
              <a:gd name="connsiteX0" fmla="*/ 0 w 2925233"/>
              <a:gd name="connsiteY0" fmla="*/ 0 h 3937819"/>
              <a:gd name="connsiteX1" fmla="*/ 2925233 w 2925233"/>
              <a:gd name="connsiteY1" fmla="*/ 0 h 3937819"/>
              <a:gd name="connsiteX2" fmla="*/ 2925233 w 2925233"/>
              <a:gd name="connsiteY2" fmla="*/ 3937819 h 3937819"/>
              <a:gd name="connsiteX3" fmla="*/ 0 w 2925233"/>
              <a:gd name="connsiteY3" fmla="*/ 3937819 h 393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5233" h="3937819">
                <a:moveTo>
                  <a:pt x="0" y="0"/>
                </a:moveTo>
                <a:lnTo>
                  <a:pt x="2925233" y="0"/>
                </a:lnTo>
                <a:lnTo>
                  <a:pt x="2925233" y="3937819"/>
                </a:lnTo>
                <a:lnTo>
                  <a:pt x="0" y="393781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3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3055B5-1E5F-FF69-8AA7-EB0A1CA779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46072" y="2481943"/>
            <a:ext cx="2905579" cy="3602944"/>
          </a:xfrm>
          <a:custGeom>
            <a:avLst/>
            <a:gdLst>
              <a:gd name="connsiteX0" fmla="*/ 0 w 2905579"/>
              <a:gd name="connsiteY0" fmla="*/ 0 h 3602944"/>
              <a:gd name="connsiteX1" fmla="*/ 2905579 w 2905579"/>
              <a:gd name="connsiteY1" fmla="*/ 0 h 3602944"/>
              <a:gd name="connsiteX2" fmla="*/ 2905579 w 2905579"/>
              <a:gd name="connsiteY2" fmla="*/ 3602944 h 3602944"/>
              <a:gd name="connsiteX3" fmla="*/ 0 w 2905579"/>
              <a:gd name="connsiteY3" fmla="*/ 3602944 h 360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5579" h="3602944">
                <a:moveTo>
                  <a:pt x="0" y="0"/>
                </a:moveTo>
                <a:lnTo>
                  <a:pt x="2905579" y="0"/>
                </a:lnTo>
                <a:lnTo>
                  <a:pt x="2905579" y="3602944"/>
                </a:lnTo>
                <a:lnTo>
                  <a:pt x="0" y="360294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0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B1E8F27-F0B1-58E0-109D-755AF4CA8F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773112"/>
            <a:ext cx="3814262" cy="5233988"/>
          </a:xfrm>
          <a:custGeom>
            <a:avLst/>
            <a:gdLst>
              <a:gd name="connsiteX0" fmla="*/ 0 w 3814262"/>
              <a:gd name="connsiteY0" fmla="*/ 0 h 5233988"/>
              <a:gd name="connsiteX1" fmla="*/ 3814262 w 3814262"/>
              <a:gd name="connsiteY1" fmla="*/ 0 h 5233988"/>
              <a:gd name="connsiteX2" fmla="*/ 3814262 w 3814262"/>
              <a:gd name="connsiteY2" fmla="*/ 5233988 h 5233988"/>
              <a:gd name="connsiteX3" fmla="*/ 0 w 3814262"/>
              <a:gd name="connsiteY3" fmla="*/ 5233988 h 523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4262" h="5233988">
                <a:moveTo>
                  <a:pt x="0" y="0"/>
                </a:moveTo>
                <a:lnTo>
                  <a:pt x="3814262" y="0"/>
                </a:lnTo>
                <a:lnTo>
                  <a:pt x="3814262" y="5233988"/>
                </a:lnTo>
                <a:lnTo>
                  <a:pt x="0" y="52339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144D69D-E31E-2CC1-ED96-A2AD718188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30246" y="2989944"/>
            <a:ext cx="2911732" cy="3062898"/>
          </a:xfrm>
          <a:custGeom>
            <a:avLst/>
            <a:gdLst>
              <a:gd name="connsiteX0" fmla="*/ 159155 w 2911732"/>
              <a:gd name="connsiteY0" fmla="*/ 0 h 3062898"/>
              <a:gd name="connsiteX1" fmla="*/ 2752577 w 2911732"/>
              <a:gd name="connsiteY1" fmla="*/ 0 h 3062898"/>
              <a:gd name="connsiteX2" fmla="*/ 2911732 w 2911732"/>
              <a:gd name="connsiteY2" fmla="*/ 159155 h 3062898"/>
              <a:gd name="connsiteX3" fmla="*/ 2911732 w 2911732"/>
              <a:gd name="connsiteY3" fmla="*/ 2903743 h 3062898"/>
              <a:gd name="connsiteX4" fmla="*/ 2752577 w 2911732"/>
              <a:gd name="connsiteY4" fmla="*/ 3062898 h 3062898"/>
              <a:gd name="connsiteX5" fmla="*/ 159155 w 2911732"/>
              <a:gd name="connsiteY5" fmla="*/ 3062898 h 3062898"/>
              <a:gd name="connsiteX6" fmla="*/ 0 w 2911732"/>
              <a:gd name="connsiteY6" fmla="*/ 2903743 h 3062898"/>
              <a:gd name="connsiteX7" fmla="*/ 0 w 2911732"/>
              <a:gd name="connsiteY7" fmla="*/ 159155 h 3062898"/>
              <a:gd name="connsiteX8" fmla="*/ 159155 w 2911732"/>
              <a:gd name="connsiteY8" fmla="*/ 0 h 306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1732" h="3062898">
                <a:moveTo>
                  <a:pt x="159155" y="0"/>
                </a:moveTo>
                <a:lnTo>
                  <a:pt x="2752577" y="0"/>
                </a:lnTo>
                <a:cubicBezTo>
                  <a:pt x="2840476" y="0"/>
                  <a:pt x="2911732" y="71256"/>
                  <a:pt x="2911732" y="159155"/>
                </a:cubicBezTo>
                <a:lnTo>
                  <a:pt x="2911732" y="2903743"/>
                </a:lnTo>
                <a:cubicBezTo>
                  <a:pt x="2911732" y="2991642"/>
                  <a:pt x="2840476" y="3062898"/>
                  <a:pt x="2752577" y="3062898"/>
                </a:cubicBezTo>
                <a:lnTo>
                  <a:pt x="159155" y="3062898"/>
                </a:lnTo>
                <a:cubicBezTo>
                  <a:pt x="71256" y="3062898"/>
                  <a:pt x="0" y="2991642"/>
                  <a:pt x="0" y="2903743"/>
                </a:cubicBezTo>
                <a:lnTo>
                  <a:pt x="0" y="159155"/>
                </a:lnTo>
                <a:cubicBezTo>
                  <a:pt x="0" y="71256"/>
                  <a:pt x="71256" y="0"/>
                  <a:pt x="15915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51809E-E23E-8948-8FCE-749BF834CA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95160" y="2989944"/>
            <a:ext cx="2911732" cy="3062898"/>
          </a:xfrm>
          <a:custGeom>
            <a:avLst/>
            <a:gdLst>
              <a:gd name="connsiteX0" fmla="*/ 159155 w 2911732"/>
              <a:gd name="connsiteY0" fmla="*/ 0 h 3062898"/>
              <a:gd name="connsiteX1" fmla="*/ 2752577 w 2911732"/>
              <a:gd name="connsiteY1" fmla="*/ 0 h 3062898"/>
              <a:gd name="connsiteX2" fmla="*/ 2911732 w 2911732"/>
              <a:gd name="connsiteY2" fmla="*/ 159155 h 3062898"/>
              <a:gd name="connsiteX3" fmla="*/ 2911732 w 2911732"/>
              <a:gd name="connsiteY3" fmla="*/ 2903743 h 3062898"/>
              <a:gd name="connsiteX4" fmla="*/ 2752577 w 2911732"/>
              <a:gd name="connsiteY4" fmla="*/ 3062898 h 3062898"/>
              <a:gd name="connsiteX5" fmla="*/ 159155 w 2911732"/>
              <a:gd name="connsiteY5" fmla="*/ 3062898 h 3062898"/>
              <a:gd name="connsiteX6" fmla="*/ 0 w 2911732"/>
              <a:gd name="connsiteY6" fmla="*/ 2903743 h 3062898"/>
              <a:gd name="connsiteX7" fmla="*/ 0 w 2911732"/>
              <a:gd name="connsiteY7" fmla="*/ 159155 h 3062898"/>
              <a:gd name="connsiteX8" fmla="*/ 159155 w 2911732"/>
              <a:gd name="connsiteY8" fmla="*/ 0 h 306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1732" h="3062898">
                <a:moveTo>
                  <a:pt x="159155" y="0"/>
                </a:moveTo>
                <a:lnTo>
                  <a:pt x="2752577" y="0"/>
                </a:lnTo>
                <a:cubicBezTo>
                  <a:pt x="2840476" y="0"/>
                  <a:pt x="2911732" y="71256"/>
                  <a:pt x="2911732" y="159155"/>
                </a:cubicBezTo>
                <a:lnTo>
                  <a:pt x="2911732" y="2903743"/>
                </a:lnTo>
                <a:cubicBezTo>
                  <a:pt x="2911732" y="2991642"/>
                  <a:pt x="2840476" y="3062898"/>
                  <a:pt x="2752577" y="3062898"/>
                </a:cubicBezTo>
                <a:lnTo>
                  <a:pt x="159155" y="3062898"/>
                </a:lnTo>
                <a:cubicBezTo>
                  <a:pt x="71256" y="3062898"/>
                  <a:pt x="0" y="2991642"/>
                  <a:pt x="0" y="2903743"/>
                </a:cubicBezTo>
                <a:lnTo>
                  <a:pt x="0" y="159155"/>
                </a:lnTo>
                <a:cubicBezTo>
                  <a:pt x="0" y="71256"/>
                  <a:pt x="71256" y="0"/>
                  <a:pt x="15915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5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1E7B712-5C66-DC6D-7C3A-598F5530BE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90858" y="2569029"/>
            <a:ext cx="2496457" cy="3515858"/>
          </a:xfrm>
          <a:custGeom>
            <a:avLst/>
            <a:gdLst>
              <a:gd name="connsiteX0" fmla="*/ 0 w 2496457"/>
              <a:gd name="connsiteY0" fmla="*/ 0 h 3515858"/>
              <a:gd name="connsiteX1" fmla="*/ 2496457 w 2496457"/>
              <a:gd name="connsiteY1" fmla="*/ 0 h 3515858"/>
              <a:gd name="connsiteX2" fmla="*/ 2496457 w 2496457"/>
              <a:gd name="connsiteY2" fmla="*/ 3515858 h 3515858"/>
              <a:gd name="connsiteX3" fmla="*/ 0 w 2496457"/>
              <a:gd name="connsiteY3" fmla="*/ 3515858 h 351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57" h="3515858">
                <a:moveTo>
                  <a:pt x="0" y="0"/>
                </a:moveTo>
                <a:lnTo>
                  <a:pt x="2496457" y="0"/>
                </a:lnTo>
                <a:lnTo>
                  <a:pt x="2496457" y="3515858"/>
                </a:lnTo>
                <a:lnTo>
                  <a:pt x="0" y="351585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96CCB4-E86F-47F3-81D1-FC49F9377C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1201" y="2569029"/>
            <a:ext cx="2496457" cy="3515858"/>
          </a:xfrm>
          <a:custGeom>
            <a:avLst/>
            <a:gdLst>
              <a:gd name="connsiteX0" fmla="*/ 0 w 2496457"/>
              <a:gd name="connsiteY0" fmla="*/ 0 h 3515858"/>
              <a:gd name="connsiteX1" fmla="*/ 2496457 w 2496457"/>
              <a:gd name="connsiteY1" fmla="*/ 0 h 3515858"/>
              <a:gd name="connsiteX2" fmla="*/ 2496457 w 2496457"/>
              <a:gd name="connsiteY2" fmla="*/ 3515858 h 3515858"/>
              <a:gd name="connsiteX3" fmla="*/ 0 w 2496457"/>
              <a:gd name="connsiteY3" fmla="*/ 3515858 h 351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6457" h="3515858">
                <a:moveTo>
                  <a:pt x="0" y="0"/>
                </a:moveTo>
                <a:lnTo>
                  <a:pt x="2496457" y="0"/>
                </a:lnTo>
                <a:lnTo>
                  <a:pt x="2496457" y="3515858"/>
                </a:lnTo>
                <a:lnTo>
                  <a:pt x="0" y="351585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51C9162-4010-6C0E-F497-547FDE4EB77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2821" y="2519821"/>
            <a:ext cx="4208479" cy="3050795"/>
          </a:xfrm>
          <a:custGeom>
            <a:avLst/>
            <a:gdLst>
              <a:gd name="connsiteX0" fmla="*/ 0 w 4208479"/>
              <a:gd name="connsiteY0" fmla="*/ 0 h 3050795"/>
              <a:gd name="connsiteX1" fmla="*/ 4208479 w 4208479"/>
              <a:gd name="connsiteY1" fmla="*/ 0 h 3050795"/>
              <a:gd name="connsiteX2" fmla="*/ 4208479 w 4208479"/>
              <a:gd name="connsiteY2" fmla="*/ 3050795 h 3050795"/>
              <a:gd name="connsiteX3" fmla="*/ 0 w 4208479"/>
              <a:gd name="connsiteY3" fmla="*/ 3050795 h 305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79" h="3050795">
                <a:moveTo>
                  <a:pt x="0" y="0"/>
                </a:moveTo>
                <a:lnTo>
                  <a:pt x="4208479" y="0"/>
                </a:lnTo>
                <a:lnTo>
                  <a:pt x="4208479" y="3050795"/>
                </a:lnTo>
                <a:lnTo>
                  <a:pt x="0" y="305079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8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34D6A-075F-5180-E5B3-A2720126DF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46933" y="0"/>
            <a:ext cx="4145066" cy="6858000"/>
          </a:xfrm>
          <a:custGeom>
            <a:avLst/>
            <a:gdLst>
              <a:gd name="connsiteX0" fmla="*/ 0 w 4145066"/>
              <a:gd name="connsiteY0" fmla="*/ 0 h 6858000"/>
              <a:gd name="connsiteX1" fmla="*/ 4145066 w 4145066"/>
              <a:gd name="connsiteY1" fmla="*/ 0 h 6858000"/>
              <a:gd name="connsiteX2" fmla="*/ 4145066 w 4145066"/>
              <a:gd name="connsiteY2" fmla="*/ 6858000 h 6858000"/>
              <a:gd name="connsiteX3" fmla="*/ 0 w 41450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5066" h="6858000">
                <a:moveTo>
                  <a:pt x="0" y="0"/>
                </a:moveTo>
                <a:lnTo>
                  <a:pt x="4145066" y="0"/>
                </a:lnTo>
                <a:lnTo>
                  <a:pt x="41450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998A48-9DF0-2F6C-C9D5-5D6A61FD29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26000" y="2223406"/>
            <a:ext cx="2540000" cy="3790156"/>
          </a:xfrm>
          <a:custGeom>
            <a:avLst/>
            <a:gdLst>
              <a:gd name="connsiteX0" fmla="*/ 1270000 w 2540000"/>
              <a:gd name="connsiteY0" fmla="*/ 0 h 3790156"/>
              <a:gd name="connsiteX1" fmla="*/ 2540000 w 2540000"/>
              <a:gd name="connsiteY1" fmla="*/ 1270000 h 3790156"/>
              <a:gd name="connsiteX2" fmla="*/ 2539999 w 2540000"/>
              <a:gd name="connsiteY2" fmla="*/ 2520156 h 3790156"/>
              <a:gd name="connsiteX3" fmla="*/ 1269999 w 2540000"/>
              <a:gd name="connsiteY3" fmla="*/ 3790156 h 3790156"/>
              <a:gd name="connsiteX4" fmla="*/ 1270000 w 2540000"/>
              <a:gd name="connsiteY4" fmla="*/ 3790155 h 3790156"/>
              <a:gd name="connsiteX5" fmla="*/ 0 w 2540000"/>
              <a:gd name="connsiteY5" fmla="*/ 2520155 h 3790156"/>
              <a:gd name="connsiteX6" fmla="*/ 0 w 2540000"/>
              <a:gd name="connsiteY6" fmla="*/ 1270000 h 3790156"/>
              <a:gd name="connsiteX7" fmla="*/ 1270000 w 2540000"/>
              <a:gd name="connsiteY7" fmla="*/ 0 h 379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0000" h="3790156">
                <a:moveTo>
                  <a:pt x="1270000" y="0"/>
                </a:moveTo>
                <a:cubicBezTo>
                  <a:pt x="1971402" y="0"/>
                  <a:pt x="2540000" y="568598"/>
                  <a:pt x="2540000" y="1270000"/>
                </a:cubicBezTo>
                <a:cubicBezTo>
                  <a:pt x="2540000" y="1686719"/>
                  <a:pt x="2539999" y="2103437"/>
                  <a:pt x="2539999" y="2520156"/>
                </a:cubicBezTo>
                <a:cubicBezTo>
                  <a:pt x="2539999" y="3221558"/>
                  <a:pt x="1971401" y="3790156"/>
                  <a:pt x="1269999" y="3790156"/>
                </a:cubicBezTo>
                <a:lnTo>
                  <a:pt x="1270000" y="3790155"/>
                </a:lnTo>
                <a:cubicBezTo>
                  <a:pt x="568598" y="3790155"/>
                  <a:pt x="0" y="3221557"/>
                  <a:pt x="0" y="2520155"/>
                </a:cubicBezTo>
                <a:lnTo>
                  <a:pt x="0" y="1270000"/>
                </a:lnTo>
                <a:cubicBezTo>
                  <a:pt x="0" y="568598"/>
                  <a:pt x="568598" y="0"/>
                  <a:pt x="127000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62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4E91BBB-2D3C-2058-4888-0DE2AD0180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23833" y="2730174"/>
            <a:ext cx="2296513" cy="1607955"/>
          </a:xfrm>
          <a:custGeom>
            <a:avLst/>
            <a:gdLst>
              <a:gd name="connsiteX0" fmla="*/ 0 w 2296513"/>
              <a:gd name="connsiteY0" fmla="*/ 0 h 1607955"/>
              <a:gd name="connsiteX1" fmla="*/ 2296513 w 2296513"/>
              <a:gd name="connsiteY1" fmla="*/ 0 h 1607955"/>
              <a:gd name="connsiteX2" fmla="*/ 2296513 w 2296513"/>
              <a:gd name="connsiteY2" fmla="*/ 1607955 h 1607955"/>
              <a:gd name="connsiteX3" fmla="*/ 0 w 2296513"/>
              <a:gd name="connsiteY3" fmla="*/ 1607955 h 160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6513" h="1607955">
                <a:moveTo>
                  <a:pt x="0" y="0"/>
                </a:moveTo>
                <a:lnTo>
                  <a:pt x="2296513" y="0"/>
                </a:lnTo>
                <a:lnTo>
                  <a:pt x="2296513" y="1607955"/>
                </a:lnTo>
                <a:lnTo>
                  <a:pt x="0" y="16079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1C192A-24F7-A5BC-DE4C-AE601247D7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9329" y="2730174"/>
            <a:ext cx="2296513" cy="1607955"/>
          </a:xfrm>
          <a:custGeom>
            <a:avLst/>
            <a:gdLst>
              <a:gd name="connsiteX0" fmla="*/ 0 w 2296513"/>
              <a:gd name="connsiteY0" fmla="*/ 0 h 1607955"/>
              <a:gd name="connsiteX1" fmla="*/ 2296513 w 2296513"/>
              <a:gd name="connsiteY1" fmla="*/ 0 h 1607955"/>
              <a:gd name="connsiteX2" fmla="*/ 2296513 w 2296513"/>
              <a:gd name="connsiteY2" fmla="*/ 1607955 h 1607955"/>
              <a:gd name="connsiteX3" fmla="*/ 0 w 2296513"/>
              <a:gd name="connsiteY3" fmla="*/ 1607955 h 160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6513" h="1607955">
                <a:moveTo>
                  <a:pt x="0" y="0"/>
                </a:moveTo>
                <a:lnTo>
                  <a:pt x="2296513" y="0"/>
                </a:lnTo>
                <a:lnTo>
                  <a:pt x="2296513" y="1607955"/>
                </a:lnTo>
                <a:lnTo>
                  <a:pt x="0" y="16079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44FB99-32F1-08F3-18AF-F097D4F97A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12897" y="2730174"/>
            <a:ext cx="2296513" cy="1607955"/>
          </a:xfrm>
          <a:custGeom>
            <a:avLst/>
            <a:gdLst>
              <a:gd name="connsiteX0" fmla="*/ 0 w 2296513"/>
              <a:gd name="connsiteY0" fmla="*/ 0 h 1607955"/>
              <a:gd name="connsiteX1" fmla="*/ 2296513 w 2296513"/>
              <a:gd name="connsiteY1" fmla="*/ 0 h 1607955"/>
              <a:gd name="connsiteX2" fmla="*/ 2296513 w 2296513"/>
              <a:gd name="connsiteY2" fmla="*/ 1607955 h 1607955"/>
              <a:gd name="connsiteX3" fmla="*/ 0 w 2296513"/>
              <a:gd name="connsiteY3" fmla="*/ 1607955 h 160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6513" h="1607955">
                <a:moveTo>
                  <a:pt x="0" y="0"/>
                </a:moveTo>
                <a:lnTo>
                  <a:pt x="2296513" y="0"/>
                </a:lnTo>
                <a:lnTo>
                  <a:pt x="2296513" y="1607955"/>
                </a:lnTo>
                <a:lnTo>
                  <a:pt x="0" y="16079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8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85ABE7-6740-33ED-68E5-D9289F3B0D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17453" y="1404625"/>
            <a:ext cx="1728942" cy="1728942"/>
          </a:xfrm>
          <a:custGeom>
            <a:avLst/>
            <a:gdLst>
              <a:gd name="connsiteX0" fmla="*/ 864471 w 1728942"/>
              <a:gd name="connsiteY0" fmla="*/ 0 h 1728942"/>
              <a:gd name="connsiteX1" fmla="*/ 1728942 w 1728942"/>
              <a:gd name="connsiteY1" fmla="*/ 864471 h 1728942"/>
              <a:gd name="connsiteX2" fmla="*/ 864471 w 1728942"/>
              <a:gd name="connsiteY2" fmla="*/ 1728942 h 1728942"/>
              <a:gd name="connsiteX3" fmla="*/ 0 w 1728942"/>
              <a:gd name="connsiteY3" fmla="*/ 864471 h 1728942"/>
              <a:gd name="connsiteX4" fmla="*/ 864471 w 1728942"/>
              <a:gd name="connsiteY4" fmla="*/ 0 h 17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942" h="1728942">
                <a:moveTo>
                  <a:pt x="864471" y="0"/>
                </a:moveTo>
                <a:cubicBezTo>
                  <a:pt x="1341905" y="0"/>
                  <a:pt x="1728942" y="387037"/>
                  <a:pt x="1728942" y="864471"/>
                </a:cubicBezTo>
                <a:cubicBezTo>
                  <a:pt x="1728942" y="1341905"/>
                  <a:pt x="1341905" y="1728942"/>
                  <a:pt x="864471" y="1728942"/>
                </a:cubicBezTo>
                <a:cubicBezTo>
                  <a:pt x="387037" y="1728942"/>
                  <a:pt x="0" y="1341905"/>
                  <a:pt x="0" y="864471"/>
                </a:cubicBezTo>
                <a:cubicBezTo>
                  <a:pt x="0" y="387037"/>
                  <a:pt x="387037" y="0"/>
                  <a:pt x="86447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C04679-2946-ED43-2009-9AFF85CD9B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01607" y="2545479"/>
            <a:ext cx="1728942" cy="1728942"/>
          </a:xfrm>
          <a:custGeom>
            <a:avLst/>
            <a:gdLst>
              <a:gd name="connsiteX0" fmla="*/ 864471 w 1728942"/>
              <a:gd name="connsiteY0" fmla="*/ 0 h 1728942"/>
              <a:gd name="connsiteX1" fmla="*/ 1728942 w 1728942"/>
              <a:gd name="connsiteY1" fmla="*/ 864471 h 1728942"/>
              <a:gd name="connsiteX2" fmla="*/ 864471 w 1728942"/>
              <a:gd name="connsiteY2" fmla="*/ 1728942 h 1728942"/>
              <a:gd name="connsiteX3" fmla="*/ 0 w 1728942"/>
              <a:gd name="connsiteY3" fmla="*/ 864471 h 1728942"/>
              <a:gd name="connsiteX4" fmla="*/ 864471 w 1728942"/>
              <a:gd name="connsiteY4" fmla="*/ 0 h 17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942" h="1728942">
                <a:moveTo>
                  <a:pt x="864471" y="0"/>
                </a:moveTo>
                <a:cubicBezTo>
                  <a:pt x="1341905" y="0"/>
                  <a:pt x="1728942" y="387037"/>
                  <a:pt x="1728942" y="864471"/>
                </a:cubicBezTo>
                <a:cubicBezTo>
                  <a:pt x="1728942" y="1341905"/>
                  <a:pt x="1341905" y="1728942"/>
                  <a:pt x="864471" y="1728942"/>
                </a:cubicBezTo>
                <a:cubicBezTo>
                  <a:pt x="387037" y="1728942"/>
                  <a:pt x="0" y="1341905"/>
                  <a:pt x="0" y="864471"/>
                </a:cubicBezTo>
                <a:cubicBezTo>
                  <a:pt x="0" y="387037"/>
                  <a:pt x="387037" y="0"/>
                  <a:pt x="86447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E4E76E-3E54-DBDE-46D4-BC752BE1A4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61453" y="2545479"/>
            <a:ext cx="1728942" cy="1728942"/>
          </a:xfrm>
          <a:custGeom>
            <a:avLst/>
            <a:gdLst>
              <a:gd name="connsiteX0" fmla="*/ 864471 w 1728942"/>
              <a:gd name="connsiteY0" fmla="*/ 0 h 1728942"/>
              <a:gd name="connsiteX1" fmla="*/ 1728942 w 1728942"/>
              <a:gd name="connsiteY1" fmla="*/ 864471 h 1728942"/>
              <a:gd name="connsiteX2" fmla="*/ 864471 w 1728942"/>
              <a:gd name="connsiteY2" fmla="*/ 1728942 h 1728942"/>
              <a:gd name="connsiteX3" fmla="*/ 0 w 1728942"/>
              <a:gd name="connsiteY3" fmla="*/ 864471 h 1728942"/>
              <a:gd name="connsiteX4" fmla="*/ 864471 w 1728942"/>
              <a:gd name="connsiteY4" fmla="*/ 0 h 172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942" h="1728942">
                <a:moveTo>
                  <a:pt x="864471" y="0"/>
                </a:moveTo>
                <a:cubicBezTo>
                  <a:pt x="1341905" y="0"/>
                  <a:pt x="1728942" y="387037"/>
                  <a:pt x="1728942" y="864471"/>
                </a:cubicBezTo>
                <a:cubicBezTo>
                  <a:pt x="1728942" y="1341905"/>
                  <a:pt x="1341905" y="1728942"/>
                  <a:pt x="864471" y="1728942"/>
                </a:cubicBezTo>
                <a:cubicBezTo>
                  <a:pt x="387037" y="1728942"/>
                  <a:pt x="0" y="1341905"/>
                  <a:pt x="0" y="864471"/>
                </a:cubicBezTo>
                <a:cubicBezTo>
                  <a:pt x="0" y="387037"/>
                  <a:pt x="387037" y="0"/>
                  <a:pt x="86447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8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DBB0B-F18B-1D1A-6141-22F4FA02EE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14390" y="2900645"/>
            <a:ext cx="3262848" cy="4343117"/>
          </a:xfrm>
          <a:custGeom>
            <a:avLst/>
            <a:gdLst>
              <a:gd name="connsiteX0" fmla="*/ 0 w 3262848"/>
              <a:gd name="connsiteY0" fmla="*/ 0 h 4343117"/>
              <a:gd name="connsiteX1" fmla="*/ 3262848 w 3262848"/>
              <a:gd name="connsiteY1" fmla="*/ 0 h 4343117"/>
              <a:gd name="connsiteX2" fmla="*/ 3262848 w 3262848"/>
              <a:gd name="connsiteY2" fmla="*/ 4343117 h 4343117"/>
              <a:gd name="connsiteX3" fmla="*/ 0 w 3262848"/>
              <a:gd name="connsiteY3" fmla="*/ 4343117 h 434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2848" h="4343117">
                <a:moveTo>
                  <a:pt x="0" y="0"/>
                </a:moveTo>
                <a:lnTo>
                  <a:pt x="3262848" y="0"/>
                </a:lnTo>
                <a:lnTo>
                  <a:pt x="3262848" y="4343117"/>
                </a:lnTo>
                <a:lnTo>
                  <a:pt x="0" y="434311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0B3A928-669B-E20F-C4D3-60E99EFBCA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08274" y="3001953"/>
            <a:ext cx="4527440" cy="2677893"/>
          </a:xfrm>
          <a:custGeom>
            <a:avLst/>
            <a:gdLst>
              <a:gd name="connsiteX0" fmla="*/ 0 w 4527440"/>
              <a:gd name="connsiteY0" fmla="*/ 0 h 2677893"/>
              <a:gd name="connsiteX1" fmla="*/ 4527440 w 4527440"/>
              <a:gd name="connsiteY1" fmla="*/ 0 h 2677893"/>
              <a:gd name="connsiteX2" fmla="*/ 4527440 w 4527440"/>
              <a:gd name="connsiteY2" fmla="*/ 2677893 h 2677893"/>
              <a:gd name="connsiteX3" fmla="*/ 0 w 4527440"/>
              <a:gd name="connsiteY3" fmla="*/ 2677893 h 267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7440" h="2677893">
                <a:moveTo>
                  <a:pt x="0" y="0"/>
                </a:moveTo>
                <a:lnTo>
                  <a:pt x="4527440" y="0"/>
                </a:lnTo>
                <a:lnTo>
                  <a:pt x="4527440" y="2677893"/>
                </a:lnTo>
                <a:lnTo>
                  <a:pt x="0" y="26778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98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B8710B1A-785C-6AE9-DADD-6C345308409E}"/>
              </a:ext>
            </a:extLst>
          </p:cNvPr>
          <p:cNvSpPr>
            <a:spLocks noGrp="1"/>
          </p:cNvSpPr>
          <p:nvPr>
            <p:ph type="pic" sz="quarter" idx="182" hasCustomPrompt="1"/>
          </p:nvPr>
        </p:nvSpPr>
        <p:spPr>
          <a:xfrm>
            <a:off x="5108774" y="1402949"/>
            <a:ext cx="6101583" cy="4634994"/>
          </a:xfrm>
          <a:custGeom>
            <a:avLst/>
            <a:gdLst>
              <a:gd name="connsiteX0" fmla="*/ 8164838 w 9920402"/>
              <a:gd name="connsiteY0" fmla="*/ 2884514 h 7535913"/>
              <a:gd name="connsiteX1" fmla="*/ 8169912 w 9920402"/>
              <a:gd name="connsiteY1" fmla="*/ 2892194 h 7535913"/>
              <a:gd name="connsiteX2" fmla="*/ 8147770 w 9920402"/>
              <a:gd name="connsiteY2" fmla="*/ 2895685 h 7535913"/>
              <a:gd name="connsiteX3" fmla="*/ 8344730 w 9920402"/>
              <a:gd name="connsiteY3" fmla="*/ 2800733 h 7535913"/>
              <a:gd name="connsiteX4" fmla="*/ 8602574 w 9920402"/>
              <a:gd name="connsiteY4" fmla="*/ 2818536 h 7535913"/>
              <a:gd name="connsiteX5" fmla="*/ 8147310 w 9920402"/>
              <a:gd name="connsiteY5" fmla="*/ 3034273 h 7535913"/>
              <a:gd name="connsiteX6" fmla="*/ 8182826 w 9920402"/>
              <a:gd name="connsiteY6" fmla="*/ 2914186 h 7535913"/>
              <a:gd name="connsiteX7" fmla="*/ 8169912 w 9920402"/>
              <a:gd name="connsiteY7" fmla="*/ 2892194 h 7535913"/>
              <a:gd name="connsiteX8" fmla="*/ 8254784 w 9920402"/>
              <a:gd name="connsiteY8" fmla="*/ 2878580 h 7535913"/>
              <a:gd name="connsiteX9" fmla="*/ 8344730 w 9920402"/>
              <a:gd name="connsiteY9" fmla="*/ 2800733 h 7535913"/>
              <a:gd name="connsiteX10" fmla="*/ 8188822 w 9920402"/>
              <a:gd name="connsiteY10" fmla="*/ 0 h 7535913"/>
              <a:gd name="connsiteX11" fmla="*/ 8201278 w 9920402"/>
              <a:gd name="connsiteY11" fmla="*/ 42240 h 7535913"/>
              <a:gd name="connsiteX12" fmla="*/ 8015388 w 9920402"/>
              <a:gd name="connsiteY12" fmla="*/ 83781 h 7535913"/>
              <a:gd name="connsiteX13" fmla="*/ 7793522 w 9920402"/>
              <a:gd name="connsiteY13" fmla="*/ 137890 h 7535913"/>
              <a:gd name="connsiteX14" fmla="*/ 7476174 w 9920402"/>
              <a:gd name="connsiteY14" fmla="*/ 227256 h 7535913"/>
              <a:gd name="connsiteX15" fmla="*/ 6787048 w 9920402"/>
              <a:gd name="connsiteY15" fmla="*/ 460796 h 7535913"/>
              <a:gd name="connsiteX16" fmla="*/ 6523666 w 9920402"/>
              <a:gd name="connsiteY16" fmla="*/ 532708 h 7535913"/>
              <a:gd name="connsiteX17" fmla="*/ 6385750 w 9920402"/>
              <a:gd name="connsiteY17" fmla="*/ 634293 h 7535913"/>
              <a:gd name="connsiteX18" fmla="*/ 6469698 w 9920402"/>
              <a:gd name="connsiteY18" fmla="*/ 748096 h 7535913"/>
              <a:gd name="connsiteX19" fmla="*/ 6337778 w 9920402"/>
              <a:gd name="connsiteY19" fmla="*/ 820008 h 7535913"/>
              <a:gd name="connsiteX20" fmla="*/ 6355768 w 9920402"/>
              <a:gd name="connsiteY20" fmla="*/ 855615 h 7535913"/>
              <a:gd name="connsiteX21" fmla="*/ 6745072 w 9920402"/>
              <a:gd name="connsiteY21" fmla="*/ 724008 h 7535913"/>
              <a:gd name="connsiteX22" fmla="*/ 6757526 w 9920402"/>
              <a:gd name="connsiteY22" fmla="*/ 748096 h 7535913"/>
              <a:gd name="connsiteX23" fmla="*/ 6541194 w 9920402"/>
              <a:gd name="connsiteY23" fmla="*/ 885985 h 7535913"/>
              <a:gd name="connsiteX24" fmla="*/ 6553188 w 9920402"/>
              <a:gd name="connsiteY24" fmla="*/ 909723 h 7535913"/>
              <a:gd name="connsiteX25" fmla="*/ 6805038 w 9920402"/>
              <a:gd name="connsiteY25" fmla="*/ 808138 h 7535913"/>
              <a:gd name="connsiteX26" fmla="*/ 6817030 w 9920402"/>
              <a:gd name="connsiteY26" fmla="*/ 837811 h 7535913"/>
              <a:gd name="connsiteX27" fmla="*/ 5983990 w 9920402"/>
              <a:gd name="connsiteY27" fmla="*/ 1154783 h 7535913"/>
              <a:gd name="connsiteX28" fmla="*/ 5983990 w 9920402"/>
              <a:gd name="connsiteY28" fmla="*/ 1197022 h 7535913"/>
              <a:gd name="connsiteX29" fmla="*/ 6313792 w 9920402"/>
              <a:gd name="connsiteY29" fmla="*/ 1197022 h 7535913"/>
              <a:gd name="connsiteX30" fmla="*/ 6643594 w 9920402"/>
              <a:gd name="connsiteY30" fmla="*/ 1059133 h 7535913"/>
              <a:gd name="connsiteX31" fmla="*/ 6715090 w 9920402"/>
              <a:gd name="connsiteY31" fmla="*/ 1017242 h 7535913"/>
              <a:gd name="connsiteX32" fmla="*/ 7392224 w 9920402"/>
              <a:gd name="connsiteY32" fmla="*/ 783702 h 7535913"/>
              <a:gd name="connsiteX33" fmla="*/ 7452188 w 9920402"/>
              <a:gd name="connsiteY33" fmla="*/ 795571 h 7535913"/>
              <a:gd name="connsiteX34" fmla="*/ 7182350 w 9920402"/>
              <a:gd name="connsiteY34" fmla="*/ 891920 h 7535913"/>
              <a:gd name="connsiteX35" fmla="*/ 7194802 w 9920402"/>
              <a:gd name="connsiteY35" fmla="*/ 927527 h 7535913"/>
              <a:gd name="connsiteX36" fmla="*/ 7625622 w 9920402"/>
              <a:gd name="connsiteY36" fmla="*/ 777768 h 7535913"/>
              <a:gd name="connsiteX37" fmla="*/ 7619626 w 9920402"/>
              <a:gd name="connsiteY37" fmla="*/ 754030 h 7535913"/>
              <a:gd name="connsiteX38" fmla="*/ 7524144 w 9920402"/>
              <a:gd name="connsiteY38" fmla="*/ 771833 h 7535913"/>
              <a:gd name="connsiteX39" fmla="*/ 8188822 w 9920402"/>
              <a:gd name="connsiteY39" fmla="*/ 484534 h 7535913"/>
              <a:gd name="connsiteX40" fmla="*/ 7787526 w 9920402"/>
              <a:gd name="connsiteY40" fmla="*/ 610555 h 7535913"/>
              <a:gd name="connsiteX41" fmla="*/ 7805514 w 9920402"/>
              <a:gd name="connsiteY41" fmla="*/ 544577 h 7535913"/>
              <a:gd name="connsiteX42" fmla="*/ 7596102 w 9920402"/>
              <a:gd name="connsiteY42" fmla="*/ 658380 h 7535913"/>
              <a:gd name="connsiteX43" fmla="*/ 7080872 w 9920402"/>
              <a:gd name="connsiteY43" fmla="*/ 771833 h 7535913"/>
              <a:gd name="connsiteX44" fmla="*/ 7044432 w 9920402"/>
              <a:gd name="connsiteY44" fmla="*/ 771833 h 7535913"/>
              <a:gd name="connsiteX45" fmla="*/ 7704036 w 9920402"/>
              <a:gd name="connsiteY45" fmla="*/ 448927 h 7535913"/>
              <a:gd name="connsiteX46" fmla="*/ 7536138 w 9920402"/>
              <a:gd name="connsiteY46" fmla="*/ 532708 h 7535913"/>
              <a:gd name="connsiteX47" fmla="*/ 7362242 w 9920402"/>
              <a:gd name="connsiteY47" fmla="*/ 616489 h 7535913"/>
              <a:gd name="connsiteX48" fmla="*/ 7625622 w 9920402"/>
              <a:gd name="connsiteY48" fmla="*/ 544577 h 7535913"/>
              <a:gd name="connsiteX49" fmla="*/ 7907454 w 9920402"/>
              <a:gd name="connsiteY49" fmla="*/ 460796 h 7535913"/>
              <a:gd name="connsiteX50" fmla="*/ 8158842 w 9920402"/>
              <a:gd name="connsiteY50" fmla="*/ 347343 h 7535913"/>
              <a:gd name="connsiteX51" fmla="*/ 8069356 w 9920402"/>
              <a:gd name="connsiteY51" fmla="*/ 472665 h 7535913"/>
              <a:gd name="connsiteX52" fmla="*/ 8362718 w 9920402"/>
              <a:gd name="connsiteY52" fmla="*/ 418556 h 7535913"/>
              <a:gd name="connsiteX53" fmla="*/ 8272774 w 9920402"/>
              <a:gd name="connsiteY53" fmla="*/ 478599 h 7535913"/>
              <a:gd name="connsiteX54" fmla="*/ 8362718 w 9920402"/>
              <a:gd name="connsiteY54" fmla="*/ 484534 h 7535913"/>
              <a:gd name="connsiteX55" fmla="*/ 8356722 w 9920402"/>
              <a:gd name="connsiteY55" fmla="*/ 484534 h 7535913"/>
              <a:gd name="connsiteX56" fmla="*/ 8626100 w 9920402"/>
              <a:gd name="connsiteY56" fmla="*/ 520839 h 7535913"/>
              <a:gd name="connsiteX57" fmla="*/ 8626100 w 9920402"/>
              <a:gd name="connsiteY57" fmla="*/ 622424 h 7535913"/>
              <a:gd name="connsiteX58" fmla="*/ 8728038 w 9920402"/>
              <a:gd name="connsiteY58" fmla="*/ 610555 h 7535913"/>
              <a:gd name="connsiteX59" fmla="*/ 8734034 w 9920402"/>
              <a:gd name="connsiteY59" fmla="*/ 628358 h 7535913"/>
              <a:gd name="connsiteX60" fmla="*/ 8566134 w 9920402"/>
              <a:gd name="connsiteY60" fmla="*/ 712139 h 7535913"/>
              <a:gd name="connsiteX61" fmla="*/ 8817986 w 9920402"/>
              <a:gd name="connsiteY61" fmla="*/ 765899 h 7535913"/>
              <a:gd name="connsiteX62" fmla="*/ 8835974 w 9920402"/>
              <a:gd name="connsiteY62" fmla="*/ 849680 h 7535913"/>
              <a:gd name="connsiteX63" fmla="*/ 8752024 w 9920402"/>
              <a:gd name="connsiteY63" fmla="*/ 945330 h 7535913"/>
              <a:gd name="connsiteX64" fmla="*/ 8578590 w 9920402"/>
              <a:gd name="connsiteY64" fmla="*/ 945330 h 7535913"/>
              <a:gd name="connsiteX65" fmla="*/ 8518626 w 9920402"/>
              <a:gd name="connsiteY65" fmla="*/ 831877 h 7535913"/>
              <a:gd name="connsiteX66" fmla="*/ 8338734 w 9920402"/>
              <a:gd name="connsiteY66" fmla="*/ 1041330 h 7535913"/>
              <a:gd name="connsiteX67" fmla="*/ 8542610 w 9920402"/>
              <a:gd name="connsiteY67" fmla="*/ 1011308 h 7535913"/>
              <a:gd name="connsiteX68" fmla="*/ 8548608 w 9920402"/>
              <a:gd name="connsiteY68" fmla="*/ 1035395 h 7535913"/>
              <a:gd name="connsiteX69" fmla="*/ 8033378 w 9920402"/>
              <a:gd name="connsiteY69" fmla="*/ 1298607 h 7535913"/>
              <a:gd name="connsiteX70" fmla="*/ 8021386 w 9920402"/>
              <a:gd name="connsiteY70" fmla="*/ 1412410 h 7535913"/>
              <a:gd name="connsiteX71" fmla="*/ 8201278 w 9920402"/>
              <a:gd name="connsiteY71" fmla="*/ 1364585 h 7535913"/>
              <a:gd name="connsiteX72" fmla="*/ 8213270 w 9920402"/>
              <a:gd name="connsiteY72" fmla="*/ 1394257 h 7535913"/>
              <a:gd name="connsiteX73" fmla="*/ 8135316 w 9920402"/>
              <a:gd name="connsiteY73" fmla="*/ 1454300 h 7535913"/>
              <a:gd name="connsiteX74" fmla="*/ 8141314 w 9920402"/>
              <a:gd name="connsiteY74" fmla="*/ 1472104 h 7535913"/>
              <a:gd name="connsiteX75" fmla="*/ 8314748 w 9920402"/>
              <a:gd name="connsiteY75" fmla="*/ 1418344 h 7535913"/>
              <a:gd name="connsiteX76" fmla="*/ 8321206 w 9920402"/>
              <a:gd name="connsiteY76" fmla="*/ 1436148 h 7535913"/>
              <a:gd name="connsiteX77" fmla="*/ 8182826 w 9920402"/>
              <a:gd name="connsiteY77" fmla="*/ 1508060 h 7535913"/>
              <a:gd name="connsiteX78" fmla="*/ 8213270 w 9920402"/>
              <a:gd name="connsiteY78" fmla="*/ 1603710 h 7535913"/>
              <a:gd name="connsiteX79" fmla="*/ 8374712 w 9920402"/>
              <a:gd name="connsiteY79" fmla="*/ 1627448 h 7535913"/>
              <a:gd name="connsiteX80" fmla="*/ 8116866 w 9920402"/>
              <a:gd name="connsiteY80" fmla="*/ 1753469 h 7535913"/>
              <a:gd name="connsiteX81" fmla="*/ 8045370 w 9920402"/>
              <a:gd name="connsiteY81" fmla="*/ 1549950 h 7535913"/>
              <a:gd name="connsiteX82" fmla="*/ 7739554 w 9920402"/>
              <a:gd name="connsiteY82" fmla="*/ 1711229 h 7535913"/>
              <a:gd name="connsiteX83" fmla="*/ 7877470 w 9920402"/>
              <a:gd name="connsiteY83" fmla="*/ 1579972 h 7535913"/>
              <a:gd name="connsiteX84" fmla="*/ 8056902 w 9920402"/>
              <a:gd name="connsiteY84" fmla="*/ 1496191 h 7535913"/>
              <a:gd name="connsiteX85" fmla="*/ 8045370 w 9920402"/>
              <a:gd name="connsiteY85" fmla="*/ 1460235 h 7535913"/>
              <a:gd name="connsiteX86" fmla="*/ 7650070 w 9920402"/>
              <a:gd name="connsiteY86" fmla="*/ 1585906 h 7535913"/>
              <a:gd name="connsiteX87" fmla="*/ 7895460 w 9920402"/>
              <a:gd name="connsiteY87" fmla="*/ 1406126 h 7535913"/>
              <a:gd name="connsiteX88" fmla="*/ 7721564 w 9920402"/>
              <a:gd name="connsiteY88" fmla="*/ 1436148 h 7535913"/>
              <a:gd name="connsiteX89" fmla="*/ 7787526 w 9920402"/>
              <a:gd name="connsiteY89" fmla="*/ 1364585 h 7535913"/>
              <a:gd name="connsiteX90" fmla="*/ 7769536 w 9920402"/>
              <a:gd name="connsiteY90" fmla="*/ 1340498 h 7535913"/>
              <a:gd name="connsiteX91" fmla="*/ 7224324 w 9920402"/>
              <a:gd name="connsiteY91" fmla="*/ 1561819 h 7535913"/>
              <a:gd name="connsiteX92" fmla="*/ 7434198 w 9920402"/>
              <a:gd name="connsiteY92" fmla="*/ 1717513 h 7535913"/>
              <a:gd name="connsiteX93" fmla="*/ 7206796 w 9920402"/>
              <a:gd name="connsiteY93" fmla="*/ 1938834 h 7535913"/>
              <a:gd name="connsiteX94" fmla="*/ 7386226 w 9920402"/>
              <a:gd name="connsiteY94" fmla="*/ 1866922 h 7535913"/>
              <a:gd name="connsiteX95" fmla="*/ 7398220 w 9920402"/>
              <a:gd name="connsiteY95" fmla="*/ 1891009 h 7535913"/>
              <a:gd name="connsiteX96" fmla="*/ 7050428 w 9920402"/>
              <a:gd name="connsiteY96" fmla="*/ 2082310 h 7535913"/>
              <a:gd name="connsiteX97" fmla="*/ 7056424 w 9920402"/>
              <a:gd name="connsiteY97" fmla="*/ 2136418 h 7535913"/>
              <a:gd name="connsiteX98" fmla="*/ 6894982 w 9920402"/>
              <a:gd name="connsiteY98" fmla="*/ 2124549 h 7535913"/>
              <a:gd name="connsiteX99" fmla="*/ 6745072 w 9920402"/>
              <a:gd name="connsiteY99" fmla="*/ 2447456 h 7535913"/>
              <a:gd name="connsiteX100" fmla="*/ 6589628 w 9920402"/>
              <a:gd name="connsiteY100" fmla="*/ 2507499 h 7535913"/>
              <a:gd name="connsiteX101" fmla="*/ 6487226 w 9920402"/>
              <a:gd name="connsiteY101" fmla="*/ 2609083 h 7535913"/>
              <a:gd name="connsiteX102" fmla="*/ 6415732 w 9920402"/>
              <a:gd name="connsiteY102" fmla="*/ 2645039 h 7535913"/>
              <a:gd name="connsiteX103" fmla="*/ 6145894 w 9920402"/>
              <a:gd name="connsiteY103" fmla="*/ 2782580 h 7535913"/>
              <a:gd name="connsiteX104" fmla="*/ 6163882 w 9920402"/>
              <a:gd name="connsiteY104" fmla="*/ 2818536 h 7535913"/>
              <a:gd name="connsiteX105" fmla="*/ 6882990 w 9920402"/>
              <a:gd name="connsiteY105" fmla="*/ 2447456 h 7535913"/>
              <a:gd name="connsiteX106" fmla="*/ 6894982 w 9920402"/>
              <a:gd name="connsiteY106" fmla="*/ 2459325 h 7535913"/>
              <a:gd name="connsiteX107" fmla="*/ 6709094 w 9920402"/>
              <a:gd name="connsiteY107" fmla="*/ 2597214 h 7535913"/>
              <a:gd name="connsiteX108" fmla="*/ 6721086 w 9920402"/>
              <a:gd name="connsiteY108" fmla="*/ 2620952 h 7535913"/>
              <a:gd name="connsiteX109" fmla="*/ 6805038 w 9920402"/>
              <a:gd name="connsiteY109" fmla="*/ 2609083 h 7535913"/>
              <a:gd name="connsiteX110" fmla="*/ 7248310 w 9920402"/>
              <a:gd name="connsiteY110" fmla="*/ 2369609 h 7535913"/>
              <a:gd name="connsiteX111" fmla="*/ 7883468 w 9920402"/>
              <a:gd name="connsiteY111" fmla="*/ 2094179 h 7535913"/>
              <a:gd name="connsiteX112" fmla="*/ 7901458 w 9920402"/>
              <a:gd name="connsiteY112" fmla="*/ 2130484 h 7535913"/>
              <a:gd name="connsiteX113" fmla="*/ 7476174 w 9920402"/>
              <a:gd name="connsiteY113" fmla="*/ 2357740 h 7535913"/>
              <a:gd name="connsiteX114" fmla="*/ 7482170 w 9920402"/>
              <a:gd name="connsiteY114" fmla="*/ 2381827 h 7535913"/>
              <a:gd name="connsiteX115" fmla="*/ 7943432 w 9920402"/>
              <a:gd name="connsiteY115" fmla="*/ 2286177 h 7535913"/>
              <a:gd name="connsiteX116" fmla="*/ 7955424 w 9920402"/>
              <a:gd name="connsiteY116" fmla="*/ 2309915 h 7535913"/>
              <a:gd name="connsiteX117" fmla="*/ 7650070 w 9920402"/>
              <a:gd name="connsiteY117" fmla="*/ 2471194 h 7535913"/>
              <a:gd name="connsiteX118" fmla="*/ 7667598 w 9920402"/>
              <a:gd name="connsiteY118" fmla="*/ 2507499 h 7535913"/>
              <a:gd name="connsiteX119" fmla="*/ 8195280 w 9920402"/>
              <a:gd name="connsiteY119" fmla="*/ 2286177 h 7535913"/>
              <a:gd name="connsiteX120" fmla="*/ 8213270 w 9920402"/>
              <a:gd name="connsiteY120" fmla="*/ 2321784 h 7535913"/>
              <a:gd name="connsiteX121" fmla="*/ 8015388 w 9920402"/>
              <a:gd name="connsiteY121" fmla="*/ 2429652 h 7535913"/>
              <a:gd name="connsiteX122" fmla="*/ 7764000 w 9920402"/>
              <a:gd name="connsiteY122" fmla="*/ 2543106 h 7535913"/>
              <a:gd name="connsiteX123" fmla="*/ 7775532 w 9920402"/>
              <a:gd name="connsiteY123" fmla="*/ 2573476 h 7535913"/>
              <a:gd name="connsiteX124" fmla="*/ 8254784 w 9920402"/>
              <a:gd name="connsiteY124" fmla="*/ 2513433 h 7535913"/>
              <a:gd name="connsiteX125" fmla="*/ 8452666 w 9920402"/>
              <a:gd name="connsiteY125" fmla="*/ 2405914 h 7535913"/>
              <a:gd name="connsiteX126" fmla="*/ 8500174 w 9920402"/>
              <a:gd name="connsiteY126" fmla="*/ 2369609 h 7535913"/>
              <a:gd name="connsiteX127" fmla="*/ 8566134 w 9920402"/>
              <a:gd name="connsiteY127" fmla="*/ 2345871 h 7535913"/>
              <a:gd name="connsiteX128" fmla="*/ 8524622 w 9920402"/>
              <a:gd name="connsiteY128" fmla="*/ 2286177 h 7535913"/>
              <a:gd name="connsiteX129" fmla="*/ 8350726 w 9920402"/>
              <a:gd name="connsiteY129" fmla="*/ 2369609 h 7535913"/>
              <a:gd name="connsiteX130" fmla="*/ 8296758 w 9920402"/>
              <a:gd name="connsiteY130" fmla="*/ 2286177 h 7535913"/>
              <a:gd name="connsiteX131" fmla="*/ 8248786 w 9920402"/>
              <a:gd name="connsiteY131" fmla="*/ 2226134 h 7535913"/>
              <a:gd name="connsiteX132" fmla="*/ 8321206 w 9920402"/>
              <a:gd name="connsiteY132" fmla="*/ 2202396 h 7535913"/>
              <a:gd name="connsiteX133" fmla="*/ 8392702 w 9920402"/>
              <a:gd name="connsiteY133" fmla="*/ 2190527 h 7535913"/>
              <a:gd name="connsiteX134" fmla="*/ 8506634 w 9920402"/>
              <a:gd name="connsiteY134" fmla="*/ 2273959 h 7535913"/>
              <a:gd name="connsiteX135" fmla="*/ 8548608 w 9920402"/>
              <a:gd name="connsiteY135" fmla="*/ 2226134 h 7535913"/>
              <a:gd name="connsiteX136" fmla="*/ 8488642 w 9920402"/>
              <a:gd name="connsiteY136" fmla="*/ 2196461 h 7535913"/>
              <a:gd name="connsiteX137" fmla="*/ 8841970 w 9920402"/>
              <a:gd name="connsiteY137" fmla="*/ 2022965 h 7535913"/>
              <a:gd name="connsiteX138" fmla="*/ 9117344 w 9920402"/>
              <a:gd name="connsiteY138" fmla="*/ 2016681 h 7535913"/>
              <a:gd name="connsiteX139" fmla="*/ 9183304 w 9920402"/>
              <a:gd name="connsiteY139" fmla="*/ 2046703 h 7535913"/>
              <a:gd name="connsiteX140" fmla="*/ 9015866 w 9920402"/>
              <a:gd name="connsiteY140" fmla="*/ 2142353 h 7535913"/>
              <a:gd name="connsiteX141" fmla="*/ 9057380 w 9920402"/>
              <a:gd name="connsiteY141" fmla="*/ 2196461 h 7535913"/>
              <a:gd name="connsiteX142" fmla="*/ 8871952 w 9920402"/>
              <a:gd name="connsiteY142" fmla="*/ 2298046 h 7535913"/>
              <a:gd name="connsiteX143" fmla="*/ 8877950 w 9920402"/>
              <a:gd name="connsiteY143" fmla="*/ 2334002 h 7535913"/>
              <a:gd name="connsiteX144" fmla="*/ 9033854 w 9920402"/>
              <a:gd name="connsiteY144" fmla="*/ 2321784 h 7535913"/>
              <a:gd name="connsiteX145" fmla="*/ 8985884 w 9920402"/>
              <a:gd name="connsiteY145" fmla="*/ 2417783 h 7535913"/>
              <a:gd name="connsiteX146" fmla="*/ 8967894 w 9920402"/>
              <a:gd name="connsiteY146" fmla="*/ 2393696 h 7535913"/>
              <a:gd name="connsiteX147" fmla="*/ 8518626 w 9920402"/>
              <a:gd name="connsiteY147" fmla="*/ 2603149 h 7535913"/>
              <a:gd name="connsiteX148" fmla="*/ 8536614 w 9920402"/>
              <a:gd name="connsiteY148" fmla="*/ 2626887 h 7535913"/>
              <a:gd name="connsiteX149" fmla="*/ 8470654 w 9920402"/>
              <a:gd name="connsiteY149" fmla="*/ 2698799 h 7535913"/>
              <a:gd name="connsiteX150" fmla="*/ 8009392 w 9920402"/>
              <a:gd name="connsiteY150" fmla="*/ 2848558 h 7535913"/>
              <a:gd name="connsiteX151" fmla="*/ 7883468 w 9920402"/>
              <a:gd name="connsiteY151" fmla="*/ 2931990 h 7535913"/>
              <a:gd name="connsiteX152" fmla="*/ 8073970 w 9920402"/>
              <a:gd name="connsiteY152" fmla="*/ 2907554 h 7535913"/>
              <a:gd name="connsiteX153" fmla="*/ 8147770 w 9920402"/>
              <a:gd name="connsiteY153" fmla="*/ 2895685 h 7535913"/>
              <a:gd name="connsiteX154" fmla="*/ 8020462 w 9920402"/>
              <a:gd name="connsiteY154" fmla="*/ 2979466 h 7535913"/>
              <a:gd name="connsiteX155" fmla="*/ 7871474 w 9920402"/>
              <a:gd name="connsiteY155" fmla="*/ 3069880 h 7535913"/>
              <a:gd name="connsiteX156" fmla="*/ 7733558 w 9920402"/>
              <a:gd name="connsiteY156" fmla="*/ 3177748 h 7535913"/>
              <a:gd name="connsiteX157" fmla="*/ 7685586 w 9920402"/>
              <a:gd name="connsiteY157" fmla="*/ 3183682 h 7535913"/>
              <a:gd name="connsiteX158" fmla="*/ 7710034 w 9920402"/>
              <a:gd name="connsiteY158" fmla="*/ 3081749 h 7535913"/>
              <a:gd name="connsiteX159" fmla="*/ 7524144 w 9920402"/>
              <a:gd name="connsiteY159" fmla="*/ 3243726 h 7535913"/>
              <a:gd name="connsiteX160" fmla="*/ 7667598 w 9920402"/>
              <a:gd name="connsiteY160" fmla="*/ 3237442 h 7535913"/>
              <a:gd name="connsiteX161" fmla="*/ 8380708 w 9920402"/>
              <a:gd name="connsiteY161" fmla="*/ 3009837 h 7535913"/>
              <a:gd name="connsiteX162" fmla="*/ 8632558 w 9920402"/>
              <a:gd name="connsiteY162" fmla="*/ 2962361 h 7535913"/>
              <a:gd name="connsiteX163" fmla="*/ 9249266 w 9920402"/>
              <a:gd name="connsiteY163" fmla="*/ 2866711 h 7535913"/>
              <a:gd name="connsiteX164" fmla="*/ 9165314 w 9920402"/>
              <a:gd name="connsiteY164" fmla="*/ 2938623 h 7535913"/>
              <a:gd name="connsiteX165" fmla="*/ 9477128 w 9920402"/>
              <a:gd name="connsiteY165" fmla="*/ 3003902 h 7535913"/>
              <a:gd name="connsiteX166" fmla="*/ 9039852 w 9920402"/>
              <a:gd name="connsiteY166" fmla="*/ 3201486 h 7535913"/>
              <a:gd name="connsiteX167" fmla="*/ 9135794 w 9920402"/>
              <a:gd name="connsiteY167" fmla="*/ 3231507 h 7535913"/>
              <a:gd name="connsiteX168" fmla="*/ 9039852 w 9920402"/>
              <a:gd name="connsiteY168" fmla="*/ 3309005 h 7535913"/>
              <a:gd name="connsiteX169" fmla="*/ 9153782 w 9920402"/>
              <a:gd name="connsiteY169" fmla="*/ 3321572 h 7535913"/>
              <a:gd name="connsiteX170" fmla="*/ 9159780 w 9920402"/>
              <a:gd name="connsiteY170" fmla="*/ 3423157 h 7535913"/>
              <a:gd name="connsiteX171" fmla="*/ 9279246 w 9920402"/>
              <a:gd name="connsiteY171" fmla="*/ 3411288 h 7535913"/>
              <a:gd name="connsiteX172" fmla="*/ 9285242 w 9920402"/>
              <a:gd name="connsiteY172" fmla="*/ 3423157 h 7535913"/>
              <a:gd name="connsiteX173" fmla="*/ 9105812 w 9920402"/>
              <a:gd name="connsiteY173" fmla="*/ 3488785 h 7535913"/>
              <a:gd name="connsiteX174" fmla="*/ 9776948 w 9920402"/>
              <a:gd name="connsiteY174" fmla="*/ 3429091 h 7535913"/>
              <a:gd name="connsiteX175" fmla="*/ 9692538 w 9920402"/>
              <a:gd name="connsiteY175" fmla="*/ 3488785 h 7535913"/>
              <a:gd name="connsiteX176" fmla="*/ 9614584 w 9920402"/>
              <a:gd name="connsiteY176" fmla="*/ 3584435 h 7535913"/>
              <a:gd name="connsiteX177" fmla="*/ 9704992 w 9920402"/>
              <a:gd name="connsiteY177" fmla="*/ 3602588 h 7535913"/>
              <a:gd name="connsiteX178" fmla="*/ 9818462 w 9920402"/>
              <a:gd name="connsiteY178" fmla="*/ 3668217 h 7535913"/>
              <a:gd name="connsiteX179" fmla="*/ 9722982 w 9920402"/>
              <a:gd name="connsiteY179" fmla="*/ 3734194 h 7535913"/>
              <a:gd name="connsiteX180" fmla="*/ 9692538 w 9920402"/>
              <a:gd name="connsiteY180" fmla="*/ 3817975 h 7535913"/>
              <a:gd name="connsiteX181" fmla="*/ 9668552 w 9920402"/>
              <a:gd name="connsiteY181" fmla="*/ 3937712 h 7535913"/>
              <a:gd name="connsiteX182" fmla="*/ 9489122 w 9920402"/>
              <a:gd name="connsiteY182" fmla="*/ 4099340 h 7535913"/>
              <a:gd name="connsiteX183" fmla="*/ 9614584 w 9920402"/>
              <a:gd name="connsiteY183" fmla="*/ 4117144 h 7535913"/>
              <a:gd name="connsiteX184" fmla="*/ 9429158 w 9920402"/>
              <a:gd name="connsiteY184" fmla="*/ 4230597 h 7535913"/>
              <a:gd name="connsiteX185" fmla="*/ 9435154 w 9920402"/>
              <a:gd name="connsiteY185" fmla="*/ 4260968 h 7535913"/>
              <a:gd name="connsiteX186" fmla="*/ 9549086 w 9920402"/>
              <a:gd name="connsiteY186" fmla="*/ 4224663 h 7535913"/>
              <a:gd name="connsiteX187" fmla="*/ 9668552 w 9920402"/>
              <a:gd name="connsiteY187" fmla="*/ 4194990 h 7535913"/>
              <a:gd name="connsiteX188" fmla="*/ 9537092 w 9920402"/>
              <a:gd name="connsiteY188" fmla="*/ 4284706 h 7535913"/>
              <a:gd name="connsiteX189" fmla="*/ 9543090 w 9920402"/>
              <a:gd name="connsiteY189" fmla="*/ 4314728 h 7535913"/>
              <a:gd name="connsiteX190" fmla="*/ 9758498 w 9920402"/>
              <a:gd name="connsiteY190" fmla="*/ 4302509 h 7535913"/>
              <a:gd name="connsiteX191" fmla="*/ 9614584 w 9920402"/>
              <a:gd name="connsiteY191" fmla="*/ 4428530 h 7535913"/>
              <a:gd name="connsiteX192" fmla="*/ 9920402 w 9920402"/>
              <a:gd name="connsiteY192" fmla="*/ 4428530 h 7535913"/>
              <a:gd name="connsiteX193" fmla="*/ 9381186 w 9920402"/>
              <a:gd name="connsiteY193" fmla="*/ 4727699 h 7535913"/>
              <a:gd name="connsiteX194" fmla="*/ 8680066 w 9920402"/>
              <a:gd name="connsiteY194" fmla="*/ 4972758 h 7535913"/>
              <a:gd name="connsiteX195" fmla="*/ 8758482 w 9920402"/>
              <a:gd name="connsiteY195" fmla="*/ 4972758 h 7535913"/>
              <a:gd name="connsiteX196" fmla="*/ 8770474 w 9920402"/>
              <a:gd name="connsiteY196" fmla="*/ 4996845 h 7535913"/>
              <a:gd name="connsiteX197" fmla="*/ 8069356 w 9920402"/>
              <a:gd name="connsiteY197" fmla="*/ 5433554 h 7535913"/>
              <a:gd name="connsiteX198" fmla="*/ 8164838 w 9920402"/>
              <a:gd name="connsiteY198" fmla="*/ 5451358 h 7535913"/>
              <a:gd name="connsiteX199" fmla="*/ 8021386 w 9920402"/>
              <a:gd name="connsiteY199" fmla="*/ 5541422 h 7535913"/>
              <a:gd name="connsiteX200" fmla="*/ 8871952 w 9920402"/>
              <a:gd name="connsiteY200" fmla="*/ 5301948 h 7535913"/>
              <a:gd name="connsiteX201" fmla="*/ 8883946 w 9920402"/>
              <a:gd name="connsiteY201" fmla="*/ 5331970 h 7535913"/>
              <a:gd name="connsiteX202" fmla="*/ 8039374 w 9920402"/>
              <a:gd name="connsiteY202" fmla="*/ 5667094 h 7535913"/>
              <a:gd name="connsiteX203" fmla="*/ 8045370 w 9920402"/>
              <a:gd name="connsiteY203" fmla="*/ 5684898 h 7535913"/>
              <a:gd name="connsiteX204" fmla="*/ 8147310 w 9920402"/>
              <a:gd name="connsiteY204" fmla="*/ 5684898 h 7535913"/>
              <a:gd name="connsiteX205" fmla="*/ 7518148 w 9920402"/>
              <a:gd name="connsiteY205" fmla="*/ 5996284 h 7535913"/>
              <a:gd name="connsiteX206" fmla="*/ 7530142 w 9920402"/>
              <a:gd name="connsiteY206" fmla="*/ 6026306 h 7535913"/>
              <a:gd name="connsiteX207" fmla="*/ 8230798 w 9920402"/>
              <a:gd name="connsiteY207" fmla="*/ 5798700 h 7535913"/>
              <a:gd name="connsiteX208" fmla="*/ 8224802 w 9920402"/>
              <a:gd name="connsiteY208" fmla="*/ 5810570 h 7535913"/>
              <a:gd name="connsiteX209" fmla="*/ 8356722 w 9920402"/>
              <a:gd name="connsiteY209" fmla="*/ 5810570 h 7535913"/>
              <a:gd name="connsiteX210" fmla="*/ 8578590 w 9920402"/>
              <a:gd name="connsiteY210" fmla="*/ 5732722 h 7535913"/>
              <a:gd name="connsiteX211" fmla="*/ 8853962 w 9920402"/>
              <a:gd name="connsiteY211" fmla="*/ 5631138 h 7535913"/>
              <a:gd name="connsiteX212" fmla="*/ 8871952 w 9920402"/>
              <a:gd name="connsiteY212" fmla="*/ 5667094 h 7535913"/>
              <a:gd name="connsiteX213" fmla="*/ 7655604 w 9920402"/>
              <a:gd name="connsiteY213" fmla="*/ 6289169 h 7535913"/>
              <a:gd name="connsiteX214" fmla="*/ 7655604 w 9920402"/>
              <a:gd name="connsiteY214" fmla="*/ 6307670 h 7535913"/>
              <a:gd name="connsiteX215" fmla="*/ 7889464 w 9920402"/>
              <a:gd name="connsiteY215" fmla="*/ 6235758 h 7535913"/>
              <a:gd name="connsiteX216" fmla="*/ 8170834 w 9920402"/>
              <a:gd name="connsiteY216" fmla="*/ 6157912 h 7535913"/>
              <a:gd name="connsiteX217" fmla="*/ 8127936 w 9920402"/>
              <a:gd name="connsiteY217" fmla="*/ 6200500 h 7535913"/>
              <a:gd name="connsiteX218" fmla="*/ 8099338 w 9920402"/>
              <a:gd name="connsiteY218" fmla="*/ 6224238 h 7535913"/>
              <a:gd name="connsiteX219" fmla="*/ 8093342 w 9920402"/>
              <a:gd name="connsiteY219" fmla="*/ 6223890 h 7535913"/>
              <a:gd name="connsiteX220" fmla="*/ 8090574 w 9920402"/>
              <a:gd name="connsiteY220" fmla="*/ 6230173 h 7535913"/>
              <a:gd name="connsiteX221" fmla="*/ 7865478 w 9920402"/>
              <a:gd name="connsiteY221" fmla="*/ 6301736 h 7535913"/>
              <a:gd name="connsiteX222" fmla="*/ 8072586 w 9920402"/>
              <a:gd name="connsiteY222" fmla="*/ 6283584 h 7535913"/>
              <a:gd name="connsiteX223" fmla="*/ 8090574 w 9920402"/>
              <a:gd name="connsiteY223" fmla="*/ 6230173 h 7535913"/>
              <a:gd name="connsiteX224" fmla="*/ 8093342 w 9920402"/>
              <a:gd name="connsiteY224" fmla="*/ 6229824 h 7535913"/>
              <a:gd name="connsiteX225" fmla="*/ 8099338 w 9920402"/>
              <a:gd name="connsiteY225" fmla="*/ 6224238 h 7535913"/>
              <a:gd name="connsiteX226" fmla="*/ 8290762 w 9920402"/>
              <a:gd name="connsiteY226" fmla="*/ 6241693 h 7535913"/>
              <a:gd name="connsiteX227" fmla="*/ 8296758 w 9920402"/>
              <a:gd name="connsiteY227" fmla="*/ 6259496 h 7535913"/>
              <a:gd name="connsiteX228" fmla="*/ 7638076 w 9920402"/>
              <a:gd name="connsiteY228" fmla="*/ 6504905 h 7535913"/>
              <a:gd name="connsiteX229" fmla="*/ 7638538 w 9920402"/>
              <a:gd name="connsiteY229" fmla="*/ 6500716 h 7535913"/>
              <a:gd name="connsiteX230" fmla="*/ 7644072 w 9920402"/>
              <a:gd name="connsiteY230" fmla="*/ 6498970 h 7535913"/>
              <a:gd name="connsiteX231" fmla="*/ 7638998 w 9920402"/>
              <a:gd name="connsiteY231" fmla="*/ 6499669 h 7535913"/>
              <a:gd name="connsiteX232" fmla="*/ 7653298 w 9920402"/>
              <a:gd name="connsiteY232" fmla="*/ 6441371 h 7535913"/>
              <a:gd name="connsiteX233" fmla="*/ 7673594 w 9920402"/>
              <a:gd name="connsiteY233" fmla="*/ 6355146 h 7535913"/>
              <a:gd name="connsiteX234" fmla="*/ 7344252 w 9920402"/>
              <a:gd name="connsiteY234" fmla="*/ 6516774 h 7535913"/>
              <a:gd name="connsiteX235" fmla="*/ 7350248 w 9920402"/>
              <a:gd name="connsiteY235" fmla="*/ 6534927 h 7535913"/>
              <a:gd name="connsiteX236" fmla="*/ 7638998 w 9920402"/>
              <a:gd name="connsiteY236" fmla="*/ 6499669 h 7535913"/>
              <a:gd name="connsiteX237" fmla="*/ 7638538 w 9920402"/>
              <a:gd name="connsiteY237" fmla="*/ 6500716 h 7535913"/>
              <a:gd name="connsiteX238" fmla="*/ 7226630 w 9920402"/>
              <a:gd name="connsiteY238" fmla="*/ 6673864 h 7535913"/>
              <a:gd name="connsiteX239" fmla="*/ 6805038 w 9920402"/>
              <a:gd name="connsiteY239" fmla="*/ 6840030 h 7535913"/>
              <a:gd name="connsiteX240" fmla="*/ 4876038 w 9920402"/>
              <a:gd name="connsiteY240" fmla="*/ 7516213 h 7535913"/>
              <a:gd name="connsiteX241" fmla="*/ 4720132 w 9920402"/>
              <a:gd name="connsiteY241" fmla="*/ 7534366 h 7535913"/>
              <a:gd name="connsiteX242" fmla="*/ 4852053 w 9920402"/>
              <a:gd name="connsiteY242" fmla="*/ 7378672 h 7535913"/>
              <a:gd name="connsiteX243" fmla="*/ 4678157 w 9920402"/>
              <a:gd name="connsiteY243" fmla="*/ 7342716 h 7535913"/>
              <a:gd name="connsiteX244" fmla="*/ 4894028 w 9920402"/>
              <a:gd name="connsiteY244" fmla="*/ 7163285 h 7535913"/>
              <a:gd name="connsiteX245" fmla="*/ 4816074 w 9920402"/>
              <a:gd name="connsiteY245" fmla="*/ 7103242 h 7535913"/>
              <a:gd name="connsiteX246" fmla="*/ 4636182 w 9920402"/>
              <a:gd name="connsiteY246" fmla="*/ 7223328 h 7535913"/>
              <a:gd name="connsiteX247" fmla="*/ 4612196 w 9920402"/>
              <a:gd name="connsiteY247" fmla="*/ 7198892 h 7535913"/>
              <a:gd name="connsiteX248" fmla="*/ 4642179 w 9920402"/>
              <a:gd name="connsiteY248" fmla="*/ 7115111 h 7535913"/>
              <a:gd name="connsiteX249" fmla="*/ 4552232 w 9920402"/>
              <a:gd name="connsiteY249" fmla="*/ 7115111 h 7535913"/>
              <a:gd name="connsiteX250" fmla="*/ 4810078 w 9920402"/>
              <a:gd name="connsiteY250" fmla="*/ 6827812 h 7535913"/>
              <a:gd name="connsiteX251" fmla="*/ 4786092 w 9920402"/>
              <a:gd name="connsiteY251" fmla="*/ 6804074 h 7535913"/>
              <a:gd name="connsiteX252" fmla="*/ 4384794 w 9920402"/>
              <a:gd name="connsiteY252" fmla="*/ 6929746 h 7535913"/>
              <a:gd name="connsiteX253" fmla="*/ 4366344 w 9920402"/>
              <a:gd name="connsiteY253" fmla="*/ 6887854 h 7535913"/>
              <a:gd name="connsiteX254" fmla="*/ 4882034 w 9920402"/>
              <a:gd name="connsiteY254" fmla="*/ 6564600 h 7535913"/>
              <a:gd name="connsiteX255" fmla="*/ 4869582 w 9920402"/>
              <a:gd name="connsiteY255" fmla="*/ 6534927 h 7535913"/>
              <a:gd name="connsiteX256" fmla="*/ 4426308 w 9920402"/>
              <a:gd name="connsiteY256" fmla="*/ 6696554 h 7535913"/>
              <a:gd name="connsiteX257" fmla="*/ 4438762 w 9920402"/>
              <a:gd name="connsiteY257" fmla="*/ 6726227 h 7535913"/>
              <a:gd name="connsiteX258" fmla="*/ 4498726 w 9920402"/>
              <a:gd name="connsiteY258" fmla="*/ 6738096 h 7535913"/>
              <a:gd name="connsiteX259" fmla="*/ 3953514 w 9920402"/>
              <a:gd name="connsiteY259" fmla="*/ 7025396 h 7535913"/>
              <a:gd name="connsiteX260" fmla="*/ 4510719 w 9920402"/>
              <a:gd name="connsiteY260" fmla="*/ 6929746 h 7535913"/>
              <a:gd name="connsiteX261" fmla="*/ 4516716 w 9920402"/>
              <a:gd name="connsiteY261" fmla="*/ 6965702 h 7535913"/>
              <a:gd name="connsiteX262" fmla="*/ 4378798 w 9920402"/>
              <a:gd name="connsiteY262" fmla="*/ 7037264 h 7535913"/>
              <a:gd name="connsiteX263" fmla="*/ 4240881 w 9920402"/>
              <a:gd name="connsiteY263" fmla="*/ 7103242 h 7535913"/>
              <a:gd name="connsiteX264" fmla="*/ 4132946 w 9920402"/>
              <a:gd name="connsiteY264" fmla="*/ 7187023 h 7535913"/>
              <a:gd name="connsiteX265" fmla="*/ 4240881 w 9920402"/>
              <a:gd name="connsiteY265" fmla="*/ 7229263 h 7535913"/>
              <a:gd name="connsiteX266" fmla="*/ 3593730 w 9920402"/>
              <a:gd name="connsiteY266" fmla="*/ 7486192 h 7535913"/>
              <a:gd name="connsiteX267" fmla="*/ 3833586 w 9920402"/>
              <a:gd name="connsiteY267" fmla="*/ 7396476 h 7535913"/>
              <a:gd name="connsiteX268" fmla="*/ 3713658 w 9920402"/>
              <a:gd name="connsiteY268" fmla="*/ 7342716 h 7535913"/>
              <a:gd name="connsiteX269" fmla="*/ 3899547 w 9920402"/>
              <a:gd name="connsiteY269" fmla="*/ 7241132 h 7535913"/>
              <a:gd name="connsiteX270" fmla="*/ 3521773 w 9920402"/>
              <a:gd name="connsiteY270" fmla="*/ 7241132 h 7535913"/>
              <a:gd name="connsiteX271" fmla="*/ 3504245 w 9920402"/>
              <a:gd name="connsiteY271" fmla="*/ 7210761 h 7535913"/>
              <a:gd name="connsiteX272" fmla="*/ 3689672 w 9920402"/>
              <a:gd name="connsiteY272" fmla="*/ 6995723 h 7535913"/>
              <a:gd name="connsiteX273" fmla="*/ 3419834 w 9920402"/>
              <a:gd name="connsiteY273" fmla="*/ 6995723 h 7535913"/>
              <a:gd name="connsiteX274" fmla="*/ 3402306 w 9920402"/>
              <a:gd name="connsiteY274" fmla="*/ 6953832 h 7535913"/>
              <a:gd name="connsiteX275" fmla="*/ 4300845 w 9920402"/>
              <a:gd name="connsiteY275" fmla="*/ 6606839 h 7535913"/>
              <a:gd name="connsiteX276" fmla="*/ 4288852 w 9920402"/>
              <a:gd name="connsiteY276" fmla="*/ 6576818 h 7535913"/>
              <a:gd name="connsiteX277" fmla="*/ 3204425 w 9920402"/>
              <a:gd name="connsiteY277" fmla="*/ 6738096 h 7535913"/>
              <a:gd name="connsiteX278" fmla="*/ 3348338 w 9920402"/>
              <a:gd name="connsiteY278" fmla="*/ 6600904 h 7535913"/>
              <a:gd name="connsiteX279" fmla="*/ 3330349 w 9920402"/>
              <a:gd name="connsiteY279" fmla="*/ 6564600 h 7535913"/>
              <a:gd name="connsiteX280" fmla="*/ 3090493 w 9920402"/>
              <a:gd name="connsiteY280" fmla="*/ 6564600 h 7535913"/>
              <a:gd name="connsiteX281" fmla="*/ 3078500 w 9920402"/>
              <a:gd name="connsiteY281" fmla="*/ 6528992 h 7535913"/>
              <a:gd name="connsiteX282" fmla="*/ 3204425 w 9920402"/>
              <a:gd name="connsiteY282" fmla="*/ 6457080 h 7535913"/>
              <a:gd name="connsiteX283" fmla="*/ 3007005 w 9920402"/>
              <a:gd name="connsiteY283" fmla="*/ 6367016 h 7535913"/>
              <a:gd name="connsiteX284" fmla="*/ 3013001 w 9920402"/>
              <a:gd name="connsiteY284" fmla="*/ 6331408 h 7535913"/>
              <a:gd name="connsiteX285" fmla="*/ 3096490 w 9920402"/>
              <a:gd name="connsiteY285" fmla="*/ 6283234 h 7535913"/>
              <a:gd name="connsiteX286" fmla="*/ 2988554 w 9920402"/>
              <a:gd name="connsiteY286" fmla="*/ 6157912 h 7535913"/>
              <a:gd name="connsiteX287" fmla="*/ 2689195 w 9920402"/>
              <a:gd name="connsiteY287" fmla="*/ 6361081 h 7535913"/>
              <a:gd name="connsiteX288" fmla="*/ 2695192 w 9920402"/>
              <a:gd name="connsiteY288" fmla="*/ 6379234 h 7535913"/>
              <a:gd name="connsiteX289" fmla="*/ 2856633 w 9920402"/>
              <a:gd name="connsiteY289" fmla="*/ 6331408 h 7535913"/>
              <a:gd name="connsiteX290" fmla="*/ 2862630 w 9920402"/>
              <a:gd name="connsiteY290" fmla="*/ 6343278 h 7535913"/>
              <a:gd name="connsiteX291" fmla="*/ 2737166 w 9920402"/>
              <a:gd name="connsiteY291" fmla="*/ 6415190 h 7535913"/>
              <a:gd name="connsiteX292" fmla="*/ 2904604 w 9920402"/>
              <a:gd name="connsiteY292" fmla="*/ 6451146 h 7535913"/>
              <a:gd name="connsiteX293" fmla="*/ 2473324 w 9920402"/>
              <a:gd name="connsiteY293" fmla="*/ 6690620 h 7535913"/>
              <a:gd name="connsiteX294" fmla="*/ 2479321 w 9920402"/>
              <a:gd name="connsiteY294" fmla="*/ 6708424 h 7535913"/>
              <a:gd name="connsiteX295" fmla="*/ 2539285 w 9920402"/>
              <a:gd name="connsiteY295" fmla="*/ 6696554 h 7535913"/>
              <a:gd name="connsiteX296" fmla="*/ 2587256 w 9920402"/>
              <a:gd name="connsiteY296" fmla="*/ 6678751 h 7535913"/>
              <a:gd name="connsiteX297" fmla="*/ 2599249 w 9920402"/>
              <a:gd name="connsiteY297" fmla="*/ 6708424 h 7535913"/>
              <a:gd name="connsiteX298" fmla="*/ 2365850 w 9920402"/>
              <a:gd name="connsiteY298" fmla="*/ 6810008 h 7535913"/>
              <a:gd name="connsiteX299" fmla="*/ 2359393 w 9920402"/>
              <a:gd name="connsiteY299" fmla="*/ 6684686 h 7535913"/>
              <a:gd name="connsiteX300" fmla="*/ 1700710 w 9920402"/>
              <a:gd name="connsiteY300" fmla="*/ 6875986 h 7535913"/>
              <a:gd name="connsiteX301" fmla="*/ 1994534 w 9920402"/>
              <a:gd name="connsiteY301" fmla="*/ 6660250 h 7535913"/>
              <a:gd name="connsiteX302" fmla="*/ 1982080 w 9920402"/>
              <a:gd name="connsiteY302" fmla="*/ 6618708 h 7535913"/>
              <a:gd name="connsiteX303" fmla="*/ 1808646 w 9920402"/>
              <a:gd name="connsiteY303" fmla="*/ 6504905 h 7535913"/>
              <a:gd name="connsiteX304" fmla="*/ 1754678 w 9920402"/>
              <a:gd name="connsiteY304" fmla="*/ 6504905 h 7535913"/>
              <a:gd name="connsiteX305" fmla="*/ 1730692 w 9920402"/>
              <a:gd name="connsiteY305" fmla="*/ 6576818 h 7535913"/>
              <a:gd name="connsiteX306" fmla="*/ 1652739 w 9920402"/>
              <a:gd name="connsiteY306" fmla="*/ 6654315 h 7535913"/>
              <a:gd name="connsiteX307" fmla="*/ 1640746 w 9920402"/>
              <a:gd name="connsiteY307" fmla="*/ 6534927 h 7535913"/>
              <a:gd name="connsiteX308" fmla="*/ 1844163 w 9920402"/>
              <a:gd name="connsiteY308" fmla="*/ 6349212 h 7535913"/>
              <a:gd name="connsiteX309" fmla="*/ 1820638 w 9920402"/>
              <a:gd name="connsiteY309" fmla="*/ 6313605 h 7535913"/>
              <a:gd name="connsiteX310" fmla="*/ 1640746 w 9920402"/>
              <a:gd name="connsiteY310" fmla="*/ 6319540 h 7535913"/>
              <a:gd name="connsiteX311" fmla="*/ 1634750 w 9920402"/>
              <a:gd name="connsiteY311" fmla="*/ 6301736 h 7535913"/>
              <a:gd name="connsiteX312" fmla="*/ 1964091 w 9920402"/>
              <a:gd name="connsiteY312" fmla="*/ 6199454 h 7535913"/>
              <a:gd name="connsiteX313" fmla="*/ 1964091 w 9920402"/>
              <a:gd name="connsiteY313" fmla="*/ 6181650 h 7535913"/>
              <a:gd name="connsiteX314" fmla="*/ 1868610 w 9920402"/>
              <a:gd name="connsiteY314" fmla="*/ 6181650 h 7535913"/>
              <a:gd name="connsiteX315" fmla="*/ 1862613 w 9920402"/>
              <a:gd name="connsiteY315" fmla="*/ 6157912 h 7535913"/>
              <a:gd name="connsiteX316" fmla="*/ 2275904 w 9920402"/>
              <a:gd name="connsiteY316" fmla="*/ 5918786 h 7535913"/>
              <a:gd name="connsiteX317" fmla="*/ 1718700 w 9920402"/>
              <a:gd name="connsiteY317" fmla="*/ 6169781 h 7535913"/>
              <a:gd name="connsiteX318" fmla="*/ 1646743 w 9920402"/>
              <a:gd name="connsiteY318" fmla="*/ 6181650 h 7535913"/>
              <a:gd name="connsiteX319" fmla="*/ 1508825 w 9920402"/>
              <a:gd name="connsiteY319" fmla="*/ 6193519 h 7535913"/>
              <a:gd name="connsiteX320" fmla="*/ 1437330 w 9920402"/>
              <a:gd name="connsiteY320" fmla="*/ 6133824 h 7535913"/>
              <a:gd name="connsiteX321" fmla="*/ 1299412 w 9920402"/>
              <a:gd name="connsiteY321" fmla="*/ 6169781 h 7535913"/>
              <a:gd name="connsiteX322" fmla="*/ 1245445 w 9920402"/>
              <a:gd name="connsiteY322" fmla="*/ 6061912 h 7535913"/>
              <a:gd name="connsiteX323" fmla="*/ 1305409 w 9920402"/>
              <a:gd name="connsiteY323" fmla="*/ 6008153 h 7535913"/>
              <a:gd name="connsiteX324" fmla="*/ 1526814 w 9920402"/>
              <a:gd name="connsiteY324" fmla="*/ 5840940 h 7535913"/>
              <a:gd name="connsiteX325" fmla="*/ 1305409 w 9920402"/>
              <a:gd name="connsiteY325" fmla="*/ 6008153 h 7535913"/>
              <a:gd name="connsiteX326" fmla="*/ 1185481 w 9920402"/>
              <a:gd name="connsiteY326" fmla="*/ 6026306 h 7535913"/>
              <a:gd name="connsiteX327" fmla="*/ 1557258 w 9920402"/>
              <a:gd name="connsiteY327" fmla="*/ 5739006 h 7535913"/>
              <a:gd name="connsiteX328" fmla="*/ 1245445 w 9920402"/>
              <a:gd name="connsiteY328" fmla="*/ 5673028 h 7535913"/>
              <a:gd name="connsiteX329" fmla="*/ 1796192 w 9920402"/>
              <a:gd name="connsiteY329" fmla="*/ 5331970 h 7535913"/>
              <a:gd name="connsiteX330" fmla="*/ 1778664 w 9920402"/>
              <a:gd name="connsiteY330" fmla="*/ 5290079 h 7535913"/>
              <a:gd name="connsiteX331" fmla="*/ 1646743 w 9920402"/>
              <a:gd name="connsiteY331" fmla="*/ 5343838 h 7535913"/>
              <a:gd name="connsiteX332" fmla="*/ 1358915 w 9920402"/>
              <a:gd name="connsiteY332" fmla="*/ 5487663 h 7535913"/>
              <a:gd name="connsiteX333" fmla="*/ 1143506 w 9920402"/>
              <a:gd name="connsiteY333" fmla="*/ 5744940 h 7535913"/>
              <a:gd name="connsiteX334" fmla="*/ 1161495 w 9920402"/>
              <a:gd name="connsiteY334" fmla="*/ 5673028 h 7535913"/>
              <a:gd name="connsiteX335" fmla="*/ 1497294 w 9920402"/>
              <a:gd name="connsiteY335" fmla="*/ 5326035 h 7535913"/>
              <a:gd name="connsiteX336" fmla="*/ 1538807 w 9920402"/>
              <a:gd name="connsiteY336" fmla="*/ 5254123 h 7535913"/>
              <a:gd name="connsiteX337" fmla="*/ 1448861 w 9920402"/>
              <a:gd name="connsiteY337" fmla="*/ 5242254 h 7535913"/>
              <a:gd name="connsiteX338" fmla="*/ 1323398 w 9920402"/>
              <a:gd name="connsiteY338" fmla="*/ 5301948 h 7535913"/>
              <a:gd name="connsiteX339" fmla="*/ 1317402 w 9920402"/>
              <a:gd name="connsiteY339" fmla="*/ 5296014 h 7535913"/>
              <a:gd name="connsiteX340" fmla="*/ 1317402 w 9920402"/>
              <a:gd name="connsiteY340" fmla="*/ 5182560 h 7535913"/>
              <a:gd name="connsiteX341" fmla="*/ 1383362 w 9920402"/>
              <a:gd name="connsiteY341" fmla="*/ 5050605 h 7535913"/>
              <a:gd name="connsiteX342" fmla="*/ 1197473 w 9920402"/>
              <a:gd name="connsiteY342" fmla="*/ 5098779 h 7535913"/>
              <a:gd name="connsiteX343" fmla="*/ 1143506 w 9920402"/>
              <a:gd name="connsiteY343" fmla="*/ 5026867 h 7535913"/>
              <a:gd name="connsiteX344" fmla="*/ 466373 w 9920402"/>
              <a:gd name="connsiteY344" fmla="*/ 5128452 h 7535913"/>
              <a:gd name="connsiteX345" fmla="*/ 454380 w 9920402"/>
              <a:gd name="connsiteY345" fmla="*/ 5098779 h 7535913"/>
              <a:gd name="connsiteX346" fmla="*/ 574308 w 9920402"/>
              <a:gd name="connsiteY346" fmla="*/ 5050605 h 7535913"/>
              <a:gd name="connsiteX347" fmla="*/ 676247 w 9920402"/>
              <a:gd name="connsiteY347" fmla="*/ 5014998 h 7535913"/>
              <a:gd name="connsiteX348" fmla="*/ 664254 w 9920402"/>
              <a:gd name="connsiteY348" fmla="*/ 4757371 h 7535913"/>
              <a:gd name="connsiteX349" fmla="*/ 574308 w 9920402"/>
              <a:gd name="connsiteY349" fmla="*/ 4787393 h 7535913"/>
              <a:gd name="connsiteX350" fmla="*/ 532333 w 9920402"/>
              <a:gd name="connsiteY350" fmla="*/ 4548267 h 7535913"/>
              <a:gd name="connsiteX351" fmla="*/ 394416 w 9920402"/>
              <a:gd name="connsiteY351" fmla="*/ 4697677 h 7535913"/>
              <a:gd name="connsiteX352" fmla="*/ 214985 w 9920402"/>
              <a:gd name="connsiteY352" fmla="*/ 4649852 h 7535913"/>
              <a:gd name="connsiteX353" fmla="*/ 502351 w 9920402"/>
              <a:gd name="connsiteY353" fmla="*/ 4554202 h 7535913"/>
              <a:gd name="connsiteX354" fmla="*/ 496816 w 9920402"/>
              <a:gd name="connsiteY354" fmla="*/ 4530115 h 7535913"/>
              <a:gd name="connsiteX355" fmla="*/ 143028 w 9920402"/>
              <a:gd name="connsiteY355" fmla="*/ 4500093 h 7535913"/>
              <a:gd name="connsiteX356" fmla="*/ 125039 w 9920402"/>
              <a:gd name="connsiteY356" fmla="*/ 4350684 h 7535913"/>
              <a:gd name="connsiteX357" fmla="*/ 220982 w 9920402"/>
              <a:gd name="connsiteY357" fmla="*/ 4129013 h 7535913"/>
              <a:gd name="connsiteX358" fmla="*/ 580305 w 9920402"/>
              <a:gd name="connsiteY358" fmla="*/ 3806106 h 7535913"/>
              <a:gd name="connsiteX359" fmla="*/ 442387 w 9920402"/>
              <a:gd name="connsiteY359" fmla="*/ 3782368 h 7535913"/>
              <a:gd name="connsiteX360" fmla="*/ 424859 w 9920402"/>
              <a:gd name="connsiteY360" fmla="*/ 3740129 h 7535913"/>
              <a:gd name="connsiteX361" fmla="*/ 1011585 w 9920402"/>
              <a:gd name="connsiteY361" fmla="*/ 3237442 h 7535913"/>
              <a:gd name="connsiteX362" fmla="*/ 981603 w 9920402"/>
              <a:gd name="connsiteY362" fmla="*/ 3201486 h 7535913"/>
              <a:gd name="connsiteX363" fmla="*/ 382885 w 9920402"/>
              <a:gd name="connsiteY363" fmla="*/ 3704522 h 7535913"/>
              <a:gd name="connsiteX364" fmla="*/ 382885 w 9920402"/>
              <a:gd name="connsiteY364" fmla="*/ 3668217 h 7535913"/>
              <a:gd name="connsiteX365" fmla="*/ 202992 w 9920402"/>
              <a:gd name="connsiteY365" fmla="*/ 3919560 h 7535913"/>
              <a:gd name="connsiteX366" fmla="*/ 202992 w 9920402"/>
              <a:gd name="connsiteY366" fmla="*/ 3997406 h 7535913"/>
              <a:gd name="connsiteX367" fmla="*/ 35093 w 9920402"/>
              <a:gd name="connsiteY367" fmla="*/ 4243165 h 7535913"/>
              <a:gd name="connsiteX368" fmla="*/ 59079 w 9920402"/>
              <a:gd name="connsiteY368" fmla="*/ 3800172 h 7535913"/>
              <a:gd name="connsiteX369" fmla="*/ 173010 w 9920402"/>
              <a:gd name="connsiteY369" fmla="*/ 3548828 h 7535913"/>
              <a:gd name="connsiteX370" fmla="*/ 370892 w 9920402"/>
              <a:gd name="connsiteY370" fmla="*/ 3207420 h 7535913"/>
              <a:gd name="connsiteX371" fmla="*/ 418402 w 9920402"/>
              <a:gd name="connsiteY371" fmla="*/ 3159595 h 7535913"/>
              <a:gd name="connsiteX372" fmla="*/ 814165 w 9920402"/>
              <a:gd name="connsiteY372" fmla="*/ 2764777 h 7535913"/>
              <a:gd name="connsiteX373" fmla="*/ 826157 w 9920402"/>
              <a:gd name="connsiteY373" fmla="*/ 2633170 h 7535913"/>
              <a:gd name="connsiteX374" fmla="*/ 1286958 w 9920402"/>
              <a:gd name="connsiteY374" fmla="*/ 1998528 h 7535913"/>
              <a:gd name="connsiteX375" fmla="*/ 2341865 w 9920402"/>
              <a:gd name="connsiteY375" fmla="*/ 1370519 h 7535913"/>
              <a:gd name="connsiteX376" fmla="*/ 3527770 w 9920402"/>
              <a:gd name="connsiteY376" fmla="*/ 861549 h 7535913"/>
              <a:gd name="connsiteX377" fmla="*/ 3653694 w 9920402"/>
              <a:gd name="connsiteY377" fmla="*/ 849680 h 7535913"/>
              <a:gd name="connsiteX378" fmla="*/ 3504245 w 9920402"/>
              <a:gd name="connsiteY378" fmla="*/ 927527 h 7535913"/>
              <a:gd name="connsiteX379" fmla="*/ 3809601 w 9920402"/>
              <a:gd name="connsiteY379" fmla="*/ 897854 h 7535913"/>
              <a:gd name="connsiteX380" fmla="*/ 4001486 w 9920402"/>
              <a:gd name="connsiteY380" fmla="*/ 820008 h 7535913"/>
              <a:gd name="connsiteX381" fmla="*/ 4528247 w 9920402"/>
              <a:gd name="connsiteY381" fmla="*/ 592402 h 7535913"/>
              <a:gd name="connsiteX382" fmla="*/ 4936002 w 9920402"/>
              <a:gd name="connsiteY382" fmla="*/ 508970 h 7535913"/>
              <a:gd name="connsiteX383" fmla="*/ 5229366 w 9920402"/>
              <a:gd name="connsiteY383" fmla="*/ 454862 h 7535913"/>
              <a:gd name="connsiteX384" fmla="*/ 5912494 w 9920402"/>
              <a:gd name="connsiteY384" fmla="*/ 287300 h 7535913"/>
              <a:gd name="connsiteX385" fmla="*/ 6074398 w 9920402"/>
              <a:gd name="connsiteY385" fmla="*/ 316972 h 7535913"/>
              <a:gd name="connsiteX386" fmla="*/ 6331782 w 9920402"/>
              <a:gd name="connsiteY386" fmla="*/ 316972 h 7535913"/>
              <a:gd name="connsiteX387" fmla="*/ 6247832 w 9920402"/>
              <a:gd name="connsiteY387" fmla="*/ 382949 h 7535913"/>
              <a:gd name="connsiteX388" fmla="*/ 6259826 w 9920402"/>
              <a:gd name="connsiteY388" fmla="*/ 400753 h 7535913"/>
              <a:gd name="connsiteX389" fmla="*/ 6924966 w 9920402"/>
              <a:gd name="connsiteY389" fmla="*/ 167562 h 7535913"/>
              <a:gd name="connsiteX390" fmla="*/ 6936496 w 9920402"/>
              <a:gd name="connsiteY390" fmla="*/ 197584 h 7535913"/>
              <a:gd name="connsiteX391" fmla="*/ 6271818 w 9920402"/>
              <a:gd name="connsiteY391" fmla="*/ 454862 h 7535913"/>
              <a:gd name="connsiteX392" fmla="*/ 6373296 w 9920402"/>
              <a:gd name="connsiteY392" fmla="*/ 532708 h 7535913"/>
              <a:gd name="connsiteX393" fmla="*/ 6523666 w 9920402"/>
              <a:gd name="connsiteY393" fmla="*/ 431124 h 7535913"/>
              <a:gd name="connsiteX394" fmla="*/ 6613152 w 9920402"/>
              <a:gd name="connsiteY394" fmla="*/ 394818 h 7535913"/>
              <a:gd name="connsiteX395" fmla="*/ 6882990 w 9920402"/>
              <a:gd name="connsiteY395" fmla="*/ 365146 h 7535913"/>
              <a:gd name="connsiteX396" fmla="*/ 7212330 w 9920402"/>
              <a:gd name="connsiteY396" fmla="*/ 257278 h 7535913"/>
              <a:gd name="connsiteX397" fmla="*/ 7655604 w 9920402"/>
              <a:gd name="connsiteY397" fmla="*/ 42240 h 7535913"/>
              <a:gd name="connsiteX398" fmla="*/ 7727562 w 9920402"/>
              <a:gd name="connsiteY398" fmla="*/ 23738 h 7535913"/>
              <a:gd name="connsiteX399" fmla="*/ 7655604 w 9920402"/>
              <a:gd name="connsiteY399" fmla="*/ 113453 h 7535913"/>
              <a:gd name="connsiteX400" fmla="*/ 8188822 w 9920402"/>
              <a:gd name="connsiteY400" fmla="*/ 0 h 753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9920402" h="7535913">
                <a:moveTo>
                  <a:pt x="8164838" y="2884514"/>
                </a:moveTo>
                <a:lnTo>
                  <a:pt x="8169912" y="2892194"/>
                </a:lnTo>
                <a:lnTo>
                  <a:pt x="8147770" y="2895685"/>
                </a:lnTo>
                <a:close/>
                <a:moveTo>
                  <a:pt x="8344730" y="2800733"/>
                </a:moveTo>
                <a:cubicBezTo>
                  <a:pt x="8428678" y="2806667"/>
                  <a:pt x="8512630" y="2812602"/>
                  <a:pt x="8602574" y="2818536"/>
                </a:cubicBezTo>
                <a:cubicBezTo>
                  <a:pt x="8488642" y="2974230"/>
                  <a:pt x="8314748" y="2974230"/>
                  <a:pt x="8147310" y="3034273"/>
                </a:cubicBezTo>
                <a:cubicBezTo>
                  <a:pt x="8165298" y="2980164"/>
                  <a:pt x="8170834" y="2950143"/>
                  <a:pt x="8182826" y="2914186"/>
                </a:cubicBezTo>
                <a:lnTo>
                  <a:pt x="8169912" y="2892194"/>
                </a:lnTo>
                <a:lnTo>
                  <a:pt x="8254784" y="2878580"/>
                </a:lnTo>
                <a:cubicBezTo>
                  <a:pt x="8290762" y="2872645"/>
                  <a:pt x="8320744" y="2824820"/>
                  <a:pt x="8344730" y="2800733"/>
                </a:cubicBezTo>
                <a:close/>
                <a:moveTo>
                  <a:pt x="8188822" y="0"/>
                </a:moveTo>
                <a:cubicBezTo>
                  <a:pt x="8194820" y="11869"/>
                  <a:pt x="8201278" y="24087"/>
                  <a:pt x="8201278" y="42240"/>
                </a:cubicBezTo>
                <a:cubicBezTo>
                  <a:pt x="8141314" y="54109"/>
                  <a:pt x="8075352" y="71912"/>
                  <a:pt x="8015388" y="83781"/>
                </a:cubicBezTo>
                <a:cubicBezTo>
                  <a:pt x="7937434" y="101584"/>
                  <a:pt x="7865478" y="113803"/>
                  <a:pt x="7793522" y="137890"/>
                </a:cubicBezTo>
                <a:cubicBezTo>
                  <a:pt x="7685586" y="167562"/>
                  <a:pt x="7584108" y="203518"/>
                  <a:pt x="7476174" y="227256"/>
                </a:cubicBezTo>
                <a:cubicBezTo>
                  <a:pt x="7242314" y="275431"/>
                  <a:pt x="7020908" y="388884"/>
                  <a:pt x="6787048" y="460796"/>
                </a:cubicBezTo>
                <a:cubicBezTo>
                  <a:pt x="6703098" y="484883"/>
                  <a:pt x="6643134" y="586468"/>
                  <a:pt x="6523666" y="532708"/>
                </a:cubicBezTo>
                <a:cubicBezTo>
                  <a:pt x="6499682" y="520490"/>
                  <a:pt x="6427724" y="598337"/>
                  <a:pt x="6385750" y="634293"/>
                </a:cubicBezTo>
                <a:cubicBezTo>
                  <a:pt x="6415732" y="676184"/>
                  <a:pt x="6439718" y="712139"/>
                  <a:pt x="6469698" y="748096"/>
                </a:cubicBezTo>
                <a:cubicBezTo>
                  <a:pt x="6415732" y="778117"/>
                  <a:pt x="6379754" y="801855"/>
                  <a:pt x="6337778" y="820008"/>
                </a:cubicBezTo>
                <a:cubicBezTo>
                  <a:pt x="6343774" y="831877"/>
                  <a:pt x="6349770" y="843746"/>
                  <a:pt x="6355768" y="855615"/>
                </a:cubicBezTo>
                <a:cubicBezTo>
                  <a:pt x="6481692" y="807789"/>
                  <a:pt x="6613152" y="765899"/>
                  <a:pt x="6745072" y="724008"/>
                </a:cubicBezTo>
                <a:cubicBezTo>
                  <a:pt x="6751070" y="729943"/>
                  <a:pt x="6751530" y="742161"/>
                  <a:pt x="6757526" y="748096"/>
                </a:cubicBezTo>
                <a:cubicBezTo>
                  <a:pt x="6685570" y="795920"/>
                  <a:pt x="6613152" y="837811"/>
                  <a:pt x="6541194" y="885985"/>
                </a:cubicBezTo>
                <a:cubicBezTo>
                  <a:pt x="6547192" y="891920"/>
                  <a:pt x="6547192" y="897505"/>
                  <a:pt x="6553188" y="909723"/>
                </a:cubicBezTo>
                <a:cubicBezTo>
                  <a:pt x="6637138" y="873767"/>
                  <a:pt x="6721086" y="844095"/>
                  <a:pt x="6805038" y="808138"/>
                </a:cubicBezTo>
                <a:cubicBezTo>
                  <a:pt x="6811034" y="820008"/>
                  <a:pt x="6817030" y="831877"/>
                  <a:pt x="6817030" y="837811"/>
                </a:cubicBezTo>
                <a:cubicBezTo>
                  <a:pt x="6571638" y="1023177"/>
                  <a:pt x="6241836" y="1005373"/>
                  <a:pt x="5983990" y="1154783"/>
                </a:cubicBezTo>
                <a:cubicBezTo>
                  <a:pt x="5983990" y="1172935"/>
                  <a:pt x="5983990" y="1185153"/>
                  <a:pt x="5983990" y="1197022"/>
                </a:cubicBezTo>
                <a:cubicBezTo>
                  <a:pt x="6091926" y="1197022"/>
                  <a:pt x="6206318" y="1214826"/>
                  <a:pt x="6313792" y="1197022"/>
                </a:cubicBezTo>
                <a:cubicBezTo>
                  <a:pt x="6427724" y="1178870"/>
                  <a:pt x="6565642" y="1191088"/>
                  <a:pt x="6643594" y="1059133"/>
                </a:cubicBezTo>
                <a:cubicBezTo>
                  <a:pt x="6655588" y="1035395"/>
                  <a:pt x="6691106" y="1023177"/>
                  <a:pt x="6715090" y="1017242"/>
                </a:cubicBezTo>
                <a:cubicBezTo>
                  <a:pt x="6942954" y="939396"/>
                  <a:pt x="7164822" y="861549"/>
                  <a:pt x="7392224" y="783702"/>
                </a:cubicBezTo>
                <a:cubicBezTo>
                  <a:pt x="7410212" y="777768"/>
                  <a:pt x="7428202" y="777768"/>
                  <a:pt x="7452188" y="795571"/>
                </a:cubicBezTo>
                <a:cubicBezTo>
                  <a:pt x="7362242" y="825593"/>
                  <a:pt x="7272296" y="861898"/>
                  <a:pt x="7182350" y="891920"/>
                </a:cubicBezTo>
                <a:cubicBezTo>
                  <a:pt x="7188346" y="903789"/>
                  <a:pt x="7188806" y="915658"/>
                  <a:pt x="7194802" y="927527"/>
                </a:cubicBezTo>
                <a:cubicBezTo>
                  <a:pt x="7338256" y="879702"/>
                  <a:pt x="7481708" y="825593"/>
                  <a:pt x="7625622" y="777768"/>
                </a:cubicBezTo>
                <a:cubicBezTo>
                  <a:pt x="7625622" y="771833"/>
                  <a:pt x="7619626" y="759965"/>
                  <a:pt x="7619626" y="754030"/>
                </a:cubicBezTo>
                <a:cubicBezTo>
                  <a:pt x="7589644" y="759965"/>
                  <a:pt x="7560122" y="765899"/>
                  <a:pt x="7524144" y="771833"/>
                </a:cubicBezTo>
                <a:cubicBezTo>
                  <a:pt x="7745550" y="670249"/>
                  <a:pt x="7990942" y="652096"/>
                  <a:pt x="8188822" y="484534"/>
                </a:cubicBezTo>
                <a:cubicBezTo>
                  <a:pt x="8056902" y="526425"/>
                  <a:pt x="7925442" y="568664"/>
                  <a:pt x="7787526" y="610555"/>
                </a:cubicBezTo>
                <a:cubicBezTo>
                  <a:pt x="7793522" y="592402"/>
                  <a:pt x="7799518" y="568315"/>
                  <a:pt x="7805514" y="544577"/>
                </a:cubicBezTo>
                <a:cubicBezTo>
                  <a:pt x="7733558" y="586468"/>
                  <a:pt x="7661600" y="664315"/>
                  <a:pt x="7596102" y="658380"/>
                </a:cubicBezTo>
                <a:cubicBezTo>
                  <a:pt x="7410212" y="652446"/>
                  <a:pt x="7248310" y="712139"/>
                  <a:pt x="7080872" y="771833"/>
                </a:cubicBezTo>
                <a:cubicBezTo>
                  <a:pt x="7068878" y="777768"/>
                  <a:pt x="7044432" y="771833"/>
                  <a:pt x="7044432" y="771833"/>
                </a:cubicBezTo>
                <a:cubicBezTo>
                  <a:pt x="7182350" y="520490"/>
                  <a:pt x="7446190" y="490818"/>
                  <a:pt x="7704036" y="448927"/>
                </a:cubicBezTo>
                <a:cubicBezTo>
                  <a:pt x="7650070" y="478949"/>
                  <a:pt x="7596102" y="508621"/>
                  <a:pt x="7536138" y="532708"/>
                </a:cubicBezTo>
                <a:cubicBezTo>
                  <a:pt x="7476174" y="556446"/>
                  <a:pt x="7416210" y="574599"/>
                  <a:pt x="7362242" y="616489"/>
                </a:cubicBezTo>
                <a:cubicBezTo>
                  <a:pt x="7452188" y="592402"/>
                  <a:pt x="7535676" y="568315"/>
                  <a:pt x="7625622" y="544577"/>
                </a:cubicBezTo>
                <a:cubicBezTo>
                  <a:pt x="7721564" y="520490"/>
                  <a:pt x="7817506" y="496752"/>
                  <a:pt x="7907454" y="460796"/>
                </a:cubicBezTo>
                <a:cubicBezTo>
                  <a:pt x="7991402" y="424840"/>
                  <a:pt x="8069356" y="371081"/>
                  <a:pt x="8158842" y="347343"/>
                </a:cubicBezTo>
                <a:cubicBezTo>
                  <a:pt x="8141314" y="377015"/>
                  <a:pt x="8117328" y="412971"/>
                  <a:pt x="8069356" y="472665"/>
                </a:cubicBezTo>
                <a:cubicBezTo>
                  <a:pt x="8189284" y="454862"/>
                  <a:pt x="8266776" y="436709"/>
                  <a:pt x="8362718" y="418556"/>
                </a:cubicBezTo>
                <a:cubicBezTo>
                  <a:pt x="8326740" y="442644"/>
                  <a:pt x="8302754" y="460796"/>
                  <a:pt x="8272774" y="478599"/>
                </a:cubicBezTo>
                <a:cubicBezTo>
                  <a:pt x="8308750" y="478599"/>
                  <a:pt x="8332738" y="484534"/>
                  <a:pt x="8362718" y="484534"/>
                </a:cubicBezTo>
                <a:cubicBezTo>
                  <a:pt x="8356722" y="484534"/>
                  <a:pt x="8356722" y="484534"/>
                  <a:pt x="8356722" y="484534"/>
                </a:cubicBezTo>
                <a:cubicBezTo>
                  <a:pt x="8446670" y="496403"/>
                  <a:pt x="8530158" y="508621"/>
                  <a:pt x="8626100" y="520839"/>
                </a:cubicBezTo>
                <a:cubicBezTo>
                  <a:pt x="8626100" y="544577"/>
                  <a:pt x="8626100" y="574599"/>
                  <a:pt x="8626100" y="622424"/>
                </a:cubicBezTo>
                <a:cubicBezTo>
                  <a:pt x="8662078" y="616489"/>
                  <a:pt x="8698056" y="616489"/>
                  <a:pt x="8728038" y="610555"/>
                </a:cubicBezTo>
                <a:cubicBezTo>
                  <a:pt x="8734034" y="616489"/>
                  <a:pt x="8734034" y="622424"/>
                  <a:pt x="8734034" y="628358"/>
                </a:cubicBezTo>
                <a:cubicBezTo>
                  <a:pt x="8686064" y="652096"/>
                  <a:pt x="8632096" y="682118"/>
                  <a:pt x="8566134" y="712139"/>
                </a:cubicBezTo>
                <a:cubicBezTo>
                  <a:pt x="8656082" y="735877"/>
                  <a:pt x="8728038" y="748096"/>
                  <a:pt x="8817986" y="765899"/>
                </a:cubicBezTo>
                <a:cubicBezTo>
                  <a:pt x="8823982" y="784051"/>
                  <a:pt x="8823982" y="819658"/>
                  <a:pt x="8835974" y="849680"/>
                </a:cubicBezTo>
                <a:cubicBezTo>
                  <a:pt x="8871952" y="939396"/>
                  <a:pt x="8823982" y="945330"/>
                  <a:pt x="8752024" y="945330"/>
                </a:cubicBezTo>
                <a:cubicBezTo>
                  <a:pt x="8692060" y="945330"/>
                  <a:pt x="8632558" y="945330"/>
                  <a:pt x="8578590" y="945330"/>
                </a:cubicBezTo>
                <a:cubicBezTo>
                  <a:pt x="8560600" y="915309"/>
                  <a:pt x="8542610" y="873767"/>
                  <a:pt x="8518626" y="831877"/>
                </a:cubicBezTo>
                <a:cubicBezTo>
                  <a:pt x="8452666" y="909723"/>
                  <a:pt x="8404694" y="963483"/>
                  <a:pt x="8338734" y="1041330"/>
                </a:cubicBezTo>
                <a:cubicBezTo>
                  <a:pt x="8422682" y="1029460"/>
                  <a:pt x="8482646" y="1023177"/>
                  <a:pt x="8542610" y="1011308"/>
                </a:cubicBezTo>
                <a:cubicBezTo>
                  <a:pt x="8548608" y="1023177"/>
                  <a:pt x="8548608" y="1029460"/>
                  <a:pt x="8548608" y="1035395"/>
                </a:cubicBezTo>
                <a:cubicBezTo>
                  <a:pt x="8374712" y="1125110"/>
                  <a:pt x="8200816" y="1214826"/>
                  <a:pt x="8033378" y="1298607"/>
                </a:cubicBezTo>
                <a:cubicBezTo>
                  <a:pt x="8027382" y="1334563"/>
                  <a:pt x="8027382" y="1376454"/>
                  <a:pt x="8021386" y="1412410"/>
                </a:cubicBezTo>
                <a:cubicBezTo>
                  <a:pt x="8075352" y="1400541"/>
                  <a:pt x="8135316" y="1382388"/>
                  <a:pt x="8201278" y="1364585"/>
                </a:cubicBezTo>
                <a:cubicBezTo>
                  <a:pt x="8207274" y="1376454"/>
                  <a:pt x="8213270" y="1382388"/>
                  <a:pt x="8213270" y="1394257"/>
                </a:cubicBezTo>
                <a:cubicBezTo>
                  <a:pt x="8189284" y="1412061"/>
                  <a:pt x="8159302" y="1436148"/>
                  <a:pt x="8135316" y="1454300"/>
                </a:cubicBezTo>
                <a:cubicBezTo>
                  <a:pt x="8135316" y="1460235"/>
                  <a:pt x="8135316" y="1466169"/>
                  <a:pt x="8141314" y="1472104"/>
                </a:cubicBezTo>
                <a:cubicBezTo>
                  <a:pt x="8195280" y="1453951"/>
                  <a:pt x="8254784" y="1436497"/>
                  <a:pt x="8314748" y="1418344"/>
                </a:cubicBezTo>
                <a:cubicBezTo>
                  <a:pt x="8314748" y="1424279"/>
                  <a:pt x="8321206" y="1430213"/>
                  <a:pt x="8321206" y="1436148"/>
                </a:cubicBezTo>
                <a:cubicBezTo>
                  <a:pt x="8267238" y="1460235"/>
                  <a:pt x="8218806" y="1484322"/>
                  <a:pt x="8182826" y="1508060"/>
                </a:cubicBezTo>
                <a:cubicBezTo>
                  <a:pt x="8194820" y="1544016"/>
                  <a:pt x="8195280" y="1591841"/>
                  <a:pt x="8213270" y="1603710"/>
                </a:cubicBezTo>
                <a:cubicBezTo>
                  <a:pt x="8254784" y="1621863"/>
                  <a:pt x="8302754" y="1615579"/>
                  <a:pt x="8374712" y="1627448"/>
                </a:cubicBezTo>
                <a:cubicBezTo>
                  <a:pt x="8278770" y="1675622"/>
                  <a:pt x="8200816" y="1711578"/>
                  <a:pt x="8116866" y="1753469"/>
                </a:cubicBezTo>
                <a:cubicBezTo>
                  <a:pt x="8092880" y="1687491"/>
                  <a:pt x="8074892" y="1633732"/>
                  <a:pt x="8045370" y="1549950"/>
                </a:cubicBezTo>
                <a:cubicBezTo>
                  <a:pt x="7949428" y="1597775"/>
                  <a:pt x="7847490" y="1651535"/>
                  <a:pt x="7739554" y="1711229"/>
                </a:cubicBezTo>
                <a:cubicBezTo>
                  <a:pt x="7721564" y="1585557"/>
                  <a:pt x="7823504" y="1609994"/>
                  <a:pt x="7877470" y="1579972"/>
                </a:cubicBezTo>
                <a:cubicBezTo>
                  <a:pt x="7930978" y="1544016"/>
                  <a:pt x="7996938" y="1526212"/>
                  <a:pt x="8056902" y="1496191"/>
                </a:cubicBezTo>
                <a:cubicBezTo>
                  <a:pt x="8056902" y="1484322"/>
                  <a:pt x="8051366" y="1472104"/>
                  <a:pt x="8045370" y="1460235"/>
                </a:cubicBezTo>
                <a:cubicBezTo>
                  <a:pt x="7913450" y="1502125"/>
                  <a:pt x="7781528" y="1544016"/>
                  <a:pt x="7650070" y="1585906"/>
                </a:cubicBezTo>
                <a:cubicBezTo>
                  <a:pt x="7644072" y="1496191"/>
                  <a:pt x="7644072" y="1495842"/>
                  <a:pt x="7895460" y="1406126"/>
                </a:cubicBezTo>
                <a:cubicBezTo>
                  <a:pt x="7841492" y="1412061"/>
                  <a:pt x="7781528" y="1424279"/>
                  <a:pt x="7721564" y="1436148"/>
                </a:cubicBezTo>
                <a:cubicBezTo>
                  <a:pt x="7745550" y="1412410"/>
                  <a:pt x="7763540" y="1388323"/>
                  <a:pt x="7787526" y="1364585"/>
                </a:cubicBezTo>
                <a:cubicBezTo>
                  <a:pt x="7781528" y="1358650"/>
                  <a:pt x="7775532" y="1346781"/>
                  <a:pt x="7769536" y="1340498"/>
                </a:cubicBezTo>
                <a:cubicBezTo>
                  <a:pt x="7596102" y="1412410"/>
                  <a:pt x="7416210" y="1483973"/>
                  <a:pt x="7224324" y="1561819"/>
                </a:cubicBezTo>
                <a:cubicBezTo>
                  <a:pt x="7308274" y="1621513"/>
                  <a:pt x="7368238" y="1663753"/>
                  <a:pt x="7434198" y="1717513"/>
                </a:cubicBezTo>
                <a:cubicBezTo>
                  <a:pt x="7314270" y="1723796"/>
                  <a:pt x="7320266" y="1891009"/>
                  <a:pt x="7206796" y="1938834"/>
                </a:cubicBezTo>
                <a:cubicBezTo>
                  <a:pt x="7266298" y="1914747"/>
                  <a:pt x="7326262" y="1891009"/>
                  <a:pt x="7386226" y="1866922"/>
                </a:cubicBezTo>
                <a:cubicBezTo>
                  <a:pt x="7392224" y="1878791"/>
                  <a:pt x="7392224" y="1885075"/>
                  <a:pt x="7398220" y="1891009"/>
                </a:cubicBezTo>
                <a:cubicBezTo>
                  <a:pt x="7278292" y="1956987"/>
                  <a:pt x="7164360" y="2016681"/>
                  <a:pt x="7050428" y="2082310"/>
                </a:cubicBezTo>
                <a:cubicBezTo>
                  <a:pt x="7044432" y="2088244"/>
                  <a:pt x="7050428" y="2112331"/>
                  <a:pt x="7056424" y="2136418"/>
                </a:cubicBezTo>
                <a:cubicBezTo>
                  <a:pt x="7002458" y="2136418"/>
                  <a:pt x="6954946" y="2130484"/>
                  <a:pt x="6894982" y="2124549"/>
                </a:cubicBezTo>
                <a:cubicBezTo>
                  <a:pt x="6841014" y="2220199"/>
                  <a:pt x="6673116" y="2268024"/>
                  <a:pt x="6745072" y="2447456"/>
                </a:cubicBezTo>
                <a:cubicBezTo>
                  <a:pt x="6697102" y="2465608"/>
                  <a:pt x="6637138" y="2477477"/>
                  <a:pt x="6589628" y="2507499"/>
                </a:cubicBezTo>
                <a:cubicBezTo>
                  <a:pt x="6547652" y="2525302"/>
                  <a:pt x="6451710" y="2507499"/>
                  <a:pt x="6487226" y="2609083"/>
                </a:cubicBezTo>
                <a:cubicBezTo>
                  <a:pt x="6487226" y="2615018"/>
                  <a:pt x="6439718" y="2633170"/>
                  <a:pt x="6415732" y="2645039"/>
                </a:cubicBezTo>
                <a:cubicBezTo>
                  <a:pt x="6325786" y="2693214"/>
                  <a:pt x="6235840" y="2734755"/>
                  <a:pt x="6145894" y="2782580"/>
                </a:cubicBezTo>
                <a:cubicBezTo>
                  <a:pt x="6151890" y="2794449"/>
                  <a:pt x="6157886" y="2806667"/>
                  <a:pt x="6163882" y="2818536"/>
                </a:cubicBezTo>
                <a:cubicBezTo>
                  <a:pt x="6403738" y="2698799"/>
                  <a:pt x="6643594" y="2573127"/>
                  <a:pt x="6882990" y="2447456"/>
                </a:cubicBezTo>
                <a:cubicBezTo>
                  <a:pt x="6888986" y="2453390"/>
                  <a:pt x="6888986" y="2459325"/>
                  <a:pt x="6894982" y="2459325"/>
                </a:cubicBezTo>
                <a:cubicBezTo>
                  <a:pt x="6835018" y="2507150"/>
                  <a:pt x="6775054" y="2549389"/>
                  <a:pt x="6709094" y="2597214"/>
                </a:cubicBezTo>
                <a:cubicBezTo>
                  <a:pt x="6715090" y="2603149"/>
                  <a:pt x="6715090" y="2609083"/>
                  <a:pt x="6721086" y="2620952"/>
                </a:cubicBezTo>
                <a:cubicBezTo>
                  <a:pt x="6751070" y="2615018"/>
                  <a:pt x="6781050" y="2620952"/>
                  <a:pt x="6805038" y="2609083"/>
                </a:cubicBezTo>
                <a:cubicBezTo>
                  <a:pt x="6954486" y="2531237"/>
                  <a:pt x="7098400" y="2441521"/>
                  <a:pt x="7248310" y="2369609"/>
                </a:cubicBezTo>
                <a:cubicBezTo>
                  <a:pt x="7457722" y="2273959"/>
                  <a:pt x="7674054" y="2184243"/>
                  <a:pt x="7883468" y="2094179"/>
                </a:cubicBezTo>
                <a:cubicBezTo>
                  <a:pt x="7889464" y="2106397"/>
                  <a:pt x="7895460" y="2118615"/>
                  <a:pt x="7901458" y="2130484"/>
                </a:cubicBezTo>
                <a:cubicBezTo>
                  <a:pt x="7757542" y="2202396"/>
                  <a:pt x="7613630" y="2279893"/>
                  <a:pt x="7476174" y="2357740"/>
                </a:cubicBezTo>
                <a:cubicBezTo>
                  <a:pt x="7476174" y="2363675"/>
                  <a:pt x="7482170" y="2369609"/>
                  <a:pt x="7482170" y="2381827"/>
                </a:cubicBezTo>
                <a:cubicBezTo>
                  <a:pt x="7637614" y="2345871"/>
                  <a:pt x="7787986" y="2315849"/>
                  <a:pt x="7943432" y="2286177"/>
                </a:cubicBezTo>
                <a:cubicBezTo>
                  <a:pt x="7943432" y="2292111"/>
                  <a:pt x="7949428" y="2297697"/>
                  <a:pt x="7955424" y="2309915"/>
                </a:cubicBezTo>
                <a:cubicBezTo>
                  <a:pt x="7853486" y="2363675"/>
                  <a:pt x="7751546" y="2417434"/>
                  <a:pt x="7650070" y="2471194"/>
                </a:cubicBezTo>
                <a:cubicBezTo>
                  <a:pt x="7656066" y="2483412"/>
                  <a:pt x="7661600" y="2495630"/>
                  <a:pt x="7667598" y="2507499"/>
                </a:cubicBezTo>
                <a:cubicBezTo>
                  <a:pt x="7841492" y="2435587"/>
                  <a:pt x="8021386" y="2357740"/>
                  <a:pt x="8195280" y="2286177"/>
                </a:cubicBezTo>
                <a:cubicBezTo>
                  <a:pt x="8201278" y="2298046"/>
                  <a:pt x="8207274" y="2309915"/>
                  <a:pt x="8213270" y="2321784"/>
                </a:cubicBezTo>
                <a:cubicBezTo>
                  <a:pt x="8147310" y="2357740"/>
                  <a:pt x="8081350" y="2393696"/>
                  <a:pt x="8015388" y="2429652"/>
                </a:cubicBezTo>
                <a:cubicBezTo>
                  <a:pt x="7931438" y="2471543"/>
                  <a:pt x="7847490" y="2507150"/>
                  <a:pt x="7764000" y="2543106"/>
                </a:cubicBezTo>
                <a:cubicBezTo>
                  <a:pt x="7769998" y="2549040"/>
                  <a:pt x="7769536" y="2561258"/>
                  <a:pt x="7775532" y="2573476"/>
                </a:cubicBezTo>
                <a:cubicBezTo>
                  <a:pt x="7937434" y="2555324"/>
                  <a:pt x="8098878" y="2543455"/>
                  <a:pt x="8254784" y="2513433"/>
                </a:cubicBezTo>
                <a:cubicBezTo>
                  <a:pt x="8326740" y="2501564"/>
                  <a:pt x="8386704" y="2447805"/>
                  <a:pt x="8452666" y="2405914"/>
                </a:cubicBezTo>
                <a:cubicBezTo>
                  <a:pt x="8470654" y="2394045"/>
                  <a:pt x="8482186" y="2375893"/>
                  <a:pt x="8500174" y="2369609"/>
                </a:cubicBezTo>
                <a:cubicBezTo>
                  <a:pt x="8524162" y="2357740"/>
                  <a:pt x="8548146" y="2351806"/>
                  <a:pt x="8566134" y="2345871"/>
                </a:cubicBezTo>
                <a:cubicBezTo>
                  <a:pt x="8548146" y="2322133"/>
                  <a:pt x="8536614" y="2298046"/>
                  <a:pt x="8524622" y="2286177"/>
                </a:cubicBezTo>
                <a:cubicBezTo>
                  <a:pt x="8458662" y="2321784"/>
                  <a:pt x="8404694" y="2345871"/>
                  <a:pt x="8350726" y="2369609"/>
                </a:cubicBezTo>
                <a:cubicBezTo>
                  <a:pt x="8326740" y="2334002"/>
                  <a:pt x="8314748" y="2309915"/>
                  <a:pt x="8296758" y="2286177"/>
                </a:cubicBezTo>
                <a:cubicBezTo>
                  <a:pt x="8284766" y="2262090"/>
                  <a:pt x="8266776" y="2243937"/>
                  <a:pt x="8248786" y="2226134"/>
                </a:cubicBezTo>
                <a:cubicBezTo>
                  <a:pt x="8272774" y="2214265"/>
                  <a:pt x="8297220" y="2208330"/>
                  <a:pt x="8321206" y="2202396"/>
                </a:cubicBezTo>
                <a:cubicBezTo>
                  <a:pt x="8350726" y="2190178"/>
                  <a:pt x="8380708" y="2190527"/>
                  <a:pt x="8392702" y="2190527"/>
                </a:cubicBezTo>
                <a:cubicBezTo>
                  <a:pt x="8440672" y="2226134"/>
                  <a:pt x="8470654" y="2250221"/>
                  <a:pt x="8506634" y="2273959"/>
                </a:cubicBezTo>
                <a:cubicBezTo>
                  <a:pt x="8518626" y="2256155"/>
                  <a:pt x="8536614" y="2243937"/>
                  <a:pt x="8548608" y="2226134"/>
                </a:cubicBezTo>
                <a:cubicBezTo>
                  <a:pt x="8524622" y="2214265"/>
                  <a:pt x="8506634" y="2202396"/>
                  <a:pt x="8488642" y="2196461"/>
                </a:cubicBezTo>
                <a:cubicBezTo>
                  <a:pt x="8596118" y="2136418"/>
                  <a:pt x="8716506" y="2058921"/>
                  <a:pt x="8841970" y="2022965"/>
                </a:cubicBezTo>
                <a:cubicBezTo>
                  <a:pt x="8925920" y="1992943"/>
                  <a:pt x="9027858" y="1914747"/>
                  <a:pt x="9117344" y="2016681"/>
                </a:cubicBezTo>
                <a:cubicBezTo>
                  <a:pt x="9129336" y="2028550"/>
                  <a:pt x="9153322" y="2022616"/>
                  <a:pt x="9183304" y="2046703"/>
                </a:cubicBezTo>
                <a:cubicBezTo>
                  <a:pt x="9129336" y="2076724"/>
                  <a:pt x="9075830" y="2106397"/>
                  <a:pt x="9015866" y="2142353"/>
                </a:cubicBezTo>
                <a:cubicBezTo>
                  <a:pt x="9027858" y="2154222"/>
                  <a:pt x="9039390" y="2178309"/>
                  <a:pt x="9057380" y="2196461"/>
                </a:cubicBezTo>
                <a:cubicBezTo>
                  <a:pt x="8991880" y="2232068"/>
                  <a:pt x="8931916" y="2262090"/>
                  <a:pt x="8871952" y="2298046"/>
                </a:cubicBezTo>
                <a:cubicBezTo>
                  <a:pt x="8871952" y="2309915"/>
                  <a:pt x="8877950" y="2322133"/>
                  <a:pt x="8877950" y="2334002"/>
                </a:cubicBezTo>
                <a:cubicBezTo>
                  <a:pt x="8931916" y="2328068"/>
                  <a:pt x="8979888" y="2327718"/>
                  <a:pt x="9033854" y="2321784"/>
                </a:cubicBezTo>
                <a:cubicBezTo>
                  <a:pt x="9021862" y="2351806"/>
                  <a:pt x="9003874" y="2387762"/>
                  <a:pt x="8985884" y="2417783"/>
                </a:cubicBezTo>
                <a:cubicBezTo>
                  <a:pt x="8979888" y="2411849"/>
                  <a:pt x="8973890" y="2399631"/>
                  <a:pt x="8967894" y="2393696"/>
                </a:cubicBezTo>
                <a:cubicBezTo>
                  <a:pt x="8817986" y="2465259"/>
                  <a:pt x="8668536" y="2531237"/>
                  <a:pt x="8518626" y="2603149"/>
                </a:cubicBezTo>
                <a:cubicBezTo>
                  <a:pt x="8524622" y="2609083"/>
                  <a:pt x="8530618" y="2620952"/>
                  <a:pt x="8536614" y="2626887"/>
                </a:cubicBezTo>
                <a:cubicBezTo>
                  <a:pt x="8512630" y="2650974"/>
                  <a:pt x="8494640" y="2686930"/>
                  <a:pt x="8470654" y="2698799"/>
                </a:cubicBezTo>
                <a:cubicBezTo>
                  <a:pt x="8314748" y="2752559"/>
                  <a:pt x="8159302" y="2794449"/>
                  <a:pt x="8009392" y="2848558"/>
                </a:cubicBezTo>
                <a:cubicBezTo>
                  <a:pt x="7961422" y="2866361"/>
                  <a:pt x="7925442" y="2902318"/>
                  <a:pt x="7883468" y="2931990"/>
                </a:cubicBezTo>
                <a:cubicBezTo>
                  <a:pt x="7949428" y="2923263"/>
                  <a:pt x="8012160" y="2915583"/>
                  <a:pt x="8073970" y="2907554"/>
                </a:cubicBezTo>
                <a:lnTo>
                  <a:pt x="8147770" y="2895685"/>
                </a:lnTo>
                <a:lnTo>
                  <a:pt x="8020462" y="2979466"/>
                </a:lnTo>
                <a:cubicBezTo>
                  <a:pt x="7972030" y="3011582"/>
                  <a:pt x="7922214" y="3043000"/>
                  <a:pt x="7871474" y="3069880"/>
                </a:cubicBezTo>
                <a:cubicBezTo>
                  <a:pt x="7811510" y="3099901"/>
                  <a:pt x="7757542" y="3112119"/>
                  <a:pt x="7733558" y="3177748"/>
                </a:cubicBezTo>
                <a:cubicBezTo>
                  <a:pt x="7733558" y="3183682"/>
                  <a:pt x="7703576" y="3183682"/>
                  <a:pt x="7685586" y="3183682"/>
                </a:cubicBezTo>
                <a:cubicBezTo>
                  <a:pt x="7691582" y="3147726"/>
                  <a:pt x="7698040" y="3117705"/>
                  <a:pt x="7710034" y="3081749"/>
                </a:cubicBezTo>
                <a:cubicBezTo>
                  <a:pt x="7650070" y="3129574"/>
                  <a:pt x="7518148" y="3099901"/>
                  <a:pt x="7524144" y="3243726"/>
                </a:cubicBezTo>
                <a:cubicBezTo>
                  <a:pt x="7578112" y="3243726"/>
                  <a:pt x="7625622" y="3255245"/>
                  <a:pt x="7667598" y="3237442"/>
                </a:cubicBezTo>
                <a:cubicBezTo>
                  <a:pt x="7907454" y="3165530"/>
                  <a:pt x="8141314" y="3081749"/>
                  <a:pt x="8380708" y="3009837"/>
                </a:cubicBezTo>
                <a:cubicBezTo>
                  <a:pt x="8458662" y="2986099"/>
                  <a:pt x="8548608" y="2974230"/>
                  <a:pt x="8632558" y="2962361"/>
                </a:cubicBezTo>
                <a:cubicBezTo>
                  <a:pt x="8836434" y="2932339"/>
                  <a:pt x="9045386" y="2896732"/>
                  <a:pt x="9249266" y="2866711"/>
                </a:cubicBezTo>
                <a:cubicBezTo>
                  <a:pt x="9231274" y="2878580"/>
                  <a:pt x="9207290" y="2896732"/>
                  <a:pt x="9165314" y="2938623"/>
                </a:cubicBezTo>
                <a:cubicBezTo>
                  <a:pt x="9273250" y="2962361"/>
                  <a:pt x="9363196" y="2980164"/>
                  <a:pt x="9477128" y="3003902"/>
                </a:cubicBezTo>
                <a:cubicBezTo>
                  <a:pt x="9321222" y="3075814"/>
                  <a:pt x="9189302" y="3135857"/>
                  <a:pt x="9039852" y="3201486"/>
                </a:cubicBezTo>
                <a:cubicBezTo>
                  <a:pt x="9075830" y="3213704"/>
                  <a:pt x="9099816" y="3219289"/>
                  <a:pt x="9135794" y="3231507"/>
                </a:cubicBezTo>
                <a:cubicBezTo>
                  <a:pt x="9105812" y="3255245"/>
                  <a:pt x="9081826" y="3279333"/>
                  <a:pt x="9039852" y="3309005"/>
                </a:cubicBezTo>
                <a:cubicBezTo>
                  <a:pt x="9087822" y="3315289"/>
                  <a:pt x="9117806" y="3321572"/>
                  <a:pt x="9153782" y="3321572"/>
                </a:cubicBezTo>
                <a:cubicBezTo>
                  <a:pt x="9153782" y="3357528"/>
                  <a:pt x="9159780" y="3387201"/>
                  <a:pt x="9159780" y="3423157"/>
                </a:cubicBezTo>
                <a:cubicBezTo>
                  <a:pt x="9195758" y="3423157"/>
                  <a:pt x="9237734" y="3417222"/>
                  <a:pt x="9279246" y="3411288"/>
                </a:cubicBezTo>
                <a:cubicBezTo>
                  <a:pt x="9279246" y="3411288"/>
                  <a:pt x="9279246" y="3417222"/>
                  <a:pt x="9285242" y="3423157"/>
                </a:cubicBezTo>
                <a:cubicBezTo>
                  <a:pt x="9225278" y="3440960"/>
                  <a:pt x="9171310" y="3465047"/>
                  <a:pt x="9105812" y="3488785"/>
                </a:cubicBezTo>
                <a:cubicBezTo>
                  <a:pt x="9327218" y="3470982"/>
                  <a:pt x="9537092" y="3452829"/>
                  <a:pt x="9776948" y="3429091"/>
                </a:cubicBezTo>
                <a:cubicBezTo>
                  <a:pt x="9728978" y="3465047"/>
                  <a:pt x="9710526" y="3476916"/>
                  <a:pt x="9692538" y="3488785"/>
                </a:cubicBezTo>
                <a:cubicBezTo>
                  <a:pt x="9668552" y="3518807"/>
                  <a:pt x="9638570" y="3554763"/>
                  <a:pt x="9614584" y="3584435"/>
                </a:cubicBezTo>
                <a:cubicBezTo>
                  <a:pt x="9644566" y="3590719"/>
                  <a:pt x="9681006" y="3590370"/>
                  <a:pt x="9704992" y="3602588"/>
                </a:cubicBezTo>
                <a:cubicBezTo>
                  <a:pt x="9740970" y="3620391"/>
                  <a:pt x="9770490" y="3638544"/>
                  <a:pt x="9818462" y="3668217"/>
                </a:cubicBezTo>
                <a:cubicBezTo>
                  <a:pt x="9776486" y="3698238"/>
                  <a:pt x="9740510" y="3710107"/>
                  <a:pt x="9722982" y="3734194"/>
                </a:cubicBezTo>
                <a:cubicBezTo>
                  <a:pt x="9704992" y="3758281"/>
                  <a:pt x="9680546" y="3812041"/>
                  <a:pt x="9692538" y="3817975"/>
                </a:cubicBezTo>
                <a:cubicBezTo>
                  <a:pt x="9758498" y="3871735"/>
                  <a:pt x="9698534" y="3908040"/>
                  <a:pt x="9668552" y="3937712"/>
                </a:cubicBezTo>
                <a:cubicBezTo>
                  <a:pt x="9615046" y="3991821"/>
                  <a:pt x="9555082" y="4039646"/>
                  <a:pt x="9489122" y="4099340"/>
                </a:cubicBezTo>
                <a:cubicBezTo>
                  <a:pt x="9525098" y="4105275"/>
                  <a:pt x="9555082" y="4105275"/>
                  <a:pt x="9614584" y="4117144"/>
                </a:cubicBezTo>
                <a:cubicBezTo>
                  <a:pt x="9537092" y="4164969"/>
                  <a:pt x="9483126" y="4194641"/>
                  <a:pt x="9429158" y="4230597"/>
                </a:cubicBezTo>
                <a:cubicBezTo>
                  <a:pt x="9429158" y="4236532"/>
                  <a:pt x="9435154" y="4248750"/>
                  <a:pt x="9435154" y="4260968"/>
                </a:cubicBezTo>
                <a:cubicBezTo>
                  <a:pt x="9471132" y="4248750"/>
                  <a:pt x="9513106" y="4236881"/>
                  <a:pt x="9549086" y="4224663"/>
                </a:cubicBezTo>
                <a:cubicBezTo>
                  <a:pt x="9585062" y="4212794"/>
                  <a:pt x="9621042" y="4194990"/>
                  <a:pt x="9668552" y="4194990"/>
                </a:cubicBezTo>
                <a:cubicBezTo>
                  <a:pt x="9627038" y="4225012"/>
                  <a:pt x="9585062" y="4254684"/>
                  <a:pt x="9537092" y="4284706"/>
                </a:cubicBezTo>
                <a:cubicBezTo>
                  <a:pt x="9543090" y="4296575"/>
                  <a:pt x="9543090" y="4308793"/>
                  <a:pt x="9543090" y="4314728"/>
                </a:cubicBezTo>
                <a:cubicBezTo>
                  <a:pt x="9609050" y="4314728"/>
                  <a:pt x="9674548" y="4308444"/>
                  <a:pt x="9758498" y="4302509"/>
                </a:cubicBezTo>
                <a:cubicBezTo>
                  <a:pt x="9710526" y="4344400"/>
                  <a:pt x="9674548" y="4374422"/>
                  <a:pt x="9614584" y="4428530"/>
                </a:cubicBezTo>
                <a:cubicBezTo>
                  <a:pt x="9734512" y="4428530"/>
                  <a:pt x="9824458" y="4428530"/>
                  <a:pt x="9920402" y="4428530"/>
                </a:cubicBezTo>
                <a:cubicBezTo>
                  <a:pt x="9752502" y="4566071"/>
                  <a:pt x="9590598" y="4685808"/>
                  <a:pt x="9381186" y="4727699"/>
                </a:cubicBezTo>
                <a:cubicBezTo>
                  <a:pt x="9141330" y="4781458"/>
                  <a:pt x="8907930" y="4871174"/>
                  <a:pt x="8680066" y="4972758"/>
                </a:cubicBezTo>
                <a:cubicBezTo>
                  <a:pt x="8704054" y="4972758"/>
                  <a:pt x="8734496" y="4972758"/>
                  <a:pt x="8758482" y="4972758"/>
                </a:cubicBezTo>
                <a:cubicBezTo>
                  <a:pt x="8764478" y="4984976"/>
                  <a:pt x="8764478" y="4990562"/>
                  <a:pt x="8770474" y="4996845"/>
                </a:cubicBezTo>
                <a:cubicBezTo>
                  <a:pt x="8542610" y="5140321"/>
                  <a:pt x="8315210" y="5284145"/>
                  <a:pt x="8069356" y="5433554"/>
                </a:cubicBezTo>
                <a:cubicBezTo>
                  <a:pt x="8105334" y="5439488"/>
                  <a:pt x="8128858" y="5445423"/>
                  <a:pt x="8164838" y="5451358"/>
                </a:cubicBezTo>
                <a:cubicBezTo>
                  <a:pt x="8111330" y="5487314"/>
                  <a:pt x="8063360" y="5511750"/>
                  <a:pt x="8021386" y="5541422"/>
                </a:cubicBezTo>
                <a:cubicBezTo>
                  <a:pt x="8326740" y="5547706"/>
                  <a:pt x="8590122" y="5397598"/>
                  <a:pt x="8871952" y="5301948"/>
                </a:cubicBezTo>
                <a:cubicBezTo>
                  <a:pt x="8871952" y="5313817"/>
                  <a:pt x="8877950" y="5320100"/>
                  <a:pt x="8883946" y="5331970"/>
                </a:cubicBezTo>
                <a:cubicBezTo>
                  <a:pt x="8602574" y="5445772"/>
                  <a:pt x="8320744" y="5553292"/>
                  <a:pt x="8039374" y="5667094"/>
                </a:cubicBezTo>
                <a:cubicBezTo>
                  <a:pt x="8045370" y="5673028"/>
                  <a:pt x="8045370" y="5678963"/>
                  <a:pt x="8045370" y="5684898"/>
                </a:cubicBezTo>
                <a:cubicBezTo>
                  <a:pt x="8074892" y="5684898"/>
                  <a:pt x="8105334" y="5684898"/>
                  <a:pt x="8147310" y="5684898"/>
                </a:cubicBezTo>
                <a:cubicBezTo>
                  <a:pt x="7943432" y="5822438"/>
                  <a:pt x="7692044" y="5840940"/>
                  <a:pt x="7518148" y="5996284"/>
                </a:cubicBezTo>
                <a:cubicBezTo>
                  <a:pt x="7524144" y="6002568"/>
                  <a:pt x="7530142" y="6014088"/>
                  <a:pt x="7530142" y="6026306"/>
                </a:cubicBezTo>
                <a:cubicBezTo>
                  <a:pt x="7763540" y="5948459"/>
                  <a:pt x="7997400" y="5876547"/>
                  <a:pt x="8230798" y="5798700"/>
                </a:cubicBezTo>
                <a:cubicBezTo>
                  <a:pt x="8230798" y="5804635"/>
                  <a:pt x="8230798" y="5804635"/>
                  <a:pt x="8224802" y="5810570"/>
                </a:cubicBezTo>
                <a:cubicBezTo>
                  <a:pt x="8272774" y="5810570"/>
                  <a:pt x="8314748" y="5822788"/>
                  <a:pt x="8356722" y="5810570"/>
                </a:cubicBezTo>
                <a:cubicBezTo>
                  <a:pt x="8434676" y="5792766"/>
                  <a:pt x="8506634" y="5762744"/>
                  <a:pt x="8578590" y="5732722"/>
                </a:cubicBezTo>
                <a:cubicBezTo>
                  <a:pt x="8674532" y="5703050"/>
                  <a:pt x="8764018" y="5667094"/>
                  <a:pt x="8853962" y="5631138"/>
                </a:cubicBezTo>
                <a:cubicBezTo>
                  <a:pt x="8859958" y="5643356"/>
                  <a:pt x="8865956" y="5654876"/>
                  <a:pt x="8871952" y="5667094"/>
                </a:cubicBezTo>
                <a:cubicBezTo>
                  <a:pt x="8464658" y="5876547"/>
                  <a:pt x="8063360" y="6086000"/>
                  <a:pt x="7655604" y="6289169"/>
                </a:cubicBezTo>
                <a:cubicBezTo>
                  <a:pt x="7655604" y="6295452"/>
                  <a:pt x="7655604" y="6301736"/>
                  <a:pt x="7655604" y="6307670"/>
                </a:cubicBezTo>
                <a:cubicBezTo>
                  <a:pt x="7733558" y="6283584"/>
                  <a:pt x="7811510" y="6259496"/>
                  <a:pt x="7889464" y="6235758"/>
                </a:cubicBezTo>
                <a:cubicBezTo>
                  <a:pt x="7973414" y="6211672"/>
                  <a:pt x="8057364" y="6187934"/>
                  <a:pt x="8170834" y="6157912"/>
                </a:cubicBezTo>
                <a:cubicBezTo>
                  <a:pt x="8152844" y="6176064"/>
                  <a:pt x="8139468" y="6189330"/>
                  <a:pt x="8127936" y="6200500"/>
                </a:cubicBezTo>
                <a:lnTo>
                  <a:pt x="8099338" y="6224238"/>
                </a:lnTo>
                <a:lnTo>
                  <a:pt x="8093342" y="6223890"/>
                </a:lnTo>
                <a:lnTo>
                  <a:pt x="8090574" y="6230173"/>
                </a:lnTo>
                <a:lnTo>
                  <a:pt x="7865478" y="6301736"/>
                </a:lnTo>
                <a:cubicBezTo>
                  <a:pt x="8000166" y="6328616"/>
                  <a:pt x="8047216" y="6328266"/>
                  <a:pt x="8072586" y="6283584"/>
                </a:cubicBezTo>
                <a:lnTo>
                  <a:pt x="8090574" y="6230173"/>
                </a:lnTo>
                <a:lnTo>
                  <a:pt x="8093342" y="6229824"/>
                </a:lnTo>
                <a:lnTo>
                  <a:pt x="8099338" y="6224238"/>
                </a:lnTo>
                <a:lnTo>
                  <a:pt x="8290762" y="6241693"/>
                </a:lnTo>
                <a:cubicBezTo>
                  <a:pt x="8296758" y="6247628"/>
                  <a:pt x="8296758" y="6253562"/>
                  <a:pt x="8296758" y="6259496"/>
                </a:cubicBezTo>
                <a:cubicBezTo>
                  <a:pt x="8080888" y="6337343"/>
                  <a:pt x="7859482" y="6421124"/>
                  <a:pt x="7638076" y="6504905"/>
                </a:cubicBezTo>
                <a:lnTo>
                  <a:pt x="7638538" y="6500716"/>
                </a:lnTo>
                <a:lnTo>
                  <a:pt x="7644072" y="6498970"/>
                </a:lnTo>
                <a:lnTo>
                  <a:pt x="7638998" y="6499669"/>
                </a:lnTo>
                <a:lnTo>
                  <a:pt x="7653298" y="6441371"/>
                </a:lnTo>
                <a:cubicBezTo>
                  <a:pt x="7658834" y="6417982"/>
                  <a:pt x="7664830" y="6391102"/>
                  <a:pt x="7673594" y="6355146"/>
                </a:cubicBezTo>
                <a:cubicBezTo>
                  <a:pt x="7535676" y="6421124"/>
                  <a:pt x="7440194" y="6468949"/>
                  <a:pt x="7344252" y="6516774"/>
                </a:cubicBezTo>
                <a:cubicBezTo>
                  <a:pt x="7344252" y="6522708"/>
                  <a:pt x="7350248" y="6528992"/>
                  <a:pt x="7350248" y="6534927"/>
                </a:cubicBezTo>
                <a:lnTo>
                  <a:pt x="7638998" y="6499669"/>
                </a:lnTo>
                <a:lnTo>
                  <a:pt x="7638538" y="6500716"/>
                </a:lnTo>
                <a:lnTo>
                  <a:pt x="7226630" y="6673864"/>
                </a:lnTo>
                <a:cubicBezTo>
                  <a:pt x="7088252" y="6732162"/>
                  <a:pt x="6948490" y="6789412"/>
                  <a:pt x="6805038" y="6840030"/>
                </a:cubicBezTo>
                <a:cubicBezTo>
                  <a:pt x="6163882" y="7073570"/>
                  <a:pt x="5523190" y="7288608"/>
                  <a:pt x="4876038" y="7516213"/>
                </a:cubicBezTo>
                <a:cubicBezTo>
                  <a:pt x="4828068" y="7528082"/>
                  <a:pt x="4780096" y="7540300"/>
                  <a:pt x="4720132" y="7534366"/>
                </a:cubicBezTo>
                <a:cubicBezTo>
                  <a:pt x="4756110" y="7486540"/>
                  <a:pt x="4798086" y="7438716"/>
                  <a:pt x="4852053" y="7378672"/>
                </a:cubicBezTo>
                <a:cubicBezTo>
                  <a:pt x="4780096" y="7366804"/>
                  <a:pt x="4732125" y="7354586"/>
                  <a:pt x="4678157" y="7342716"/>
                </a:cubicBezTo>
                <a:cubicBezTo>
                  <a:pt x="4750114" y="7276738"/>
                  <a:pt x="4822071" y="7222979"/>
                  <a:pt x="4894028" y="7163285"/>
                </a:cubicBezTo>
                <a:cubicBezTo>
                  <a:pt x="4852053" y="7133264"/>
                  <a:pt x="4822071" y="7109176"/>
                  <a:pt x="4816074" y="7103242"/>
                </a:cubicBezTo>
                <a:cubicBezTo>
                  <a:pt x="4744118" y="7151067"/>
                  <a:pt x="4690150" y="7187372"/>
                  <a:pt x="4636182" y="7223328"/>
                </a:cubicBezTo>
                <a:cubicBezTo>
                  <a:pt x="4630186" y="7217044"/>
                  <a:pt x="4618193" y="7210761"/>
                  <a:pt x="4612196" y="7198892"/>
                </a:cubicBezTo>
                <a:cubicBezTo>
                  <a:pt x="4618193" y="7175154"/>
                  <a:pt x="4630186" y="7151067"/>
                  <a:pt x="4642179" y="7115111"/>
                </a:cubicBezTo>
                <a:cubicBezTo>
                  <a:pt x="4606200" y="7115111"/>
                  <a:pt x="4576218" y="7115111"/>
                  <a:pt x="4552232" y="7115111"/>
                </a:cubicBezTo>
                <a:cubicBezTo>
                  <a:pt x="4636182" y="7019461"/>
                  <a:pt x="4726128" y="6923462"/>
                  <a:pt x="4810078" y="6827812"/>
                </a:cubicBezTo>
                <a:cubicBezTo>
                  <a:pt x="4804082" y="6821877"/>
                  <a:pt x="4792089" y="6810008"/>
                  <a:pt x="4786092" y="6804074"/>
                </a:cubicBezTo>
                <a:cubicBezTo>
                  <a:pt x="4654172" y="6845964"/>
                  <a:pt x="4516716" y="6887854"/>
                  <a:pt x="4384794" y="6929746"/>
                </a:cubicBezTo>
                <a:cubicBezTo>
                  <a:pt x="4378798" y="6917876"/>
                  <a:pt x="4372340" y="6899724"/>
                  <a:pt x="4366344" y="6887854"/>
                </a:cubicBezTo>
                <a:cubicBezTo>
                  <a:pt x="4540240" y="6779986"/>
                  <a:pt x="4708140" y="6672468"/>
                  <a:pt x="4882034" y="6564600"/>
                </a:cubicBezTo>
                <a:cubicBezTo>
                  <a:pt x="4882034" y="6552730"/>
                  <a:pt x="4875578" y="6540862"/>
                  <a:pt x="4869582" y="6534927"/>
                </a:cubicBezTo>
                <a:cubicBezTo>
                  <a:pt x="4726128" y="6588686"/>
                  <a:pt x="4576218" y="6642795"/>
                  <a:pt x="4426308" y="6696554"/>
                </a:cubicBezTo>
                <a:cubicBezTo>
                  <a:pt x="4432304" y="6708424"/>
                  <a:pt x="4432766" y="6714358"/>
                  <a:pt x="4438762" y="6726227"/>
                </a:cubicBezTo>
                <a:cubicBezTo>
                  <a:pt x="4456752" y="6732162"/>
                  <a:pt x="4474740" y="6732162"/>
                  <a:pt x="4498726" y="6738096"/>
                </a:cubicBezTo>
                <a:cubicBezTo>
                  <a:pt x="4318834" y="6834095"/>
                  <a:pt x="4144938" y="6923811"/>
                  <a:pt x="3953514" y="7025396"/>
                </a:cubicBezTo>
                <a:cubicBezTo>
                  <a:pt x="4144938" y="7001658"/>
                  <a:pt x="4342820" y="7091373"/>
                  <a:pt x="4510719" y="6929746"/>
                </a:cubicBezTo>
                <a:cubicBezTo>
                  <a:pt x="4510719" y="6941964"/>
                  <a:pt x="4516716" y="6953484"/>
                  <a:pt x="4516716" y="6965702"/>
                </a:cubicBezTo>
                <a:cubicBezTo>
                  <a:pt x="4474740" y="6989440"/>
                  <a:pt x="4426770" y="7013526"/>
                  <a:pt x="4378798" y="7037264"/>
                </a:cubicBezTo>
                <a:cubicBezTo>
                  <a:pt x="4330827" y="7061352"/>
                  <a:pt x="4282856" y="7079504"/>
                  <a:pt x="4240881" y="7103242"/>
                </a:cubicBezTo>
                <a:cubicBezTo>
                  <a:pt x="4198906" y="7127329"/>
                  <a:pt x="4168924" y="7157002"/>
                  <a:pt x="4132946" y="7187023"/>
                </a:cubicBezTo>
                <a:cubicBezTo>
                  <a:pt x="4168924" y="7198892"/>
                  <a:pt x="4204902" y="7217044"/>
                  <a:pt x="4240881" y="7229263"/>
                </a:cubicBezTo>
                <a:cubicBezTo>
                  <a:pt x="4138942" y="7408694"/>
                  <a:pt x="3845579" y="7528082"/>
                  <a:pt x="3593730" y="7486192"/>
                </a:cubicBezTo>
                <a:cubicBezTo>
                  <a:pt x="3641701" y="7360520"/>
                  <a:pt x="3767626" y="7474322"/>
                  <a:pt x="3833586" y="7396476"/>
                </a:cubicBezTo>
                <a:cubicBezTo>
                  <a:pt x="3797608" y="7378672"/>
                  <a:pt x="3761630" y="7366454"/>
                  <a:pt x="3713658" y="7342716"/>
                </a:cubicBezTo>
                <a:cubicBezTo>
                  <a:pt x="3773622" y="7312695"/>
                  <a:pt x="3821594" y="7283022"/>
                  <a:pt x="3899547" y="7241132"/>
                </a:cubicBezTo>
                <a:cubicBezTo>
                  <a:pt x="3755633" y="7241132"/>
                  <a:pt x="3641701" y="7241132"/>
                  <a:pt x="3521773" y="7241132"/>
                </a:cubicBezTo>
                <a:cubicBezTo>
                  <a:pt x="3515777" y="7228914"/>
                  <a:pt x="3510242" y="7222979"/>
                  <a:pt x="3504245" y="7210761"/>
                </a:cubicBezTo>
                <a:cubicBezTo>
                  <a:pt x="3570206" y="7132914"/>
                  <a:pt x="3635705" y="7061700"/>
                  <a:pt x="3689672" y="6995723"/>
                </a:cubicBezTo>
                <a:cubicBezTo>
                  <a:pt x="3618177" y="6995723"/>
                  <a:pt x="3515777" y="6995723"/>
                  <a:pt x="3419834" y="6995723"/>
                </a:cubicBezTo>
                <a:cubicBezTo>
                  <a:pt x="3413838" y="6983854"/>
                  <a:pt x="3408303" y="6965702"/>
                  <a:pt x="3402306" y="6953832"/>
                </a:cubicBezTo>
                <a:cubicBezTo>
                  <a:pt x="3701665" y="6840030"/>
                  <a:pt x="4001024" y="6726576"/>
                  <a:pt x="4300845" y="6606839"/>
                </a:cubicBezTo>
                <a:cubicBezTo>
                  <a:pt x="4294848" y="6600904"/>
                  <a:pt x="4294848" y="6588686"/>
                  <a:pt x="4288852" y="6576818"/>
                </a:cubicBezTo>
                <a:cubicBezTo>
                  <a:pt x="3923071" y="6636512"/>
                  <a:pt x="3593730" y="6923811"/>
                  <a:pt x="3204425" y="6738096"/>
                </a:cubicBezTo>
                <a:cubicBezTo>
                  <a:pt x="3240403" y="6702140"/>
                  <a:pt x="3294371" y="6648730"/>
                  <a:pt x="3348338" y="6600904"/>
                </a:cubicBezTo>
                <a:cubicBezTo>
                  <a:pt x="3342342" y="6589036"/>
                  <a:pt x="3336346" y="6576818"/>
                  <a:pt x="3330349" y="6564600"/>
                </a:cubicBezTo>
                <a:cubicBezTo>
                  <a:pt x="3246400" y="6564600"/>
                  <a:pt x="3168446" y="6564600"/>
                  <a:pt x="3090493" y="6564600"/>
                </a:cubicBezTo>
                <a:cubicBezTo>
                  <a:pt x="3084497" y="6552730"/>
                  <a:pt x="3078500" y="6540862"/>
                  <a:pt x="3078500" y="6528992"/>
                </a:cubicBezTo>
                <a:cubicBezTo>
                  <a:pt x="3120475" y="6505254"/>
                  <a:pt x="3162450" y="6481167"/>
                  <a:pt x="3204425" y="6457080"/>
                </a:cubicBezTo>
                <a:cubicBezTo>
                  <a:pt x="3138464" y="6433342"/>
                  <a:pt x="3072504" y="6402972"/>
                  <a:pt x="3007005" y="6367016"/>
                </a:cubicBezTo>
                <a:cubicBezTo>
                  <a:pt x="3007005" y="6355146"/>
                  <a:pt x="3013001" y="6343278"/>
                  <a:pt x="3013001" y="6331408"/>
                </a:cubicBezTo>
                <a:cubicBezTo>
                  <a:pt x="3036526" y="6319540"/>
                  <a:pt x="3060511" y="6307322"/>
                  <a:pt x="3096490" y="6283234"/>
                </a:cubicBezTo>
                <a:cubicBezTo>
                  <a:pt x="3030529" y="6271366"/>
                  <a:pt x="2940583" y="6301736"/>
                  <a:pt x="2988554" y="6157912"/>
                </a:cubicBezTo>
                <a:cubicBezTo>
                  <a:pt x="2868626" y="6241693"/>
                  <a:pt x="2779141" y="6301387"/>
                  <a:pt x="2689195" y="6361081"/>
                </a:cubicBezTo>
                <a:cubicBezTo>
                  <a:pt x="2695192" y="6367016"/>
                  <a:pt x="2695192" y="6373299"/>
                  <a:pt x="2695192" y="6379234"/>
                </a:cubicBezTo>
                <a:cubicBezTo>
                  <a:pt x="2749159" y="6361430"/>
                  <a:pt x="2802666" y="6343278"/>
                  <a:pt x="2856633" y="6331408"/>
                </a:cubicBezTo>
                <a:cubicBezTo>
                  <a:pt x="2856633" y="6331408"/>
                  <a:pt x="2856633" y="6337343"/>
                  <a:pt x="2862630" y="6343278"/>
                </a:cubicBezTo>
                <a:cubicBezTo>
                  <a:pt x="2820655" y="6367364"/>
                  <a:pt x="2778680" y="6385168"/>
                  <a:pt x="2737166" y="6415190"/>
                </a:cubicBezTo>
                <a:cubicBezTo>
                  <a:pt x="2784676" y="6427058"/>
                  <a:pt x="2827112" y="6433342"/>
                  <a:pt x="2904604" y="6451146"/>
                </a:cubicBezTo>
                <a:cubicBezTo>
                  <a:pt x="2743163" y="6540862"/>
                  <a:pt x="2605245" y="6612774"/>
                  <a:pt x="2473324" y="6690620"/>
                </a:cubicBezTo>
                <a:cubicBezTo>
                  <a:pt x="2473324" y="6696554"/>
                  <a:pt x="2479321" y="6702489"/>
                  <a:pt x="2479321" y="6708424"/>
                </a:cubicBezTo>
                <a:cubicBezTo>
                  <a:pt x="2497310" y="6702489"/>
                  <a:pt x="2521296" y="6702489"/>
                  <a:pt x="2539285" y="6696554"/>
                </a:cubicBezTo>
                <a:cubicBezTo>
                  <a:pt x="2557274" y="6690620"/>
                  <a:pt x="2569267" y="6684686"/>
                  <a:pt x="2587256" y="6678751"/>
                </a:cubicBezTo>
                <a:cubicBezTo>
                  <a:pt x="2593252" y="6684686"/>
                  <a:pt x="2593252" y="6696554"/>
                  <a:pt x="2599249" y="6708424"/>
                </a:cubicBezTo>
                <a:cubicBezTo>
                  <a:pt x="2527292" y="6738445"/>
                  <a:pt x="2455796" y="6768118"/>
                  <a:pt x="2365850" y="6810008"/>
                </a:cubicBezTo>
                <a:cubicBezTo>
                  <a:pt x="2365850" y="6768118"/>
                  <a:pt x="2359393" y="6744380"/>
                  <a:pt x="2359393" y="6684686"/>
                </a:cubicBezTo>
                <a:cubicBezTo>
                  <a:pt x="2161972" y="6906008"/>
                  <a:pt x="1928574" y="6899724"/>
                  <a:pt x="1700710" y="6875986"/>
                </a:cubicBezTo>
                <a:cubicBezTo>
                  <a:pt x="1790656" y="6810008"/>
                  <a:pt x="1892595" y="6738096"/>
                  <a:pt x="1994534" y="6660250"/>
                </a:cubicBezTo>
                <a:cubicBezTo>
                  <a:pt x="1988538" y="6642446"/>
                  <a:pt x="1988077" y="6618708"/>
                  <a:pt x="1982080" y="6618708"/>
                </a:cubicBezTo>
                <a:cubicBezTo>
                  <a:pt x="1910123" y="6600904"/>
                  <a:pt x="1802649" y="6636512"/>
                  <a:pt x="1808646" y="6504905"/>
                </a:cubicBezTo>
                <a:cubicBezTo>
                  <a:pt x="1790656" y="6504905"/>
                  <a:pt x="1760674" y="6492687"/>
                  <a:pt x="1754678" y="6504905"/>
                </a:cubicBezTo>
                <a:cubicBezTo>
                  <a:pt x="1736689" y="6522708"/>
                  <a:pt x="1736689" y="6552730"/>
                  <a:pt x="1730692" y="6576818"/>
                </a:cubicBezTo>
                <a:cubicBezTo>
                  <a:pt x="1652739" y="6540862"/>
                  <a:pt x="1604768" y="6552730"/>
                  <a:pt x="1652739" y="6654315"/>
                </a:cubicBezTo>
                <a:cubicBezTo>
                  <a:pt x="1550800" y="6618708"/>
                  <a:pt x="1580782" y="6582752"/>
                  <a:pt x="1640746" y="6534927"/>
                </a:cubicBezTo>
                <a:cubicBezTo>
                  <a:pt x="1706707" y="6475232"/>
                  <a:pt x="1778664" y="6415190"/>
                  <a:pt x="1844163" y="6349212"/>
                </a:cubicBezTo>
                <a:cubicBezTo>
                  <a:pt x="1838166" y="6337343"/>
                  <a:pt x="1826635" y="6325474"/>
                  <a:pt x="1820638" y="6313605"/>
                </a:cubicBezTo>
                <a:cubicBezTo>
                  <a:pt x="1760674" y="6313605"/>
                  <a:pt x="1700710" y="6319540"/>
                  <a:pt x="1640746" y="6319540"/>
                </a:cubicBezTo>
                <a:cubicBezTo>
                  <a:pt x="1634750" y="6313605"/>
                  <a:pt x="1634750" y="6307670"/>
                  <a:pt x="1634750" y="6301736"/>
                </a:cubicBezTo>
                <a:cubicBezTo>
                  <a:pt x="1742685" y="6265780"/>
                  <a:pt x="1856617" y="6235410"/>
                  <a:pt x="1964091" y="6199454"/>
                </a:cubicBezTo>
                <a:cubicBezTo>
                  <a:pt x="1964091" y="6193519"/>
                  <a:pt x="1964091" y="6187584"/>
                  <a:pt x="1964091" y="6181650"/>
                </a:cubicBezTo>
                <a:cubicBezTo>
                  <a:pt x="1934109" y="6181650"/>
                  <a:pt x="1904588" y="6181650"/>
                  <a:pt x="1868610" y="6181650"/>
                </a:cubicBezTo>
                <a:cubicBezTo>
                  <a:pt x="1868610" y="6175716"/>
                  <a:pt x="1862613" y="6163846"/>
                  <a:pt x="1862613" y="6157912"/>
                </a:cubicBezTo>
                <a:cubicBezTo>
                  <a:pt x="1994534" y="6080065"/>
                  <a:pt x="2119998" y="6008502"/>
                  <a:pt x="2275904" y="5918786"/>
                </a:cubicBezTo>
                <a:cubicBezTo>
                  <a:pt x="2060034" y="5978480"/>
                  <a:pt x="1862152" y="6020371"/>
                  <a:pt x="1718700" y="6169781"/>
                </a:cubicBezTo>
                <a:cubicBezTo>
                  <a:pt x="1700710" y="6181650"/>
                  <a:pt x="1670728" y="6181650"/>
                  <a:pt x="1646743" y="6181650"/>
                </a:cubicBezTo>
                <a:cubicBezTo>
                  <a:pt x="1604768" y="6187584"/>
                  <a:pt x="1556797" y="6187584"/>
                  <a:pt x="1508825" y="6193519"/>
                </a:cubicBezTo>
                <a:cubicBezTo>
                  <a:pt x="1461315" y="6205737"/>
                  <a:pt x="1419340" y="6217606"/>
                  <a:pt x="1437330" y="6133824"/>
                </a:cubicBezTo>
                <a:cubicBezTo>
                  <a:pt x="1389358" y="6145694"/>
                  <a:pt x="1347384" y="6157912"/>
                  <a:pt x="1299412" y="6169781"/>
                </a:cubicBezTo>
                <a:cubicBezTo>
                  <a:pt x="1281423" y="6133824"/>
                  <a:pt x="1269430" y="6103803"/>
                  <a:pt x="1245445" y="6061912"/>
                </a:cubicBezTo>
                <a:cubicBezTo>
                  <a:pt x="1263434" y="6044109"/>
                  <a:pt x="1281423" y="6026306"/>
                  <a:pt x="1305409" y="6008153"/>
                </a:cubicBezTo>
                <a:cubicBezTo>
                  <a:pt x="1377366" y="5948459"/>
                  <a:pt x="1448861" y="5894700"/>
                  <a:pt x="1526814" y="5840940"/>
                </a:cubicBezTo>
                <a:cubicBezTo>
                  <a:pt x="1364912" y="5793115"/>
                  <a:pt x="1371369" y="5942524"/>
                  <a:pt x="1305409" y="6008153"/>
                </a:cubicBezTo>
                <a:cubicBezTo>
                  <a:pt x="1269430" y="6014436"/>
                  <a:pt x="1227456" y="6020371"/>
                  <a:pt x="1185481" y="6026306"/>
                </a:cubicBezTo>
                <a:cubicBezTo>
                  <a:pt x="1239448" y="5852809"/>
                  <a:pt x="1383362" y="5786832"/>
                  <a:pt x="1557258" y="5739006"/>
                </a:cubicBezTo>
                <a:cubicBezTo>
                  <a:pt x="1449322" y="5708984"/>
                  <a:pt x="1329394" y="5804635"/>
                  <a:pt x="1245445" y="5673028"/>
                </a:cubicBezTo>
                <a:cubicBezTo>
                  <a:pt x="1431333" y="5559226"/>
                  <a:pt x="1610764" y="5445772"/>
                  <a:pt x="1796192" y="5331970"/>
                </a:cubicBezTo>
                <a:cubicBezTo>
                  <a:pt x="1790195" y="5320100"/>
                  <a:pt x="1784660" y="5307882"/>
                  <a:pt x="1778664" y="5290079"/>
                </a:cubicBezTo>
                <a:cubicBezTo>
                  <a:pt x="1736689" y="5307882"/>
                  <a:pt x="1688718" y="5320100"/>
                  <a:pt x="1646743" y="5343838"/>
                </a:cubicBezTo>
                <a:cubicBezTo>
                  <a:pt x="1550800" y="5385729"/>
                  <a:pt x="1436868" y="5421686"/>
                  <a:pt x="1358915" y="5487663"/>
                </a:cubicBezTo>
                <a:cubicBezTo>
                  <a:pt x="1274966" y="5553292"/>
                  <a:pt x="1221459" y="5648942"/>
                  <a:pt x="1143506" y="5744940"/>
                </a:cubicBezTo>
                <a:cubicBezTo>
                  <a:pt x="1149502" y="5714919"/>
                  <a:pt x="1149502" y="5684898"/>
                  <a:pt x="1161495" y="5673028"/>
                </a:cubicBezTo>
                <a:cubicBezTo>
                  <a:pt x="1268969" y="5553292"/>
                  <a:pt x="1383362" y="5439838"/>
                  <a:pt x="1497294" y="5326035"/>
                </a:cubicBezTo>
                <a:cubicBezTo>
                  <a:pt x="1515283" y="5302297"/>
                  <a:pt x="1526814" y="5278210"/>
                  <a:pt x="1538807" y="5254123"/>
                </a:cubicBezTo>
                <a:cubicBezTo>
                  <a:pt x="1508825" y="5248189"/>
                  <a:pt x="1448861" y="5242254"/>
                  <a:pt x="1448861" y="5242254"/>
                </a:cubicBezTo>
                <a:cubicBezTo>
                  <a:pt x="1431333" y="5326035"/>
                  <a:pt x="1365373" y="5290079"/>
                  <a:pt x="1323398" y="5301948"/>
                </a:cubicBezTo>
                <a:cubicBezTo>
                  <a:pt x="1317402" y="5296014"/>
                  <a:pt x="1317402" y="5296014"/>
                  <a:pt x="1317402" y="5296014"/>
                </a:cubicBezTo>
                <a:cubicBezTo>
                  <a:pt x="1317402" y="5260058"/>
                  <a:pt x="1311405" y="5218167"/>
                  <a:pt x="1317402" y="5182560"/>
                </a:cubicBezTo>
                <a:cubicBezTo>
                  <a:pt x="1329394" y="5146604"/>
                  <a:pt x="1353380" y="5116583"/>
                  <a:pt x="1383362" y="5050605"/>
                </a:cubicBezTo>
                <a:cubicBezTo>
                  <a:pt x="1299412" y="5068758"/>
                  <a:pt x="1257438" y="5080627"/>
                  <a:pt x="1197473" y="5098779"/>
                </a:cubicBezTo>
                <a:cubicBezTo>
                  <a:pt x="1185481" y="5086561"/>
                  <a:pt x="1167491" y="5062823"/>
                  <a:pt x="1143506" y="5026867"/>
                </a:cubicBezTo>
                <a:cubicBezTo>
                  <a:pt x="939628" y="5188495"/>
                  <a:pt x="694236" y="5092496"/>
                  <a:pt x="466373" y="5128452"/>
                </a:cubicBezTo>
                <a:cubicBezTo>
                  <a:pt x="460377" y="5122517"/>
                  <a:pt x="454380" y="5110648"/>
                  <a:pt x="454380" y="5098779"/>
                </a:cubicBezTo>
                <a:cubicBezTo>
                  <a:pt x="490359" y="5080627"/>
                  <a:pt x="532333" y="5068758"/>
                  <a:pt x="574308" y="5050605"/>
                </a:cubicBezTo>
                <a:cubicBezTo>
                  <a:pt x="616283" y="5032802"/>
                  <a:pt x="664254" y="5020933"/>
                  <a:pt x="676247" y="5014998"/>
                </a:cubicBezTo>
                <a:cubicBezTo>
                  <a:pt x="670251" y="4919348"/>
                  <a:pt x="670251" y="4835218"/>
                  <a:pt x="664254" y="4757371"/>
                </a:cubicBezTo>
                <a:cubicBezTo>
                  <a:pt x="652262" y="4757371"/>
                  <a:pt x="616283" y="4769589"/>
                  <a:pt x="574308" y="4787393"/>
                </a:cubicBezTo>
                <a:cubicBezTo>
                  <a:pt x="562316" y="4715830"/>
                  <a:pt x="550323" y="4643918"/>
                  <a:pt x="532333" y="4548267"/>
                </a:cubicBezTo>
                <a:cubicBezTo>
                  <a:pt x="484362" y="4602027"/>
                  <a:pt x="430395" y="4643918"/>
                  <a:pt x="394416" y="4697677"/>
                </a:cubicBezTo>
                <a:cubicBezTo>
                  <a:pt x="346445" y="4763655"/>
                  <a:pt x="274488" y="4745502"/>
                  <a:pt x="214985" y="4649852"/>
                </a:cubicBezTo>
                <a:cubicBezTo>
                  <a:pt x="310466" y="4613896"/>
                  <a:pt x="406870" y="4584223"/>
                  <a:pt x="502351" y="4554202"/>
                </a:cubicBezTo>
                <a:cubicBezTo>
                  <a:pt x="496355" y="4548267"/>
                  <a:pt x="496816" y="4536049"/>
                  <a:pt x="496816" y="4530115"/>
                </a:cubicBezTo>
                <a:cubicBezTo>
                  <a:pt x="376888" y="4517897"/>
                  <a:pt x="250964" y="4512311"/>
                  <a:pt x="143028" y="4500093"/>
                </a:cubicBezTo>
                <a:cubicBezTo>
                  <a:pt x="131035" y="4434465"/>
                  <a:pt x="119043" y="4392574"/>
                  <a:pt x="125039" y="4350684"/>
                </a:cubicBezTo>
                <a:cubicBezTo>
                  <a:pt x="137032" y="4272837"/>
                  <a:pt x="137032" y="4189056"/>
                  <a:pt x="220982" y="4129013"/>
                </a:cubicBezTo>
                <a:cubicBezTo>
                  <a:pt x="346445" y="4033363"/>
                  <a:pt x="454380" y="3919909"/>
                  <a:pt x="580305" y="3806106"/>
                </a:cubicBezTo>
                <a:cubicBezTo>
                  <a:pt x="526337" y="3794237"/>
                  <a:pt x="484362" y="3788303"/>
                  <a:pt x="442387" y="3782368"/>
                </a:cubicBezTo>
                <a:cubicBezTo>
                  <a:pt x="436852" y="3764216"/>
                  <a:pt x="430856" y="3751998"/>
                  <a:pt x="424859" y="3740129"/>
                </a:cubicBezTo>
                <a:cubicBezTo>
                  <a:pt x="616283" y="3572566"/>
                  <a:pt x="814165" y="3405004"/>
                  <a:pt x="1011585" y="3237442"/>
                </a:cubicBezTo>
                <a:cubicBezTo>
                  <a:pt x="999592" y="3225224"/>
                  <a:pt x="987599" y="3213704"/>
                  <a:pt x="981603" y="3201486"/>
                </a:cubicBezTo>
                <a:cubicBezTo>
                  <a:pt x="783721" y="3369048"/>
                  <a:pt x="586301" y="3536959"/>
                  <a:pt x="382885" y="3704522"/>
                </a:cubicBezTo>
                <a:cubicBezTo>
                  <a:pt x="382885" y="3704522"/>
                  <a:pt x="382885" y="3686369"/>
                  <a:pt x="382885" y="3668217"/>
                </a:cubicBezTo>
                <a:cubicBezTo>
                  <a:pt x="316924" y="3692304"/>
                  <a:pt x="202992" y="3853582"/>
                  <a:pt x="202992" y="3919560"/>
                </a:cubicBezTo>
                <a:cubicBezTo>
                  <a:pt x="208989" y="3943647"/>
                  <a:pt x="214985" y="3979254"/>
                  <a:pt x="202992" y="3997406"/>
                </a:cubicBezTo>
                <a:cubicBezTo>
                  <a:pt x="149025" y="4081188"/>
                  <a:pt x="89061" y="4165318"/>
                  <a:pt x="35093" y="4243165"/>
                </a:cubicBezTo>
                <a:cubicBezTo>
                  <a:pt x="-42860" y="4099340"/>
                  <a:pt x="29097" y="3949581"/>
                  <a:pt x="59079" y="3800172"/>
                </a:cubicBezTo>
                <a:cubicBezTo>
                  <a:pt x="77068" y="3710456"/>
                  <a:pt x="167014" y="3662631"/>
                  <a:pt x="173010" y="3548828"/>
                </a:cubicBezTo>
                <a:cubicBezTo>
                  <a:pt x="185003" y="3435026"/>
                  <a:pt x="298935" y="3321223"/>
                  <a:pt x="370892" y="3207420"/>
                </a:cubicBezTo>
                <a:cubicBezTo>
                  <a:pt x="382885" y="3189617"/>
                  <a:pt x="406409" y="3177399"/>
                  <a:pt x="418402" y="3159595"/>
                </a:cubicBezTo>
                <a:cubicBezTo>
                  <a:pt x="550323" y="3027989"/>
                  <a:pt x="688240" y="2902318"/>
                  <a:pt x="814165" y="2764777"/>
                </a:cubicBezTo>
                <a:cubicBezTo>
                  <a:pt x="838150" y="2740690"/>
                  <a:pt x="826157" y="2675061"/>
                  <a:pt x="826157" y="2633170"/>
                </a:cubicBezTo>
                <a:cubicBezTo>
                  <a:pt x="927635" y="2381827"/>
                  <a:pt x="1053560" y="2142353"/>
                  <a:pt x="1286958" y="1998528"/>
                </a:cubicBezTo>
                <a:cubicBezTo>
                  <a:pt x="1634750" y="1777207"/>
                  <a:pt x="1994073" y="1579972"/>
                  <a:pt x="2341865" y="1370519"/>
                </a:cubicBezTo>
                <a:cubicBezTo>
                  <a:pt x="2713181" y="1142914"/>
                  <a:pt x="3126472" y="1017242"/>
                  <a:pt x="3527770" y="861549"/>
                </a:cubicBezTo>
                <a:cubicBezTo>
                  <a:pt x="3563748" y="849680"/>
                  <a:pt x="3605723" y="837811"/>
                  <a:pt x="3653694" y="849680"/>
                </a:cubicBezTo>
                <a:cubicBezTo>
                  <a:pt x="3605723" y="873767"/>
                  <a:pt x="3552216" y="903440"/>
                  <a:pt x="3504245" y="927527"/>
                </a:cubicBezTo>
                <a:cubicBezTo>
                  <a:pt x="3659690" y="969417"/>
                  <a:pt x="3660152" y="969417"/>
                  <a:pt x="3809601" y="897854"/>
                </a:cubicBezTo>
                <a:cubicBezTo>
                  <a:pt x="3869565" y="867833"/>
                  <a:pt x="3935525" y="837811"/>
                  <a:pt x="4001486" y="820008"/>
                </a:cubicBezTo>
                <a:cubicBezTo>
                  <a:pt x="4186913" y="772182"/>
                  <a:pt x="4360809" y="694336"/>
                  <a:pt x="4528247" y="592402"/>
                </a:cubicBezTo>
                <a:cubicBezTo>
                  <a:pt x="4642179" y="526774"/>
                  <a:pt x="4798086" y="532708"/>
                  <a:pt x="4936002" y="508970"/>
                </a:cubicBezTo>
                <a:cubicBezTo>
                  <a:pt x="5031946" y="490818"/>
                  <a:pt x="5127426" y="478599"/>
                  <a:pt x="5229366" y="454862"/>
                </a:cubicBezTo>
                <a:cubicBezTo>
                  <a:pt x="5456768" y="401102"/>
                  <a:pt x="5678634" y="335124"/>
                  <a:pt x="5912494" y="287300"/>
                </a:cubicBezTo>
                <a:cubicBezTo>
                  <a:pt x="5960466" y="275431"/>
                  <a:pt x="6020430" y="311037"/>
                  <a:pt x="6074398" y="316972"/>
                </a:cubicBezTo>
                <a:cubicBezTo>
                  <a:pt x="6164344" y="316972"/>
                  <a:pt x="6253828" y="316972"/>
                  <a:pt x="6331782" y="316972"/>
                </a:cubicBezTo>
                <a:cubicBezTo>
                  <a:pt x="6313792" y="329190"/>
                  <a:pt x="6283810" y="352928"/>
                  <a:pt x="6247832" y="382949"/>
                </a:cubicBezTo>
                <a:cubicBezTo>
                  <a:pt x="6253828" y="388884"/>
                  <a:pt x="6253828" y="394818"/>
                  <a:pt x="6259826" y="400753"/>
                </a:cubicBezTo>
                <a:cubicBezTo>
                  <a:pt x="6481692" y="322906"/>
                  <a:pt x="6703098" y="245409"/>
                  <a:pt x="6924966" y="167562"/>
                </a:cubicBezTo>
                <a:cubicBezTo>
                  <a:pt x="6930962" y="179431"/>
                  <a:pt x="6930500" y="185715"/>
                  <a:pt x="6936496" y="197584"/>
                </a:cubicBezTo>
                <a:cubicBezTo>
                  <a:pt x="6721086" y="281365"/>
                  <a:pt x="6511674" y="359212"/>
                  <a:pt x="6271818" y="454862"/>
                </a:cubicBezTo>
                <a:cubicBezTo>
                  <a:pt x="6313792" y="490818"/>
                  <a:pt x="6355768" y="538643"/>
                  <a:pt x="6373296" y="532708"/>
                </a:cubicBezTo>
                <a:cubicBezTo>
                  <a:pt x="6427262" y="514556"/>
                  <a:pt x="6529664" y="550861"/>
                  <a:pt x="6523666" y="431124"/>
                </a:cubicBezTo>
                <a:cubicBezTo>
                  <a:pt x="6523666" y="418905"/>
                  <a:pt x="6577174" y="400753"/>
                  <a:pt x="6613152" y="394818"/>
                </a:cubicBezTo>
                <a:cubicBezTo>
                  <a:pt x="6703098" y="382949"/>
                  <a:pt x="6799040" y="382949"/>
                  <a:pt x="6882990" y="365146"/>
                </a:cubicBezTo>
                <a:cubicBezTo>
                  <a:pt x="6996922" y="335124"/>
                  <a:pt x="7110854" y="299168"/>
                  <a:pt x="7212330" y="257278"/>
                </a:cubicBezTo>
                <a:cubicBezTo>
                  <a:pt x="7362242" y="191300"/>
                  <a:pt x="7512152" y="113803"/>
                  <a:pt x="7655604" y="42240"/>
                </a:cubicBezTo>
                <a:cubicBezTo>
                  <a:pt x="7673594" y="35956"/>
                  <a:pt x="7691582" y="35607"/>
                  <a:pt x="7727562" y="23738"/>
                </a:cubicBezTo>
                <a:cubicBezTo>
                  <a:pt x="7703576" y="53760"/>
                  <a:pt x="7691582" y="71563"/>
                  <a:pt x="7655604" y="113453"/>
                </a:cubicBezTo>
                <a:cubicBezTo>
                  <a:pt x="7847490" y="71563"/>
                  <a:pt x="8020924" y="35956"/>
                  <a:pt x="8188822" y="0"/>
                </a:cubicBezTo>
                <a:close/>
              </a:path>
            </a:pathLst>
          </a:custGeom>
          <a:solidFill>
            <a:srgbClr val="ACB1BB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 b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IMAGE REPLACE</a:t>
            </a:r>
          </a:p>
        </p:txBody>
      </p:sp>
    </p:spTree>
    <p:extLst>
      <p:ext uri="{BB962C8B-B14F-4D97-AF65-F5344CB8AC3E}">
        <p14:creationId xmlns:p14="http://schemas.microsoft.com/office/powerpoint/2010/main" val="871351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8">
            <a:extLst>
              <a:ext uri="{FF2B5EF4-FFF2-40B4-BE49-F238E27FC236}">
                <a16:creationId xmlns:a16="http://schemas.microsoft.com/office/drawing/2014/main" id="{304E2F63-C8BC-4304-DEE9-8E78B4AC4E5F}"/>
              </a:ext>
            </a:extLst>
          </p:cNvPr>
          <p:cNvSpPr>
            <a:spLocks noGrp="1"/>
          </p:cNvSpPr>
          <p:nvPr>
            <p:ph type="pic" sz="quarter" idx="182" hasCustomPrompt="1"/>
          </p:nvPr>
        </p:nvSpPr>
        <p:spPr>
          <a:xfrm>
            <a:off x="4785451" y="1156653"/>
            <a:ext cx="6525351" cy="4977448"/>
          </a:xfrm>
          <a:custGeom>
            <a:avLst/>
            <a:gdLst>
              <a:gd name="connsiteX0" fmla="*/ 6729832 w 10852944"/>
              <a:gd name="connsiteY0" fmla="*/ 0 h 8278476"/>
              <a:gd name="connsiteX1" fmla="*/ 7009696 w 10852944"/>
              <a:gd name="connsiteY1" fmla="*/ 69759 h 8278476"/>
              <a:gd name="connsiteX2" fmla="*/ 7132294 w 10852944"/>
              <a:gd name="connsiteY2" fmla="*/ 104639 h 8278476"/>
              <a:gd name="connsiteX3" fmla="*/ 7231276 w 10852944"/>
              <a:gd name="connsiteY3" fmla="*/ 454587 h 8278476"/>
              <a:gd name="connsiteX4" fmla="*/ 7067980 w 10852944"/>
              <a:gd name="connsiteY4" fmla="*/ 535845 h 8278476"/>
              <a:gd name="connsiteX5" fmla="*/ 6846400 w 10852944"/>
              <a:gd name="connsiteY5" fmla="*/ 628986 h 8278476"/>
              <a:gd name="connsiteX6" fmla="*/ 7032808 w 10852944"/>
              <a:gd name="connsiteY6" fmla="*/ 786136 h 8278476"/>
              <a:gd name="connsiteX7" fmla="*/ 7370958 w 10852944"/>
              <a:gd name="connsiteY7" fmla="*/ 768888 h 8278476"/>
              <a:gd name="connsiteX8" fmla="*/ 7470444 w 10852944"/>
              <a:gd name="connsiteY8" fmla="*/ 728259 h 8278476"/>
              <a:gd name="connsiteX9" fmla="*/ 7622184 w 10852944"/>
              <a:gd name="connsiteY9" fmla="*/ 751257 h 8278476"/>
              <a:gd name="connsiteX10" fmla="*/ 7610628 w 10852944"/>
              <a:gd name="connsiteY10" fmla="*/ 896908 h 8278476"/>
              <a:gd name="connsiteX11" fmla="*/ 7738752 w 10852944"/>
              <a:gd name="connsiteY11" fmla="*/ 1223092 h 8278476"/>
              <a:gd name="connsiteX12" fmla="*/ 8426608 w 10852944"/>
              <a:gd name="connsiteY12" fmla="*/ 1509029 h 8278476"/>
              <a:gd name="connsiteX13" fmla="*/ 8864244 w 10852944"/>
              <a:gd name="connsiteY13" fmla="*/ 1485648 h 8278476"/>
              <a:gd name="connsiteX14" fmla="*/ 9226008 w 10852944"/>
              <a:gd name="connsiteY14" fmla="*/ 1403623 h 8278476"/>
              <a:gd name="connsiteX15" fmla="*/ 9429500 w 10852944"/>
              <a:gd name="connsiteY15" fmla="*/ 1368743 h 8278476"/>
              <a:gd name="connsiteX16" fmla="*/ 9114966 w 10852944"/>
              <a:gd name="connsiteY16" fmla="*/ 1497147 h 8278476"/>
              <a:gd name="connsiteX17" fmla="*/ 9284292 w 10852944"/>
              <a:gd name="connsiteY17" fmla="*/ 1619418 h 8278476"/>
              <a:gd name="connsiteX18" fmla="*/ 9150138 w 10852944"/>
              <a:gd name="connsiteY18" fmla="*/ 1636666 h 8278476"/>
              <a:gd name="connsiteX19" fmla="*/ 9056682 w 10852944"/>
              <a:gd name="connsiteY19" fmla="*/ 1706809 h 8278476"/>
              <a:gd name="connsiteX20" fmla="*/ 8934084 w 10852944"/>
              <a:gd name="connsiteY20" fmla="*/ 1794200 h 8278476"/>
              <a:gd name="connsiteX21" fmla="*/ 8572320 w 10852944"/>
              <a:gd name="connsiteY21" fmla="*/ 1945601 h 8278476"/>
              <a:gd name="connsiteX22" fmla="*/ 8467808 w 10852944"/>
              <a:gd name="connsiteY22" fmla="*/ 1986230 h 8278476"/>
              <a:gd name="connsiteX23" fmla="*/ 8339684 w 10852944"/>
              <a:gd name="connsiteY23" fmla="*/ 2009611 h 8278476"/>
              <a:gd name="connsiteX24" fmla="*/ 8409524 w 10852944"/>
              <a:gd name="connsiteY24" fmla="*/ 2382557 h 8278476"/>
              <a:gd name="connsiteX25" fmla="*/ 8578348 w 10852944"/>
              <a:gd name="connsiteY25" fmla="*/ 2592219 h 8278476"/>
              <a:gd name="connsiteX26" fmla="*/ 8654220 w 10852944"/>
              <a:gd name="connsiteY26" fmla="*/ 2650479 h 8278476"/>
              <a:gd name="connsiteX27" fmla="*/ 8840628 w 10852944"/>
              <a:gd name="connsiteY27" fmla="*/ 2831011 h 8278476"/>
              <a:gd name="connsiteX28" fmla="*/ 8904942 w 10852944"/>
              <a:gd name="connsiteY28" fmla="*/ 3005793 h 8278476"/>
              <a:gd name="connsiteX29" fmla="*/ 8881828 w 10852944"/>
              <a:gd name="connsiteY29" fmla="*/ 3221588 h 8278476"/>
              <a:gd name="connsiteX30" fmla="*/ 8846658 w 10852944"/>
              <a:gd name="connsiteY30" fmla="*/ 3343859 h 8278476"/>
              <a:gd name="connsiteX31" fmla="*/ 8893384 w 10852944"/>
              <a:gd name="connsiteY31" fmla="*/ 3530140 h 8278476"/>
              <a:gd name="connsiteX32" fmla="*/ 9022012 w 10852944"/>
              <a:gd name="connsiteY32" fmla="*/ 3629030 h 8278476"/>
              <a:gd name="connsiteX33" fmla="*/ 8799930 w 10852944"/>
              <a:gd name="connsiteY33" fmla="*/ 3617531 h 8278476"/>
              <a:gd name="connsiteX34" fmla="*/ 8846658 w 10852944"/>
              <a:gd name="connsiteY34" fmla="*/ 3687290 h 8278476"/>
              <a:gd name="connsiteX35" fmla="*/ 9499844 w 10852944"/>
              <a:gd name="connsiteY35" fmla="*/ 4042604 h 8278476"/>
              <a:gd name="connsiteX36" fmla="*/ 9995764 w 10852944"/>
              <a:gd name="connsiteY36" fmla="*/ 4310527 h 8278476"/>
              <a:gd name="connsiteX37" fmla="*/ 10159060 w 10852944"/>
              <a:gd name="connsiteY37" fmla="*/ 4322409 h 8278476"/>
              <a:gd name="connsiteX38" fmla="*/ 10602222 w 10852944"/>
              <a:gd name="connsiteY38" fmla="*/ 4433181 h 8278476"/>
              <a:gd name="connsiteX39" fmla="*/ 10829330 w 10852944"/>
              <a:gd name="connsiteY39" fmla="*/ 4788495 h 8278476"/>
              <a:gd name="connsiteX40" fmla="*/ 10718792 w 10852944"/>
              <a:gd name="connsiteY40" fmla="*/ 4776612 h 8278476"/>
              <a:gd name="connsiteX41" fmla="*/ 10684120 w 10852944"/>
              <a:gd name="connsiteY41" fmla="*/ 4823374 h 8278476"/>
              <a:gd name="connsiteX42" fmla="*/ 10852944 w 10852944"/>
              <a:gd name="connsiteY42" fmla="*/ 4893134 h 8278476"/>
              <a:gd name="connsiteX43" fmla="*/ 10806216 w 10852944"/>
              <a:gd name="connsiteY43" fmla="*/ 4898883 h 8278476"/>
              <a:gd name="connsiteX44" fmla="*/ 10596192 w 10852944"/>
              <a:gd name="connsiteY44" fmla="*/ 4962893 h 8278476"/>
              <a:gd name="connsiteX45" fmla="*/ 10392196 w 10852944"/>
              <a:gd name="connsiteY45" fmla="*/ 4980525 h 8278476"/>
              <a:gd name="connsiteX46" fmla="*/ 10240456 w 10852944"/>
              <a:gd name="connsiteY46" fmla="*/ 4980525 h 8278476"/>
              <a:gd name="connsiteX47" fmla="*/ 10327884 w 10852944"/>
              <a:gd name="connsiteY47" fmla="*/ 5097046 h 8278476"/>
              <a:gd name="connsiteX48" fmla="*/ 10205788 w 10852944"/>
              <a:gd name="connsiteY48" fmla="*/ 5056034 h 8278476"/>
              <a:gd name="connsiteX49" fmla="*/ 9756596 w 10852944"/>
              <a:gd name="connsiteY49" fmla="*/ 4817242 h 8278476"/>
              <a:gd name="connsiteX50" fmla="*/ 9126524 w 10852944"/>
              <a:gd name="connsiteY50" fmla="*/ 4520572 h 8278476"/>
              <a:gd name="connsiteX51" fmla="*/ 8992368 w 10852944"/>
              <a:gd name="connsiteY51" fmla="*/ 4415549 h 8278476"/>
              <a:gd name="connsiteX52" fmla="*/ 9015984 w 10852944"/>
              <a:gd name="connsiteY52" fmla="*/ 4368787 h 8278476"/>
              <a:gd name="connsiteX53" fmla="*/ 9237564 w 10852944"/>
              <a:gd name="connsiteY53" fmla="*/ 4433181 h 8278476"/>
              <a:gd name="connsiteX54" fmla="*/ 9756596 w 10852944"/>
              <a:gd name="connsiteY54" fmla="*/ 4753232 h 8278476"/>
              <a:gd name="connsiteX55" fmla="*/ 9931450 w 10852944"/>
              <a:gd name="connsiteY55" fmla="*/ 4858254 h 8278476"/>
              <a:gd name="connsiteX56" fmla="*/ 9995764 w 10852944"/>
              <a:gd name="connsiteY56" fmla="*/ 4555452 h 8278476"/>
              <a:gd name="connsiteX57" fmla="*/ 9896278 w 10852944"/>
              <a:gd name="connsiteY57" fmla="*/ 4409800 h 8278476"/>
              <a:gd name="connsiteX58" fmla="*/ 9453116 w 10852944"/>
              <a:gd name="connsiteY58" fmla="*/ 4287529 h 8278476"/>
              <a:gd name="connsiteX59" fmla="*/ 9080296 w 10852944"/>
              <a:gd name="connsiteY59" fmla="*/ 4292895 h 8278476"/>
              <a:gd name="connsiteX60" fmla="*/ 9056682 w 10852944"/>
              <a:gd name="connsiteY60" fmla="*/ 4188256 h 8278476"/>
              <a:gd name="connsiteX61" fmla="*/ 8957700 w 10852944"/>
              <a:gd name="connsiteY61" fmla="*/ 4135744 h 8278476"/>
              <a:gd name="connsiteX62" fmla="*/ 8683864 w 10852944"/>
              <a:gd name="connsiteY62" fmla="*/ 4118496 h 8278476"/>
              <a:gd name="connsiteX63" fmla="*/ 8572320 w 10852944"/>
              <a:gd name="connsiteY63" fmla="*/ 4164875 h 8278476"/>
              <a:gd name="connsiteX64" fmla="*/ 8263814 w 10852944"/>
              <a:gd name="connsiteY64" fmla="*/ 4421299 h 8278476"/>
              <a:gd name="connsiteX65" fmla="*/ 8076902 w 10852944"/>
              <a:gd name="connsiteY65" fmla="*/ 4566951 h 8278476"/>
              <a:gd name="connsiteX66" fmla="*/ 8094488 w 10852944"/>
              <a:gd name="connsiteY66" fmla="*/ 4881635 h 8278476"/>
              <a:gd name="connsiteX67" fmla="*/ 8298484 w 10852944"/>
              <a:gd name="connsiteY67" fmla="*/ 4875502 h 8278476"/>
              <a:gd name="connsiteX68" fmla="*/ 8368324 w 10852944"/>
              <a:gd name="connsiteY68" fmla="*/ 4805743 h 8278476"/>
              <a:gd name="connsiteX69" fmla="*/ 8578348 w 10852944"/>
              <a:gd name="connsiteY69" fmla="*/ 5079798 h 8278476"/>
              <a:gd name="connsiteX70" fmla="*/ 8502478 w 10852944"/>
              <a:gd name="connsiteY70" fmla="*/ 5306708 h 8278476"/>
              <a:gd name="connsiteX71" fmla="*/ 8508508 w 10852944"/>
              <a:gd name="connsiteY71" fmla="*/ 5399849 h 8278476"/>
              <a:gd name="connsiteX72" fmla="*/ 8415554 w 10852944"/>
              <a:gd name="connsiteY72" fmla="*/ 5417480 h 8278476"/>
              <a:gd name="connsiteX73" fmla="*/ 8152772 w 10852944"/>
              <a:gd name="connsiteY73" fmla="*/ 5376468 h 8278476"/>
              <a:gd name="connsiteX74" fmla="*/ 8088960 w 10852944"/>
              <a:gd name="connsiteY74" fmla="*/ 5295210 h 8278476"/>
              <a:gd name="connsiteX75" fmla="*/ 8013092 w 10852944"/>
              <a:gd name="connsiteY75" fmla="*/ 5161057 h 8278476"/>
              <a:gd name="connsiteX76" fmla="*/ 7831706 w 10852944"/>
              <a:gd name="connsiteY76" fmla="*/ 5184438 h 8278476"/>
              <a:gd name="connsiteX77" fmla="*/ 7622184 w 10852944"/>
              <a:gd name="connsiteY77" fmla="*/ 5242698 h 8278476"/>
              <a:gd name="connsiteX78" fmla="*/ 7353876 w 10852944"/>
              <a:gd name="connsiteY78" fmla="*/ 5388350 h 8278476"/>
              <a:gd name="connsiteX79" fmla="*/ 7370958 w 10852944"/>
              <a:gd name="connsiteY79" fmla="*/ 5586513 h 8278476"/>
              <a:gd name="connsiteX80" fmla="*/ 7610628 w 10852944"/>
              <a:gd name="connsiteY80" fmla="*/ 5865934 h 8278476"/>
              <a:gd name="connsiteX81" fmla="*/ 7645296 w 10852944"/>
              <a:gd name="connsiteY81" fmla="*/ 5912696 h 8278476"/>
              <a:gd name="connsiteX82" fmla="*/ 7750812 w 10852944"/>
              <a:gd name="connsiteY82" fmla="*/ 6244629 h 8278476"/>
              <a:gd name="connsiteX83" fmla="*/ 7744782 w 10852944"/>
              <a:gd name="connsiteY83" fmla="*/ 6285258 h 8278476"/>
              <a:gd name="connsiteX84" fmla="*/ 7406632 w 10852944"/>
              <a:gd name="connsiteY84" fmla="*/ 5965208 h 8278476"/>
              <a:gd name="connsiteX85" fmla="*/ 7161436 w 10852944"/>
              <a:gd name="connsiteY85" fmla="*/ 5586513 h 8278476"/>
              <a:gd name="connsiteX86" fmla="*/ 7027282 w 10852944"/>
              <a:gd name="connsiteY86" fmla="*/ 5551633 h 8278476"/>
              <a:gd name="connsiteX87" fmla="*/ 6957440 w 10852944"/>
              <a:gd name="connsiteY87" fmla="*/ 5638641 h 8278476"/>
              <a:gd name="connsiteX88" fmla="*/ 6933826 w 10852944"/>
              <a:gd name="connsiteY88" fmla="*/ 5708784 h 8278476"/>
              <a:gd name="connsiteX89" fmla="*/ 6712244 w 10852944"/>
              <a:gd name="connsiteY89" fmla="*/ 5685403 h 8278476"/>
              <a:gd name="connsiteX90" fmla="*/ 6449966 w 10852944"/>
              <a:gd name="connsiteY90" fmla="*/ 5592263 h 8278476"/>
              <a:gd name="connsiteX91" fmla="*/ 6327368 w 10852944"/>
              <a:gd name="connsiteY91" fmla="*/ 5609894 h 8278476"/>
              <a:gd name="connsiteX92" fmla="*/ 6199242 w 10852944"/>
              <a:gd name="connsiteY92" fmla="*/ 5638641 h 8278476"/>
              <a:gd name="connsiteX93" fmla="*/ 5995248 w 10852944"/>
              <a:gd name="connsiteY93" fmla="*/ 5656273 h 8278476"/>
              <a:gd name="connsiteX94" fmla="*/ 5895762 w 10852944"/>
              <a:gd name="connsiteY94" fmla="*/ 5708784 h 8278476"/>
              <a:gd name="connsiteX95" fmla="*/ 5825920 w 10852944"/>
              <a:gd name="connsiteY95" fmla="*/ 5854436 h 8278476"/>
              <a:gd name="connsiteX96" fmla="*/ 5814364 w 10852944"/>
              <a:gd name="connsiteY96" fmla="*/ 6000088 h 8278476"/>
              <a:gd name="connsiteX97" fmla="*/ 5785222 w 10852944"/>
              <a:gd name="connsiteY97" fmla="*/ 6599942 h 8278476"/>
              <a:gd name="connsiteX98" fmla="*/ 5837478 w 10852944"/>
              <a:gd name="connsiteY98" fmla="*/ 6827236 h 8278476"/>
              <a:gd name="connsiteX99" fmla="*/ 5744524 w 10852944"/>
              <a:gd name="connsiteY99" fmla="*/ 6949124 h 8278476"/>
              <a:gd name="connsiteX100" fmla="*/ 5615896 w 10852944"/>
              <a:gd name="connsiteY100" fmla="*/ 6803472 h 8278476"/>
              <a:gd name="connsiteX101" fmla="*/ 5645039 w 10852944"/>
              <a:gd name="connsiteY101" fmla="*/ 6617574 h 8278476"/>
              <a:gd name="connsiteX102" fmla="*/ 5563642 w 10852944"/>
              <a:gd name="connsiteY102" fmla="*/ 6145739 h 8278476"/>
              <a:gd name="connsiteX103" fmla="*/ 5580725 w 10852944"/>
              <a:gd name="connsiteY103" fmla="*/ 5767044 h 8278476"/>
              <a:gd name="connsiteX104" fmla="*/ 5470186 w 10852944"/>
              <a:gd name="connsiteY104" fmla="*/ 5638641 h 8278476"/>
              <a:gd name="connsiteX105" fmla="*/ 5242576 w 10852944"/>
              <a:gd name="connsiteY105" fmla="*/ 5551633 h 8278476"/>
              <a:gd name="connsiteX106" fmla="*/ 5178262 w 10852944"/>
              <a:gd name="connsiteY106" fmla="*/ 5592263 h 8278476"/>
              <a:gd name="connsiteX107" fmla="*/ 4980296 w 10852944"/>
              <a:gd name="connsiteY107" fmla="*/ 5563132 h 8278476"/>
              <a:gd name="connsiteX108" fmla="*/ 4705958 w 10852944"/>
              <a:gd name="connsiteY108" fmla="*/ 5225450 h 8278476"/>
              <a:gd name="connsiteX109" fmla="*/ 4519548 w 10852944"/>
              <a:gd name="connsiteY109" fmla="*/ 5143425 h 8278476"/>
              <a:gd name="connsiteX110" fmla="*/ 4245210 w 10852944"/>
              <a:gd name="connsiteY110" fmla="*/ 5114678 h 8278476"/>
              <a:gd name="connsiteX111" fmla="*/ 4245210 w 10852944"/>
              <a:gd name="connsiteY111" fmla="*/ 4997773 h 8278476"/>
              <a:gd name="connsiteX112" fmla="*/ 4192955 w 10852944"/>
              <a:gd name="connsiteY112" fmla="*/ 4875502 h 8278476"/>
              <a:gd name="connsiteX113" fmla="*/ 4088445 w 10852944"/>
              <a:gd name="connsiteY113" fmla="*/ 4934146 h 8278476"/>
              <a:gd name="connsiteX114" fmla="*/ 3930676 w 10852944"/>
              <a:gd name="connsiteY114" fmla="*/ 5126177 h 8278476"/>
              <a:gd name="connsiteX115" fmla="*/ 4006546 w 10852944"/>
              <a:gd name="connsiteY115" fmla="*/ 5161057 h 8278476"/>
              <a:gd name="connsiteX116" fmla="*/ 3988960 w 10852944"/>
              <a:gd name="connsiteY116" fmla="*/ 5347338 h 8278476"/>
              <a:gd name="connsiteX117" fmla="*/ 3889977 w 10852944"/>
              <a:gd name="connsiteY117" fmla="*/ 5510621 h 8278476"/>
              <a:gd name="connsiteX118" fmla="*/ 4047244 w 10852944"/>
              <a:gd name="connsiteY118" fmla="*/ 5598012 h 8278476"/>
              <a:gd name="connsiteX119" fmla="*/ 4344695 w 10852944"/>
              <a:gd name="connsiteY119" fmla="*/ 5615260 h 8278476"/>
              <a:gd name="connsiteX120" fmla="*/ 4350724 w 10852944"/>
              <a:gd name="connsiteY120" fmla="*/ 5656273 h 8278476"/>
              <a:gd name="connsiteX121" fmla="*/ 4216570 w 10852944"/>
              <a:gd name="connsiteY121" fmla="*/ 5685403 h 8278476"/>
              <a:gd name="connsiteX122" fmla="*/ 3971374 w 10852944"/>
              <a:gd name="connsiteY122" fmla="*/ 6017336 h 8278476"/>
              <a:gd name="connsiteX123" fmla="*/ 3924646 w 10852944"/>
              <a:gd name="connsiteY123" fmla="*/ 6186368 h 8278476"/>
              <a:gd name="connsiteX124" fmla="*/ 3965344 w 10852944"/>
              <a:gd name="connsiteY124" fmla="*/ 6407529 h 8278476"/>
              <a:gd name="connsiteX125" fmla="*/ 4543164 w 10852944"/>
              <a:gd name="connsiteY125" fmla="*/ 6646322 h 8278476"/>
              <a:gd name="connsiteX126" fmla="*/ 4653702 w 10852944"/>
              <a:gd name="connsiteY126" fmla="*/ 6710714 h 8278476"/>
              <a:gd name="connsiteX127" fmla="*/ 4566276 w 10852944"/>
              <a:gd name="connsiteY127" fmla="*/ 6821104 h 8278476"/>
              <a:gd name="connsiteX128" fmla="*/ 4175369 w 10852944"/>
              <a:gd name="connsiteY128" fmla="*/ 6856366 h 8278476"/>
              <a:gd name="connsiteX129" fmla="*/ 3976901 w 10852944"/>
              <a:gd name="connsiteY129" fmla="*/ 6914244 h 8278476"/>
              <a:gd name="connsiteX130" fmla="*/ 3948261 w 10852944"/>
              <a:gd name="connsiteY130" fmla="*/ 6937625 h 8278476"/>
              <a:gd name="connsiteX131" fmla="*/ 3638751 w 10852944"/>
              <a:gd name="connsiteY131" fmla="*/ 7159169 h 8278476"/>
              <a:gd name="connsiteX132" fmla="*/ 3673923 w 10852944"/>
              <a:gd name="connsiteY132" fmla="*/ 7357332 h 8278476"/>
              <a:gd name="connsiteX133" fmla="*/ 3738236 w 10852944"/>
              <a:gd name="connsiteY133" fmla="*/ 7461972 h 8278476"/>
              <a:gd name="connsiteX134" fmla="*/ 3586496 w 10852944"/>
              <a:gd name="connsiteY134" fmla="*/ 7531731 h 8278476"/>
              <a:gd name="connsiteX135" fmla="*/ 3458371 w 10852944"/>
              <a:gd name="connsiteY135" fmla="*/ 7444723 h 8278476"/>
              <a:gd name="connsiteX136" fmla="*/ 3353359 w 10852944"/>
              <a:gd name="connsiteY136" fmla="*/ 7421342 h 8278476"/>
              <a:gd name="connsiteX137" fmla="*/ 3400087 w 10852944"/>
              <a:gd name="connsiteY137" fmla="*/ 7514482 h 8278476"/>
              <a:gd name="connsiteX138" fmla="*/ 3475957 w 10852944"/>
              <a:gd name="connsiteY138" fmla="*/ 7642503 h 8278476"/>
              <a:gd name="connsiteX139" fmla="*/ 3429229 w 10852944"/>
              <a:gd name="connsiteY139" fmla="*/ 7683516 h 8278476"/>
              <a:gd name="connsiteX140" fmla="*/ 3335773 w 10852944"/>
              <a:gd name="connsiteY140" fmla="*/ 7601874 h 8278476"/>
              <a:gd name="connsiteX141" fmla="*/ 3119719 w 10852944"/>
              <a:gd name="connsiteY141" fmla="*/ 7601874 h 8278476"/>
              <a:gd name="connsiteX142" fmla="*/ 3119719 w 10852944"/>
              <a:gd name="connsiteY142" fmla="*/ 7636754 h 8278476"/>
              <a:gd name="connsiteX143" fmla="*/ 3400087 w 10852944"/>
              <a:gd name="connsiteY143" fmla="*/ 8021198 h 8278476"/>
              <a:gd name="connsiteX144" fmla="*/ 3394058 w 10852944"/>
              <a:gd name="connsiteY144" fmla="*/ 8143468 h 8278476"/>
              <a:gd name="connsiteX145" fmla="*/ 3265932 w 10852944"/>
              <a:gd name="connsiteY145" fmla="*/ 8138102 h 8278476"/>
              <a:gd name="connsiteX146" fmla="*/ 3003150 w 10852944"/>
              <a:gd name="connsiteY146" fmla="*/ 7799654 h 8278476"/>
              <a:gd name="connsiteX147" fmla="*/ 2501704 w 10852944"/>
              <a:gd name="connsiteY147" fmla="*/ 7736026 h 8278476"/>
              <a:gd name="connsiteX148" fmla="*/ 2437390 w 10852944"/>
              <a:gd name="connsiteY148" fmla="*/ 7922308 h 8278476"/>
              <a:gd name="connsiteX149" fmla="*/ 2472562 w 10852944"/>
              <a:gd name="connsiteY149" fmla="*/ 8067960 h 8278476"/>
              <a:gd name="connsiteX150" fmla="*/ 2414278 w 10852944"/>
              <a:gd name="connsiteY150" fmla="*/ 8266122 h 8278476"/>
              <a:gd name="connsiteX151" fmla="*/ 2355491 w 10852944"/>
              <a:gd name="connsiteY151" fmla="*/ 8278388 h 8278476"/>
              <a:gd name="connsiteX152" fmla="*/ 2292182 w 10852944"/>
              <a:gd name="connsiteY152" fmla="*/ 8259990 h 8278476"/>
              <a:gd name="connsiteX153" fmla="*/ 2198726 w 10852944"/>
              <a:gd name="connsiteY153" fmla="*/ 8062210 h 8278476"/>
              <a:gd name="connsiteX154" fmla="*/ 2198726 w 10852944"/>
              <a:gd name="connsiteY154" fmla="*/ 7905060 h 8278476"/>
              <a:gd name="connsiteX155" fmla="*/ 2046986 w 10852944"/>
              <a:gd name="connsiteY155" fmla="*/ 7782406 h 8278476"/>
              <a:gd name="connsiteX156" fmla="*/ 1673665 w 10852944"/>
              <a:gd name="connsiteY156" fmla="*/ 7997816 h 8278476"/>
              <a:gd name="connsiteX157" fmla="*/ 1563126 w 10852944"/>
              <a:gd name="connsiteY157" fmla="*/ 8120471 h 8278476"/>
              <a:gd name="connsiteX158" fmla="*/ 1521924 w 10852944"/>
              <a:gd name="connsiteY158" fmla="*/ 8097090 h 8278476"/>
              <a:gd name="connsiteX159" fmla="*/ 1557096 w 10852944"/>
              <a:gd name="connsiteY159" fmla="*/ 7980185 h 8278476"/>
              <a:gd name="connsiteX160" fmla="*/ 1592268 w 10852944"/>
              <a:gd name="connsiteY160" fmla="*/ 7776656 h 8278476"/>
              <a:gd name="connsiteX161" fmla="*/ 1452084 w 10852944"/>
              <a:gd name="connsiteY161" fmla="*/ 7712646 h 8278476"/>
              <a:gd name="connsiteX162" fmla="*/ 1248089 w 10852944"/>
              <a:gd name="connsiteY162" fmla="*/ 7660134 h 8278476"/>
              <a:gd name="connsiteX163" fmla="*/ 1131520 w 10852944"/>
              <a:gd name="connsiteY163" fmla="*/ 7299072 h 8278476"/>
              <a:gd name="connsiteX164" fmla="*/ 845625 w 10852944"/>
              <a:gd name="connsiteY164" fmla="*/ 7159169 h 8278476"/>
              <a:gd name="connsiteX165" fmla="*/ 716998 w 10852944"/>
              <a:gd name="connsiteY165" fmla="*/ 7159169 h 8278476"/>
              <a:gd name="connsiteX166" fmla="*/ 711471 w 10852944"/>
              <a:gd name="connsiteY166" fmla="*/ 7054530 h 8278476"/>
              <a:gd name="connsiteX167" fmla="*/ 740613 w 10852944"/>
              <a:gd name="connsiteY167" fmla="*/ 6984387 h 8278476"/>
              <a:gd name="connsiteX168" fmla="*/ 682329 w 10852944"/>
              <a:gd name="connsiteY168" fmla="*/ 6873998 h 8278476"/>
              <a:gd name="connsiteX169" fmla="*/ 402463 w 10852944"/>
              <a:gd name="connsiteY169" fmla="*/ 6885497 h 8278476"/>
              <a:gd name="connsiteX170" fmla="*/ 489890 w 10852944"/>
              <a:gd name="connsiteY170" fmla="*/ 6599942 h 8278476"/>
              <a:gd name="connsiteX171" fmla="*/ 489890 w 10852944"/>
              <a:gd name="connsiteY171" fmla="*/ 6419411 h 8278476"/>
              <a:gd name="connsiteX172" fmla="*/ 402463 w 10852944"/>
              <a:gd name="connsiteY172" fmla="*/ 6279509 h 8278476"/>
              <a:gd name="connsiteX173" fmla="*/ 291924 w 10852944"/>
              <a:gd name="connsiteY173" fmla="*/ 6582694 h 8278476"/>
              <a:gd name="connsiteX174" fmla="*/ 274338 w 10852944"/>
              <a:gd name="connsiteY174" fmla="*/ 6582694 h 8278476"/>
              <a:gd name="connsiteX175" fmla="*/ 285895 w 10852944"/>
              <a:gd name="connsiteY175" fmla="*/ 6413662 h 8278476"/>
              <a:gd name="connsiteX176" fmla="*/ 128125 w 10852944"/>
              <a:gd name="connsiteY176" fmla="*/ 6122358 h 8278476"/>
              <a:gd name="connsiteX177" fmla="*/ 0 w 10852944"/>
              <a:gd name="connsiteY177" fmla="*/ 6034967 h 8278476"/>
              <a:gd name="connsiteX178" fmla="*/ 23615 w 10852944"/>
              <a:gd name="connsiteY178" fmla="*/ 6000088 h 8278476"/>
              <a:gd name="connsiteX179" fmla="*/ 174853 w 10852944"/>
              <a:gd name="connsiteY179" fmla="*/ 6075596 h 8278476"/>
              <a:gd name="connsiteX180" fmla="*/ 274338 w 10852944"/>
              <a:gd name="connsiteY180" fmla="*/ 6139606 h 8278476"/>
              <a:gd name="connsiteX181" fmla="*/ 344179 w 10852944"/>
              <a:gd name="connsiteY181" fmla="*/ 6134240 h 8278476"/>
              <a:gd name="connsiteX182" fmla="*/ 355735 w 10852944"/>
              <a:gd name="connsiteY182" fmla="*/ 6063714 h 8278476"/>
              <a:gd name="connsiteX183" fmla="*/ 431606 w 10852944"/>
              <a:gd name="connsiteY183" fmla="*/ 5795792 h 8278476"/>
              <a:gd name="connsiteX184" fmla="*/ 454718 w 10852944"/>
              <a:gd name="connsiteY184" fmla="*/ 5510621 h 8278476"/>
              <a:gd name="connsiteX185" fmla="*/ 466777 w 10852944"/>
              <a:gd name="connsiteY185" fmla="*/ 5335839 h 8278476"/>
              <a:gd name="connsiteX186" fmla="*/ 530588 w 10852944"/>
              <a:gd name="connsiteY186" fmla="*/ 5201686 h 8278476"/>
              <a:gd name="connsiteX187" fmla="*/ 705441 w 10852944"/>
              <a:gd name="connsiteY187" fmla="*/ 4974776 h 8278476"/>
              <a:gd name="connsiteX188" fmla="*/ 1107905 w 10852944"/>
              <a:gd name="connsiteY188" fmla="*/ 4724484 h 8278476"/>
              <a:gd name="connsiteX189" fmla="*/ 1207390 w 10852944"/>
              <a:gd name="connsiteY189" fmla="*/ 4718352 h 8278476"/>
              <a:gd name="connsiteX190" fmla="*/ 1347072 w 10852944"/>
              <a:gd name="connsiteY190" fmla="*/ 4729851 h 8278476"/>
              <a:gd name="connsiteX191" fmla="*/ 1364657 w 10852944"/>
              <a:gd name="connsiteY191" fmla="*/ 4694971 h 8278476"/>
              <a:gd name="connsiteX192" fmla="*/ 1271201 w 10852944"/>
              <a:gd name="connsiteY192" fmla="*/ 4607580 h 8278476"/>
              <a:gd name="connsiteX193" fmla="*/ 1131520 w 10852944"/>
              <a:gd name="connsiteY193" fmla="*/ 4555452 h 8278476"/>
              <a:gd name="connsiteX194" fmla="*/ 991336 w 10852944"/>
              <a:gd name="connsiteY194" fmla="*/ 4461928 h 8278476"/>
              <a:gd name="connsiteX195" fmla="*/ 1078763 w 10852944"/>
              <a:gd name="connsiteY195" fmla="*/ 4292895 h 8278476"/>
              <a:gd name="connsiteX196" fmla="*/ 1230503 w 10852944"/>
              <a:gd name="connsiteY196" fmla="*/ 4292895 h 8278476"/>
              <a:gd name="connsiteX197" fmla="*/ 1353101 w 10852944"/>
              <a:gd name="connsiteY197" fmla="*/ 4374920 h 8278476"/>
              <a:gd name="connsiteX198" fmla="*/ 1597795 w 10852944"/>
              <a:gd name="connsiteY198" fmla="*/ 4532071 h 8278476"/>
              <a:gd name="connsiteX199" fmla="*/ 1807819 w 10852944"/>
              <a:gd name="connsiteY199" fmla="*/ 4520572 h 8278476"/>
              <a:gd name="connsiteX200" fmla="*/ 2082158 w 10852944"/>
              <a:gd name="connsiteY200" fmla="*/ 4398301 h 8278476"/>
              <a:gd name="connsiteX201" fmla="*/ 2344437 w 10852944"/>
              <a:gd name="connsiteY201" fmla="*/ 4549319 h 8278476"/>
              <a:gd name="connsiteX202" fmla="*/ 2647415 w 10852944"/>
              <a:gd name="connsiteY202" fmla="*/ 4642460 h 8278476"/>
              <a:gd name="connsiteX203" fmla="*/ 2863469 w 10852944"/>
              <a:gd name="connsiteY203" fmla="*/ 4613712 h 8278476"/>
              <a:gd name="connsiteX204" fmla="*/ 3143334 w 10852944"/>
              <a:gd name="connsiteY204" fmla="*/ 4403667 h 8278476"/>
              <a:gd name="connsiteX205" fmla="*/ 3318188 w 10852944"/>
              <a:gd name="connsiteY205" fmla="*/ 4281396 h 8278476"/>
              <a:gd name="connsiteX206" fmla="*/ 3201619 w 10852944"/>
              <a:gd name="connsiteY206" fmla="*/ 4188256 h 8278476"/>
              <a:gd name="connsiteX207" fmla="*/ 3166447 w 10852944"/>
              <a:gd name="connsiteY207" fmla="*/ 4054486 h 8278476"/>
              <a:gd name="connsiteX208" fmla="*/ 3295075 w 10852944"/>
              <a:gd name="connsiteY208" fmla="*/ 3856323 h 8278476"/>
              <a:gd name="connsiteX209" fmla="*/ 3242317 w 10852944"/>
              <a:gd name="connsiteY209" fmla="*/ 3815694 h 8278476"/>
              <a:gd name="connsiteX210" fmla="*/ 3201619 w 10852944"/>
              <a:gd name="connsiteY210" fmla="*/ 3436999 h 8278476"/>
              <a:gd name="connsiteX211" fmla="*/ 3143334 w 10852944"/>
              <a:gd name="connsiteY211" fmla="*/ 3302846 h 8278476"/>
              <a:gd name="connsiteX212" fmla="*/ 3021239 w 10852944"/>
              <a:gd name="connsiteY212" fmla="*/ 3267966 h 8278476"/>
              <a:gd name="connsiteX213" fmla="*/ 3038322 w 10852944"/>
              <a:gd name="connsiteY213" fmla="*/ 3233087 h 8278476"/>
              <a:gd name="connsiteX214" fmla="*/ 3341803 w 10852944"/>
              <a:gd name="connsiteY214" fmla="*/ 2860141 h 8278476"/>
              <a:gd name="connsiteX215" fmla="*/ 3253874 w 10852944"/>
              <a:gd name="connsiteY215" fmla="*/ 2609850 h 8278476"/>
              <a:gd name="connsiteX216" fmla="*/ 3201619 w 10852944"/>
              <a:gd name="connsiteY216" fmla="*/ 2568838 h 8278476"/>
              <a:gd name="connsiteX217" fmla="*/ 3119719 w 10852944"/>
              <a:gd name="connsiteY217" fmla="*/ 2475697 h 8278476"/>
              <a:gd name="connsiteX218" fmla="*/ 3021239 w 10852944"/>
              <a:gd name="connsiteY218" fmla="*/ 2446567 h 8278476"/>
              <a:gd name="connsiteX219" fmla="*/ 3021239 w 10852944"/>
              <a:gd name="connsiteY219" fmla="*/ 2411687 h 8278476"/>
              <a:gd name="connsiteX220" fmla="*/ 3329744 w 10852944"/>
              <a:gd name="connsiteY220" fmla="*/ 2411687 h 8278476"/>
              <a:gd name="connsiteX221" fmla="*/ 3318188 w 10852944"/>
              <a:gd name="connsiteY221" fmla="*/ 2190526 h 8278476"/>
              <a:gd name="connsiteX222" fmla="*/ 3359388 w 10852944"/>
              <a:gd name="connsiteY222" fmla="*/ 2166762 h 8278476"/>
              <a:gd name="connsiteX223" fmla="*/ 3452342 w 10852944"/>
              <a:gd name="connsiteY223" fmla="*/ 2062123 h 8278476"/>
              <a:gd name="connsiteX224" fmla="*/ 3359388 w 10852944"/>
              <a:gd name="connsiteY224" fmla="*/ 1962849 h 8278476"/>
              <a:gd name="connsiteX225" fmla="*/ 3289045 w 10852944"/>
              <a:gd name="connsiteY225" fmla="*/ 1863959 h 8278476"/>
              <a:gd name="connsiteX226" fmla="*/ 3411643 w 10852944"/>
              <a:gd name="connsiteY226" fmla="*/ 1823330 h 8278476"/>
              <a:gd name="connsiteX227" fmla="*/ 3458371 w 10852944"/>
              <a:gd name="connsiteY227" fmla="*/ 1899223 h 8278476"/>
              <a:gd name="connsiteX228" fmla="*/ 3510626 w 10852944"/>
              <a:gd name="connsiteY228" fmla="*/ 2009611 h 8278476"/>
              <a:gd name="connsiteX229" fmla="*/ 3551827 w 10852944"/>
              <a:gd name="connsiteY229" fmla="*/ 1997729 h 8278476"/>
              <a:gd name="connsiteX230" fmla="*/ 3557354 w 10852944"/>
              <a:gd name="connsiteY230" fmla="*/ 1805699 h 8278476"/>
              <a:gd name="connsiteX231" fmla="*/ 3627195 w 10852944"/>
              <a:gd name="connsiteY231" fmla="*/ 1689561 h 8278476"/>
              <a:gd name="connsiteX232" fmla="*/ 3878420 w 10852944"/>
              <a:gd name="connsiteY232" fmla="*/ 1473766 h 8278476"/>
              <a:gd name="connsiteX233" fmla="*/ 3918616 w 10852944"/>
              <a:gd name="connsiteY233" fmla="*/ 1368743 h 8278476"/>
              <a:gd name="connsiteX234" fmla="*/ 3814107 w 10852944"/>
              <a:gd name="connsiteY234" fmla="*/ 1316615 h 8278476"/>
              <a:gd name="connsiteX235" fmla="*/ 3720651 w 10852944"/>
              <a:gd name="connsiteY235" fmla="*/ 1305117 h 8278476"/>
              <a:gd name="connsiteX236" fmla="*/ 3673923 w 10852944"/>
              <a:gd name="connsiteY236" fmla="*/ 1252606 h 8278476"/>
              <a:gd name="connsiteX237" fmla="*/ 3738236 w 10852944"/>
              <a:gd name="connsiteY237" fmla="*/ 1217726 h 8278476"/>
              <a:gd name="connsiteX238" fmla="*/ 3889977 w 10852944"/>
              <a:gd name="connsiteY238" fmla="*/ 1264104 h 8278476"/>
              <a:gd name="connsiteX239" fmla="*/ 4012575 w 10852944"/>
              <a:gd name="connsiteY239" fmla="*/ 1275603 h 8278476"/>
              <a:gd name="connsiteX240" fmla="*/ 4076386 w 10852944"/>
              <a:gd name="connsiteY240" fmla="*/ 1089322 h 8278476"/>
              <a:gd name="connsiteX241" fmla="*/ 4052771 w 10852944"/>
              <a:gd name="connsiteY241" fmla="*/ 972801 h 8278476"/>
              <a:gd name="connsiteX242" fmla="*/ 4186926 w 10852944"/>
              <a:gd name="connsiteY242" fmla="*/ 996182 h 8278476"/>
              <a:gd name="connsiteX243" fmla="*/ 4560246 w 10852944"/>
              <a:gd name="connsiteY243" fmla="*/ 1048693 h 8278476"/>
              <a:gd name="connsiteX244" fmla="*/ 4863727 w 10852944"/>
              <a:gd name="connsiteY244" fmla="*/ 798019 h 8278476"/>
              <a:gd name="connsiteX245" fmla="*/ 4928041 w 10852944"/>
              <a:gd name="connsiteY245" fmla="*/ 751257 h 8278476"/>
              <a:gd name="connsiteX246" fmla="*/ 5330002 w 10852944"/>
              <a:gd name="connsiteY246" fmla="*/ 704878 h 8278476"/>
              <a:gd name="connsiteX247" fmla="*/ 5400345 w 10852944"/>
              <a:gd name="connsiteY247" fmla="*/ 704878 h 8278476"/>
              <a:gd name="connsiteX248" fmla="*/ 5645039 w 10852944"/>
              <a:gd name="connsiteY248" fmla="*/ 646617 h 8278476"/>
              <a:gd name="connsiteX249" fmla="*/ 5645039 w 10852944"/>
              <a:gd name="connsiteY249" fmla="*/ 774637 h 8278476"/>
              <a:gd name="connsiteX250" fmla="*/ 5919376 w 10852944"/>
              <a:gd name="connsiteY250" fmla="*/ 663865 h 8278476"/>
              <a:gd name="connsiteX251" fmla="*/ 6059058 w 10852944"/>
              <a:gd name="connsiteY251" fmla="*/ 635119 h 8278476"/>
              <a:gd name="connsiteX252" fmla="*/ 6298226 w 10852944"/>
              <a:gd name="connsiteY252" fmla="*/ 675748 h 8278476"/>
              <a:gd name="connsiteX253" fmla="*/ 6344952 w 10852944"/>
              <a:gd name="connsiteY253" fmla="*/ 698745 h 8278476"/>
              <a:gd name="connsiteX254" fmla="*/ 6659990 w 10852944"/>
              <a:gd name="connsiteY254" fmla="*/ 413575 h 8278476"/>
              <a:gd name="connsiteX255" fmla="*/ 6712244 w 10852944"/>
              <a:gd name="connsiteY255" fmla="*/ 6133 h 8278476"/>
              <a:gd name="connsiteX256" fmla="*/ 6729832 w 10852944"/>
              <a:gd name="connsiteY256" fmla="*/ 0 h 827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0852944" h="8278476">
                <a:moveTo>
                  <a:pt x="6729832" y="0"/>
                </a:moveTo>
                <a:cubicBezTo>
                  <a:pt x="6799672" y="98890"/>
                  <a:pt x="6887098" y="139903"/>
                  <a:pt x="7009696" y="69759"/>
                </a:cubicBezTo>
                <a:cubicBezTo>
                  <a:pt x="7032808" y="52511"/>
                  <a:pt x="7097122" y="81642"/>
                  <a:pt x="7132294" y="104639"/>
                </a:cubicBezTo>
                <a:cubicBezTo>
                  <a:pt x="7202136" y="145652"/>
                  <a:pt x="7278004" y="390193"/>
                  <a:pt x="7231276" y="454587"/>
                </a:cubicBezTo>
                <a:cubicBezTo>
                  <a:pt x="7202136" y="500965"/>
                  <a:pt x="7126264" y="530096"/>
                  <a:pt x="7067980" y="535845"/>
                </a:cubicBezTo>
                <a:cubicBezTo>
                  <a:pt x="6980554" y="547344"/>
                  <a:pt x="6857956" y="506715"/>
                  <a:pt x="6846400" y="628986"/>
                </a:cubicBezTo>
                <a:cubicBezTo>
                  <a:pt x="6840872" y="675748"/>
                  <a:pt x="6957440" y="745507"/>
                  <a:pt x="7032808" y="786136"/>
                </a:cubicBezTo>
                <a:cubicBezTo>
                  <a:pt x="7143850" y="850147"/>
                  <a:pt x="7265946" y="867778"/>
                  <a:pt x="7370958" y="768888"/>
                </a:cubicBezTo>
                <a:cubicBezTo>
                  <a:pt x="7400100" y="745507"/>
                  <a:pt x="7435272" y="728259"/>
                  <a:pt x="7470444" y="728259"/>
                </a:cubicBezTo>
                <a:cubicBezTo>
                  <a:pt x="7522698" y="728259"/>
                  <a:pt x="7593042" y="722126"/>
                  <a:pt x="7622184" y="751257"/>
                </a:cubicBezTo>
                <a:cubicBezTo>
                  <a:pt x="7645296" y="774637"/>
                  <a:pt x="7628214" y="850147"/>
                  <a:pt x="7610628" y="896908"/>
                </a:cubicBezTo>
                <a:cubicBezTo>
                  <a:pt x="7563900" y="1042560"/>
                  <a:pt x="7604598" y="1164831"/>
                  <a:pt x="7738752" y="1223092"/>
                </a:cubicBezTo>
                <a:cubicBezTo>
                  <a:pt x="7965860" y="1322365"/>
                  <a:pt x="8199500" y="1409756"/>
                  <a:pt x="8426608" y="1509029"/>
                </a:cubicBezTo>
                <a:cubicBezTo>
                  <a:pt x="8578348" y="1573039"/>
                  <a:pt x="8730088" y="1555408"/>
                  <a:pt x="8864244" y="1485648"/>
                </a:cubicBezTo>
                <a:cubicBezTo>
                  <a:pt x="8980812" y="1427387"/>
                  <a:pt x="9097380" y="1403623"/>
                  <a:pt x="9226008" y="1403623"/>
                </a:cubicBezTo>
                <a:cubicBezTo>
                  <a:pt x="9289820" y="1403623"/>
                  <a:pt x="9354132" y="1380626"/>
                  <a:pt x="9429500" y="1368743"/>
                </a:cubicBezTo>
                <a:cubicBezTo>
                  <a:pt x="9359660" y="1514395"/>
                  <a:pt x="9213948" y="1415506"/>
                  <a:pt x="9114966" y="1497147"/>
                </a:cubicBezTo>
                <a:cubicBezTo>
                  <a:pt x="9167724" y="1537776"/>
                  <a:pt x="9213948" y="1566906"/>
                  <a:pt x="9284292" y="1619418"/>
                </a:cubicBezTo>
                <a:cubicBezTo>
                  <a:pt x="9219980" y="1625167"/>
                  <a:pt x="9179280" y="1625167"/>
                  <a:pt x="9150138" y="1636666"/>
                </a:cubicBezTo>
                <a:cubicBezTo>
                  <a:pt x="9114966" y="1648548"/>
                  <a:pt x="9085824" y="1683811"/>
                  <a:pt x="9056682" y="1706809"/>
                </a:cubicBezTo>
                <a:cubicBezTo>
                  <a:pt x="9015984" y="1735939"/>
                  <a:pt x="8974784" y="1788451"/>
                  <a:pt x="8934084" y="1794200"/>
                </a:cubicBezTo>
                <a:cubicBezTo>
                  <a:pt x="8788372" y="1799949"/>
                  <a:pt x="8665776" y="1823330"/>
                  <a:pt x="8572320" y="1945601"/>
                </a:cubicBezTo>
                <a:cubicBezTo>
                  <a:pt x="8549206" y="1968599"/>
                  <a:pt x="8502478" y="1974731"/>
                  <a:pt x="8467808" y="1986230"/>
                </a:cubicBezTo>
                <a:cubicBezTo>
                  <a:pt x="8432638" y="1992363"/>
                  <a:pt x="8391940" y="1992363"/>
                  <a:pt x="8339684" y="2009611"/>
                </a:cubicBezTo>
                <a:cubicBezTo>
                  <a:pt x="8532124" y="2120383"/>
                  <a:pt x="8444194" y="2248404"/>
                  <a:pt x="8409524" y="2382557"/>
                </a:cubicBezTo>
                <a:cubicBezTo>
                  <a:pt x="8374354" y="2492946"/>
                  <a:pt x="8467808" y="2580720"/>
                  <a:pt x="8578348" y="2592219"/>
                </a:cubicBezTo>
                <a:cubicBezTo>
                  <a:pt x="8607492" y="2592219"/>
                  <a:pt x="8648188" y="2627099"/>
                  <a:pt x="8654220" y="2650479"/>
                </a:cubicBezTo>
                <a:cubicBezTo>
                  <a:pt x="8665776" y="2767001"/>
                  <a:pt x="8741644" y="2807630"/>
                  <a:pt x="8840628" y="2831011"/>
                </a:cubicBezTo>
                <a:cubicBezTo>
                  <a:pt x="8957196" y="2860141"/>
                  <a:pt x="8969256" y="2895404"/>
                  <a:pt x="8904942" y="3005793"/>
                </a:cubicBezTo>
                <a:cubicBezTo>
                  <a:pt x="8864244" y="3075936"/>
                  <a:pt x="8840628" y="3139946"/>
                  <a:pt x="8881828" y="3221588"/>
                </a:cubicBezTo>
                <a:cubicBezTo>
                  <a:pt x="8893384" y="3256468"/>
                  <a:pt x="8870272" y="3308596"/>
                  <a:pt x="8846658" y="3343859"/>
                </a:cubicBezTo>
                <a:cubicBezTo>
                  <a:pt x="8776816" y="3448498"/>
                  <a:pt x="8782846" y="3471879"/>
                  <a:pt x="8893384" y="3530140"/>
                </a:cubicBezTo>
                <a:cubicBezTo>
                  <a:pt x="8940112" y="3553521"/>
                  <a:pt x="8986840" y="3582268"/>
                  <a:pt x="9022012" y="3629030"/>
                </a:cubicBezTo>
                <a:cubicBezTo>
                  <a:pt x="8957700" y="3623280"/>
                  <a:pt x="8887356" y="3623280"/>
                  <a:pt x="8799930" y="3617531"/>
                </a:cubicBezTo>
                <a:cubicBezTo>
                  <a:pt x="8829072" y="3664293"/>
                  <a:pt x="8835100" y="3687290"/>
                  <a:pt x="8846658" y="3687290"/>
                </a:cubicBezTo>
                <a:cubicBezTo>
                  <a:pt x="9103410" y="3734052"/>
                  <a:pt x="9255150" y="3960962"/>
                  <a:pt x="9499844" y="4042604"/>
                </a:cubicBezTo>
                <a:cubicBezTo>
                  <a:pt x="9675200" y="4100865"/>
                  <a:pt x="9826436" y="4228885"/>
                  <a:pt x="9995764" y="4310527"/>
                </a:cubicBezTo>
                <a:cubicBezTo>
                  <a:pt x="10042492" y="4333908"/>
                  <a:pt x="10112332" y="4339657"/>
                  <a:pt x="10159060" y="4322409"/>
                </a:cubicBezTo>
                <a:cubicBezTo>
                  <a:pt x="10321854" y="4252649"/>
                  <a:pt x="10497210" y="4287529"/>
                  <a:pt x="10602222" y="4433181"/>
                </a:cubicBezTo>
                <a:cubicBezTo>
                  <a:pt x="10683620" y="4549702"/>
                  <a:pt x="10753962" y="4671973"/>
                  <a:pt x="10829330" y="4788495"/>
                </a:cubicBezTo>
                <a:cubicBezTo>
                  <a:pt x="10794660" y="4788495"/>
                  <a:pt x="10753962" y="4782745"/>
                  <a:pt x="10718792" y="4776612"/>
                </a:cubicBezTo>
                <a:cubicBezTo>
                  <a:pt x="10707234" y="4788495"/>
                  <a:pt x="10695678" y="4805743"/>
                  <a:pt x="10684120" y="4823374"/>
                </a:cubicBezTo>
                <a:cubicBezTo>
                  <a:pt x="10736376" y="4846372"/>
                  <a:pt x="10794660" y="4869753"/>
                  <a:pt x="10852944" y="4893134"/>
                </a:cubicBezTo>
                <a:cubicBezTo>
                  <a:pt x="10835360" y="4898883"/>
                  <a:pt x="10823804" y="4898883"/>
                  <a:pt x="10806216" y="4898883"/>
                </a:cubicBezTo>
                <a:cubicBezTo>
                  <a:pt x="10736376" y="4922264"/>
                  <a:pt x="10666032" y="4951395"/>
                  <a:pt x="10596192" y="4962893"/>
                </a:cubicBezTo>
                <a:cubicBezTo>
                  <a:pt x="10531880" y="4980525"/>
                  <a:pt x="10462038" y="4974392"/>
                  <a:pt x="10392196" y="4980525"/>
                </a:cubicBezTo>
                <a:cubicBezTo>
                  <a:pt x="10345468" y="4980525"/>
                  <a:pt x="10298740" y="4980525"/>
                  <a:pt x="10240456" y="4980525"/>
                </a:cubicBezTo>
                <a:cubicBezTo>
                  <a:pt x="10269600" y="5021154"/>
                  <a:pt x="10287184" y="5044535"/>
                  <a:pt x="10327884" y="5097046"/>
                </a:cubicBezTo>
                <a:cubicBezTo>
                  <a:pt x="10263570" y="5079415"/>
                  <a:pt x="10234930" y="5067916"/>
                  <a:pt x="10205788" y="5056034"/>
                </a:cubicBezTo>
                <a:cubicBezTo>
                  <a:pt x="10054048" y="4974776"/>
                  <a:pt x="9907834" y="4893134"/>
                  <a:pt x="9756596" y="4817242"/>
                </a:cubicBezTo>
                <a:cubicBezTo>
                  <a:pt x="9546572" y="4718352"/>
                  <a:pt x="9330518" y="4625211"/>
                  <a:pt x="9126524" y="4520572"/>
                </a:cubicBezTo>
                <a:cubicBezTo>
                  <a:pt x="9074268" y="4497191"/>
                  <a:pt x="9039096" y="4450429"/>
                  <a:pt x="8992368" y="4415549"/>
                </a:cubicBezTo>
                <a:cubicBezTo>
                  <a:pt x="9003924" y="4398301"/>
                  <a:pt x="9009954" y="4386419"/>
                  <a:pt x="9015984" y="4368787"/>
                </a:cubicBezTo>
                <a:cubicBezTo>
                  <a:pt x="9091854" y="4392168"/>
                  <a:pt x="9173752" y="4398301"/>
                  <a:pt x="9237564" y="4433181"/>
                </a:cubicBezTo>
                <a:cubicBezTo>
                  <a:pt x="9412418" y="4532071"/>
                  <a:pt x="9581240" y="4642843"/>
                  <a:pt x="9756596" y="4753232"/>
                </a:cubicBezTo>
                <a:cubicBezTo>
                  <a:pt x="9808852" y="4782362"/>
                  <a:pt x="9861608" y="4817242"/>
                  <a:pt x="9931450" y="4858254"/>
                </a:cubicBezTo>
                <a:cubicBezTo>
                  <a:pt x="9954562" y="4747482"/>
                  <a:pt x="9972148" y="4648592"/>
                  <a:pt x="9995764" y="4555452"/>
                </a:cubicBezTo>
                <a:cubicBezTo>
                  <a:pt x="10007320" y="4473810"/>
                  <a:pt x="9972148" y="4427048"/>
                  <a:pt x="9896278" y="4409800"/>
                </a:cubicBezTo>
                <a:cubicBezTo>
                  <a:pt x="9745040" y="4368787"/>
                  <a:pt x="9598828" y="4328158"/>
                  <a:pt x="9453116" y="4287529"/>
                </a:cubicBezTo>
                <a:cubicBezTo>
                  <a:pt x="9330518" y="4252649"/>
                  <a:pt x="9208422" y="4182506"/>
                  <a:pt x="9080296" y="4292895"/>
                </a:cubicBezTo>
                <a:cubicBezTo>
                  <a:pt x="9068238" y="4240767"/>
                  <a:pt x="9062712" y="4217386"/>
                  <a:pt x="9056682" y="4188256"/>
                </a:cubicBezTo>
                <a:cubicBezTo>
                  <a:pt x="9050652" y="4129995"/>
                  <a:pt x="9015984" y="4100865"/>
                  <a:pt x="8957700" y="4135744"/>
                </a:cubicBezTo>
                <a:cubicBezTo>
                  <a:pt x="8864244" y="4188256"/>
                  <a:pt x="8771290" y="4164875"/>
                  <a:pt x="8683864" y="4118496"/>
                </a:cubicBezTo>
                <a:cubicBezTo>
                  <a:pt x="8625076" y="4083616"/>
                  <a:pt x="8584378" y="4100865"/>
                  <a:pt x="8572320" y="4164875"/>
                </a:cubicBezTo>
                <a:cubicBezTo>
                  <a:pt x="8543176" y="4339657"/>
                  <a:pt x="8427112" y="4409417"/>
                  <a:pt x="8263814" y="4421299"/>
                </a:cubicBezTo>
                <a:cubicBezTo>
                  <a:pt x="8164832" y="4427048"/>
                  <a:pt x="8106044" y="4473810"/>
                  <a:pt x="8076902" y="4566951"/>
                </a:cubicBezTo>
                <a:cubicBezTo>
                  <a:pt x="8041732" y="4671590"/>
                  <a:pt x="8001032" y="4782362"/>
                  <a:pt x="8094488" y="4881635"/>
                </a:cubicBezTo>
                <a:cubicBezTo>
                  <a:pt x="8175884" y="4969026"/>
                  <a:pt x="8222612" y="4968643"/>
                  <a:pt x="8298484" y="4875502"/>
                </a:cubicBezTo>
                <a:cubicBezTo>
                  <a:pt x="8316068" y="4852505"/>
                  <a:pt x="8333656" y="4834873"/>
                  <a:pt x="8368324" y="4805743"/>
                </a:cubicBezTo>
                <a:cubicBezTo>
                  <a:pt x="8339182" y="4974776"/>
                  <a:pt x="8421080" y="5050668"/>
                  <a:pt x="8578348" y="5079798"/>
                </a:cubicBezTo>
                <a:cubicBezTo>
                  <a:pt x="8432638" y="5137676"/>
                  <a:pt x="8426608" y="5207435"/>
                  <a:pt x="8502478" y="5306708"/>
                </a:cubicBezTo>
                <a:cubicBezTo>
                  <a:pt x="8520064" y="5323957"/>
                  <a:pt x="8520064" y="5382601"/>
                  <a:pt x="8508508" y="5399849"/>
                </a:cubicBezTo>
                <a:cubicBezTo>
                  <a:pt x="8490922" y="5417480"/>
                  <a:pt x="8444696" y="5423230"/>
                  <a:pt x="8415554" y="5417480"/>
                </a:cubicBezTo>
                <a:cubicBezTo>
                  <a:pt x="8327626" y="5411348"/>
                  <a:pt x="8240200" y="5399849"/>
                  <a:pt x="8152772" y="5376468"/>
                </a:cubicBezTo>
                <a:cubicBezTo>
                  <a:pt x="8123630" y="5370718"/>
                  <a:pt x="8106044" y="5324340"/>
                  <a:pt x="8088960" y="5295210"/>
                </a:cubicBezTo>
                <a:cubicBezTo>
                  <a:pt x="8059316" y="5248448"/>
                  <a:pt x="8047760" y="5172555"/>
                  <a:pt x="8013092" y="5161057"/>
                </a:cubicBezTo>
                <a:cubicBezTo>
                  <a:pt x="7960334" y="5143425"/>
                  <a:pt x="7872908" y="5149558"/>
                  <a:pt x="7831706" y="5184438"/>
                </a:cubicBezTo>
                <a:cubicBezTo>
                  <a:pt x="7761866" y="5236949"/>
                  <a:pt x="7697552" y="5231199"/>
                  <a:pt x="7622184" y="5242698"/>
                </a:cubicBezTo>
                <a:cubicBezTo>
                  <a:pt x="7528728" y="5254197"/>
                  <a:pt x="7423716" y="5318590"/>
                  <a:pt x="7353876" y="5388350"/>
                </a:cubicBezTo>
                <a:cubicBezTo>
                  <a:pt x="7318704" y="5417480"/>
                  <a:pt x="7341816" y="5528252"/>
                  <a:pt x="7370958" y="5586513"/>
                </a:cubicBezTo>
                <a:cubicBezTo>
                  <a:pt x="7423716" y="5697285"/>
                  <a:pt x="7476472" y="5819172"/>
                  <a:pt x="7610628" y="5865934"/>
                </a:cubicBezTo>
                <a:cubicBezTo>
                  <a:pt x="7628214" y="5871684"/>
                  <a:pt x="7645296" y="5900814"/>
                  <a:pt x="7645296" y="5912696"/>
                </a:cubicBezTo>
                <a:cubicBezTo>
                  <a:pt x="7627712" y="6040716"/>
                  <a:pt x="7686498" y="6139606"/>
                  <a:pt x="7750812" y="6244629"/>
                </a:cubicBezTo>
                <a:cubicBezTo>
                  <a:pt x="7756338" y="6250378"/>
                  <a:pt x="7744782" y="6268010"/>
                  <a:pt x="7744782" y="6285258"/>
                </a:cubicBezTo>
                <a:cubicBezTo>
                  <a:pt x="7587012" y="6215498"/>
                  <a:pt x="7488030" y="6104726"/>
                  <a:pt x="7406632" y="5965208"/>
                </a:cubicBezTo>
                <a:cubicBezTo>
                  <a:pt x="7336290" y="5831054"/>
                  <a:pt x="7254390" y="5703034"/>
                  <a:pt x="7161436" y="5586513"/>
                </a:cubicBezTo>
                <a:cubicBezTo>
                  <a:pt x="7143850" y="5557383"/>
                  <a:pt x="7073508" y="5545501"/>
                  <a:pt x="7027282" y="5551633"/>
                </a:cubicBezTo>
                <a:cubicBezTo>
                  <a:pt x="6998140" y="5557383"/>
                  <a:pt x="6974524" y="5609511"/>
                  <a:pt x="6957440" y="5638641"/>
                </a:cubicBezTo>
                <a:cubicBezTo>
                  <a:pt x="6939856" y="5667771"/>
                  <a:pt x="6933826" y="5696902"/>
                  <a:pt x="6933826" y="5708784"/>
                </a:cubicBezTo>
                <a:cubicBezTo>
                  <a:pt x="6851926" y="5702651"/>
                  <a:pt x="6782086" y="5696902"/>
                  <a:pt x="6712244" y="5685403"/>
                </a:cubicBezTo>
                <a:cubicBezTo>
                  <a:pt x="6624818" y="5662022"/>
                  <a:pt x="6531864" y="5639024"/>
                  <a:pt x="6449966" y="5592263"/>
                </a:cubicBezTo>
                <a:cubicBezTo>
                  <a:pt x="6391680" y="5568882"/>
                  <a:pt x="6356510" y="5551633"/>
                  <a:pt x="6327368" y="5609894"/>
                </a:cubicBezTo>
                <a:cubicBezTo>
                  <a:pt x="6292196" y="5668155"/>
                  <a:pt x="6251498" y="5673904"/>
                  <a:pt x="6199242" y="5638641"/>
                </a:cubicBezTo>
                <a:cubicBezTo>
                  <a:pt x="6123372" y="5580380"/>
                  <a:pt x="6065088" y="5580380"/>
                  <a:pt x="5995248" y="5656273"/>
                </a:cubicBezTo>
                <a:cubicBezTo>
                  <a:pt x="5971632" y="5679654"/>
                  <a:pt x="5930934" y="5691152"/>
                  <a:pt x="5895762" y="5708784"/>
                </a:cubicBezTo>
                <a:cubicBezTo>
                  <a:pt x="5831950" y="5743664"/>
                  <a:pt x="5802306" y="5778544"/>
                  <a:pt x="5825920" y="5854436"/>
                </a:cubicBezTo>
                <a:cubicBezTo>
                  <a:pt x="5843004" y="5900814"/>
                  <a:pt x="5831950" y="5959075"/>
                  <a:pt x="5814364" y="6000088"/>
                </a:cubicBezTo>
                <a:cubicBezTo>
                  <a:pt x="5726938" y="6197867"/>
                  <a:pt x="5715382" y="6396030"/>
                  <a:pt x="5785222" y="6599942"/>
                </a:cubicBezTo>
                <a:cubicBezTo>
                  <a:pt x="5814364" y="6675835"/>
                  <a:pt x="5831950" y="6751344"/>
                  <a:pt x="5837478" y="6827236"/>
                </a:cubicBezTo>
                <a:cubicBezTo>
                  <a:pt x="5843508" y="6891246"/>
                  <a:pt x="5831950" y="6961006"/>
                  <a:pt x="5744524" y="6949124"/>
                </a:cubicBezTo>
                <a:cubicBezTo>
                  <a:pt x="5657098" y="6943374"/>
                  <a:pt x="5609867" y="6890863"/>
                  <a:pt x="5615896" y="6803472"/>
                </a:cubicBezTo>
                <a:cubicBezTo>
                  <a:pt x="5621424" y="6739462"/>
                  <a:pt x="5651068" y="6675835"/>
                  <a:pt x="5645039" y="6617574"/>
                </a:cubicBezTo>
                <a:cubicBezTo>
                  <a:pt x="5621926" y="6460040"/>
                  <a:pt x="5575198" y="6302890"/>
                  <a:pt x="5563642" y="6145739"/>
                </a:cubicBezTo>
                <a:cubicBezTo>
                  <a:pt x="5551583" y="6023468"/>
                  <a:pt x="5575198" y="5895064"/>
                  <a:pt x="5580725" y="5767044"/>
                </a:cubicBezTo>
                <a:cubicBezTo>
                  <a:pt x="5528470" y="5772794"/>
                  <a:pt x="5493298" y="5720282"/>
                  <a:pt x="5470186" y="5638641"/>
                </a:cubicBezTo>
                <a:cubicBezTo>
                  <a:pt x="5435014" y="5516370"/>
                  <a:pt x="5359144" y="5493373"/>
                  <a:pt x="5242576" y="5551633"/>
                </a:cubicBezTo>
                <a:cubicBezTo>
                  <a:pt x="5219462" y="5563132"/>
                  <a:pt x="5201877" y="5580764"/>
                  <a:pt x="5178262" y="5592263"/>
                </a:cubicBezTo>
                <a:cubicBezTo>
                  <a:pt x="5102392" y="5644774"/>
                  <a:pt x="5038580" y="5656273"/>
                  <a:pt x="4980296" y="5563132"/>
                </a:cubicBezTo>
                <a:cubicBezTo>
                  <a:pt x="4898899" y="5446611"/>
                  <a:pt x="4799414" y="5335839"/>
                  <a:pt x="4705958" y="5225450"/>
                </a:cubicBezTo>
                <a:cubicBezTo>
                  <a:pt x="4659732" y="5172939"/>
                  <a:pt x="4606974" y="5131926"/>
                  <a:pt x="4519548" y="5143425"/>
                </a:cubicBezTo>
                <a:cubicBezTo>
                  <a:pt x="4438151" y="5155307"/>
                  <a:pt x="4350222" y="5131926"/>
                  <a:pt x="4245210" y="5114678"/>
                </a:cubicBezTo>
                <a:cubicBezTo>
                  <a:pt x="4245210" y="5091297"/>
                  <a:pt x="4251239" y="5044535"/>
                  <a:pt x="4245210" y="4997773"/>
                </a:cubicBezTo>
                <a:cubicBezTo>
                  <a:pt x="4233654" y="4951395"/>
                  <a:pt x="4210540" y="4916515"/>
                  <a:pt x="4192955" y="4875502"/>
                </a:cubicBezTo>
                <a:cubicBezTo>
                  <a:pt x="4157783" y="4893134"/>
                  <a:pt x="4117587" y="4905016"/>
                  <a:pt x="4088445" y="4934146"/>
                </a:cubicBezTo>
                <a:cubicBezTo>
                  <a:pt x="4041717" y="4980525"/>
                  <a:pt x="4000516" y="5038786"/>
                  <a:pt x="3930676" y="5126177"/>
                </a:cubicBezTo>
                <a:cubicBezTo>
                  <a:pt x="3959818" y="5131926"/>
                  <a:pt x="3988960" y="5143425"/>
                  <a:pt x="4006546" y="5161057"/>
                </a:cubicBezTo>
                <a:cubicBezTo>
                  <a:pt x="4100002" y="5248448"/>
                  <a:pt x="4087942" y="5266079"/>
                  <a:pt x="3988960" y="5347338"/>
                </a:cubicBezTo>
                <a:cubicBezTo>
                  <a:pt x="3942232" y="5382601"/>
                  <a:pt x="3919119" y="5452360"/>
                  <a:pt x="3889977" y="5510621"/>
                </a:cubicBezTo>
                <a:cubicBezTo>
                  <a:pt x="3942232" y="5539751"/>
                  <a:pt x="3994989" y="5586130"/>
                  <a:pt x="4047244" y="5598012"/>
                </a:cubicBezTo>
                <a:cubicBezTo>
                  <a:pt x="4146227" y="5615260"/>
                  <a:pt x="4245210" y="5609511"/>
                  <a:pt x="4344695" y="5615260"/>
                </a:cubicBezTo>
                <a:cubicBezTo>
                  <a:pt x="4344695" y="5627142"/>
                  <a:pt x="4350724" y="5638641"/>
                  <a:pt x="4350724" y="5656273"/>
                </a:cubicBezTo>
                <a:cubicBezTo>
                  <a:pt x="4303996" y="5662022"/>
                  <a:pt x="4263298" y="5679270"/>
                  <a:pt x="4216570" y="5685403"/>
                </a:cubicBezTo>
                <a:cubicBezTo>
                  <a:pt x="4024131" y="5702651"/>
                  <a:pt x="3936705" y="5825305"/>
                  <a:pt x="3971374" y="6017336"/>
                </a:cubicBezTo>
                <a:cubicBezTo>
                  <a:pt x="3983433" y="6069847"/>
                  <a:pt x="3953788" y="6139990"/>
                  <a:pt x="3924646" y="6186368"/>
                </a:cubicBezTo>
                <a:cubicBezTo>
                  <a:pt x="3866362" y="6279509"/>
                  <a:pt x="3883948" y="6337770"/>
                  <a:pt x="3965344" y="6407529"/>
                </a:cubicBezTo>
                <a:cubicBezTo>
                  <a:pt x="4134670" y="6541682"/>
                  <a:pt x="4321582" y="6634822"/>
                  <a:pt x="4543164" y="6646322"/>
                </a:cubicBezTo>
                <a:cubicBezTo>
                  <a:pt x="4583862" y="6652454"/>
                  <a:pt x="4618531" y="6693466"/>
                  <a:pt x="4653702" y="6710714"/>
                </a:cubicBezTo>
                <a:cubicBezTo>
                  <a:pt x="4624560" y="6751727"/>
                  <a:pt x="4601448" y="6815354"/>
                  <a:pt x="4566276" y="6821104"/>
                </a:cubicBezTo>
                <a:cubicBezTo>
                  <a:pt x="4438151" y="6844484"/>
                  <a:pt x="4303996" y="6856366"/>
                  <a:pt x="4175369" y="6856366"/>
                </a:cubicBezTo>
                <a:cubicBezTo>
                  <a:pt x="4099499" y="6856366"/>
                  <a:pt x="4029658" y="6832986"/>
                  <a:pt x="3976901" y="6914244"/>
                </a:cubicBezTo>
                <a:cubicBezTo>
                  <a:pt x="3971374" y="6926126"/>
                  <a:pt x="3953788" y="6937625"/>
                  <a:pt x="3948261" y="6937625"/>
                </a:cubicBezTo>
                <a:cubicBezTo>
                  <a:pt x="3767379" y="6908494"/>
                  <a:pt x="3714622" y="7060279"/>
                  <a:pt x="3638751" y="7159169"/>
                </a:cubicBezTo>
                <a:cubicBezTo>
                  <a:pt x="3580467" y="7229312"/>
                  <a:pt x="3598053" y="7304820"/>
                  <a:pt x="3673923" y="7357332"/>
                </a:cubicBezTo>
                <a:cubicBezTo>
                  <a:pt x="3714622" y="7386462"/>
                  <a:pt x="3784964" y="7403710"/>
                  <a:pt x="3738236" y="7461972"/>
                </a:cubicBezTo>
                <a:cubicBezTo>
                  <a:pt x="3703065" y="7502984"/>
                  <a:pt x="3639254" y="7531731"/>
                  <a:pt x="3586496" y="7531731"/>
                </a:cubicBezTo>
                <a:cubicBezTo>
                  <a:pt x="3539768" y="7525982"/>
                  <a:pt x="3499070" y="7467721"/>
                  <a:pt x="3458371" y="7444723"/>
                </a:cubicBezTo>
                <a:cubicBezTo>
                  <a:pt x="3429229" y="7432841"/>
                  <a:pt x="3388028" y="7432841"/>
                  <a:pt x="3353359" y="7421342"/>
                </a:cubicBezTo>
                <a:cubicBezTo>
                  <a:pt x="3370442" y="7456222"/>
                  <a:pt x="3382501" y="7485352"/>
                  <a:pt x="3400087" y="7514482"/>
                </a:cubicBezTo>
                <a:cubicBezTo>
                  <a:pt x="3423200" y="7560862"/>
                  <a:pt x="3452342" y="7601874"/>
                  <a:pt x="3475957" y="7642503"/>
                </a:cubicBezTo>
                <a:cubicBezTo>
                  <a:pt x="3458371" y="7654385"/>
                  <a:pt x="3446312" y="7672016"/>
                  <a:pt x="3429229" y="7683516"/>
                </a:cubicBezTo>
                <a:cubicBezTo>
                  <a:pt x="3394058" y="7648636"/>
                  <a:pt x="3353359" y="7619122"/>
                  <a:pt x="3335773" y="7601874"/>
                </a:cubicBezTo>
                <a:cubicBezTo>
                  <a:pt x="3253874" y="7601874"/>
                  <a:pt x="3190062" y="7601874"/>
                  <a:pt x="3119719" y="7601874"/>
                </a:cubicBezTo>
                <a:cubicBezTo>
                  <a:pt x="3119719" y="7607623"/>
                  <a:pt x="3114192" y="7631004"/>
                  <a:pt x="3119719" y="7636754"/>
                </a:cubicBezTo>
                <a:cubicBezTo>
                  <a:pt x="3271460" y="7724144"/>
                  <a:pt x="3283518" y="7910426"/>
                  <a:pt x="3400087" y="8021198"/>
                </a:cubicBezTo>
                <a:cubicBezTo>
                  <a:pt x="3423200" y="8038829"/>
                  <a:pt x="3417170" y="8120088"/>
                  <a:pt x="3394058" y="8143468"/>
                </a:cubicBezTo>
                <a:cubicBezTo>
                  <a:pt x="3364916" y="8161100"/>
                  <a:pt x="3289045" y="8161100"/>
                  <a:pt x="3265932" y="8138102"/>
                </a:cubicBezTo>
                <a:cubicBezTo>
                  <a:pt x="3172476" y="8033080"/>
                  <a:pt x="3090577" y="7916175"/>
                  <a:pt x="3003150" y="7799654"/>
                </a:cubicBezTo>
                <a:cubicBezTo>
                  <a:pt x="2857440" y="7613372"/>
                  <a:pt x="2688616" y="7596124"/>
                  <a:pt x="2501704" y="7736026"/>
                </a:cubicBezTo>
                <a:cubicBezTo>
                  <a:pt x="2431864" y="7788154"/>
                  <a:pt x="2420307" y="7846798"/>
                  <a:pt x="2437390" y="7922308"/>
                </a:cubicBezTo>
                <a:cubicBezTo>
                  <a:pt x="2449450" y="7969070"/>
                  <a:pt x="2478592" y="8021581"/>
                  <a:pt x="2472562" y="8067960"/>
                </a:cubicBezTo>
                <a:cubicBezTo>
                  <a:pt x="2466533" y="8131970"/>
                  <a:pt x="2448947" y="8202112"/>
                  <a:pt x="2414278" y="8266122"/>
                </a:cubicBezTo>
                <a:cubicBezTo>
                  <a:pt x="2408248" y="8274938"/>
                  <a:pt x="2382624" y="8279154"/>
                  <a:pt x="2355491" y="8278388"/>
                </a:cubicBezTo>
                <a:cubicBezTo>
                  <a:pt x="2328359" y="8277622"/>
                  <a:pt x="2300724" y="8271872"/>
                  <a:pt x="2292182" y="8259990"/>
                </a:cubicBezTo>
                <a:cubicBezTo>
                  <a:pt x="2245454" y="8207862"/>
                  <a:pt x="2216312" y="8131970"/>
                  <a:pt x="2198726" y="8062210"/>
                </a:cubicBezTo>
                <a:cubicBezTo>
                  <a:pt x="2181140" y="8015448"/>
                  <a:pt x="2204756" y="7957571"/>
                  <a:pt x="2198726" y="7905060"/>
                </a:cubicBezTo>
                <a:cubicBezTo>
                  <a:pt x="2187170" y="7811919"/>
                  <a:pt x="2134412" y="7776656"/>
                  <a:pt x="2046986" y="7782406"/>
                </a:cubicBezTo>
                <a:cubicBezTo>
                  <a:pt x="1883689" y="7788154"/>
                  <a:pt x="1737978" y="7823034"/>
                  <a:pt x="1673665" y="7997816"/>
                </a:cubicBezTo>
                <a:cubicBezTo>
                  <a:pt x="1650050" y="8044578"/>
                  <a:pt x="1603824" y="8079842"/>
                  <a:pt x="1563126" y="8120471"/>
                </a:cubicBezTo>
                <a:cubicBezTo>
                  <a:pt x="1551067" y="8114722"/>
                  <a:pt x="1539510" y="8102840"/>
                  <a:pt x="1521924" y="8097090"/>
                </a:cubicBezTo>
                <a:cubicBezTo>
                  <a:pt x="1533481" y="8056460"/>
                  <a:pt x="1551067" y="8021198"/>
                  <a:pt x="1557096" y="7980185"/>
                </a:cubicBezTo>
                <a:cubicBezTo>
                  <a:pt x="1574682" y="7910426"/>
                  <a:pt x="1592268" y="7840666"/>
                  <a:pt x="1592268" y="7776656"/>
                </a:cubicBezTo>
                <a:cubicBezTo>
                  <a:pt x="1586238" y="7677766"/>
                  <a:pt x="1539510" y="7654385"/>
                  <a:pt x="1452084" y="7712646"/>
                </a:cubicBezTo>
                <a:cubicBezTo>
                  <a:pt x="1347072" y="7782406"/>
                  <a:pt x="1300846" y="7776656"/>
                  <a:pt x="1248089" y="7660134"/>
                </a:cubicBezTo>
                <a:cubicBezTo>
                  <a:pt x="1201361" y="7543613"/>
                  <a:pt x="1160662" y="7421342"/>
                  <a:pt x="1131520" y="7299072"/>
                </a:cubicBezTo>
                <a:cubicBezTo>
                  <a:pt x="1090822" y="7153420"/>
                  <a:pt x="974253" y="7095159"/>
                  <a:pt x="845625" y="7159169"/>
                </a:cubicBezTo>
                <a:cubicBezTo>
                  <a:pt x="810956" y="7176800"/>
                  <a:pt x="758199" y="7176800"/>
                  <a:pt x="716998" y="7159169"/>
                </a:cubicBezTo>
                <a:cubicBezTo>
                  <a:pt x="705441" y="7153420"/>
                  <a:pt x="705944" y="7089410"/>
                  <a:pt x="711471" y="7054530"/>
                </a:cubicBezTo>
                <a:cubicBezTo>
                  <a:pt x="711471" y="7031148"/>
                  <a:pt x="729057" y="7007384"/>
                  <a:pt x="740613" y="6984387"/>
                </a:cubicBezTo>
                <a:cubicBezTo>
                  <a:pt x="775785" y="6919994"/>
                  <a:pt x="763726" y="6873998"/>
                  <a:pt x="682329" y="6873998"/>
                </a:cubicBezTo>
                <a:cubicBezTo>
                  <a:pt x="594902" y="6873998"/>
                  <a:pt x="501446" y="6879748"/>
                  <a:pt x="402463" y="6885497"/>
                </a:cubicBezTo>
                <a:cubicBezTo>
                  <a:pt x="361765" y="6780474"/>
                  <a:pt x="390405" y="6681584"/>
                  <a:pt x="489890" y="6599942"/>
                </a:cubicBezTo>
                <a:cubicBezTo>
                  <a:pt x="553701" y="6541682"/>
                  <a:pt x="559731" y="6483422"/>
                  <a:pt x="489890" y="6419411"/>
                </a:cubicBezTo>
                <a:cubicBezTo>
                  <a:pt x="460748" y="6396030"/>
                  <a:pt x="443162" y="6349268"/>
                  <a:pt x="402463" y="6279509"/>
                </a:cubicBezTo>
                <a:cubicBezTo>
                  <a:pt x="361765" y="6401780"/>
                  <a:pt x="326593" y="6489554"/>
                  <a:pt x="291924" y="6582694"/>
                </a:cubicBezTo>
                <a:cubicBezTo>
                  <a:pt x="285895" y="6582694"/>
                  <a:pt x="279865" y="6582694"/>
                  <a:pt x="274338" y="6582694"/>
                </a:cubicBezTo>
                <a:cubicBezTo>
                  <a:pt x="274338" y="6524434"/>
                  <a:pt x="273836" y="6465790"/>
                  <a:pt x="285895" y="6413662"/>
                </a:cubicBezTo>
                <a:cubicBezTo>
                  <a:pt x="315037" y="6244629"/>
                  <a:pt x="291422" y="6197867"/>
                  <a:pt x="128125" y="6122358"/>
                </a:cubicBezTo>
                <a:cubicBezTo>
                  <a:pt x="81397" y="6098977"/>
                  <a:pt x="46728" y="6064098"/>
                  <a:pt x="0" y="6034967"/>
                </a:cubicBezTo>
                <a:cubicBezTo>
                  <a:pt x="6029" y="6023085"/>
                  <a:pt x="11556" y="6011586"/>
                  <a:pt x="23615" y="6000088"/>
                </a:cubicBezTo>
                <a:cubicBezTo>
                  <a:pt x="69841" y="6029218"/>
                  <a:pt x="122598" y="6052598"/>
                  <a:pt x="174853" y="6075596"/>
                </a:cubicBezTo>
                <a:cubicBezTo>
                  <a:pt x="210025" y="6098977"/>
                  <a:pt x="239167" y="6128108"/>
                  <a:pt x="274338" y="6139606"/>
                </a:cubicBezTo>
                <a:cubicBezTo>
                  <a:pt x="291924" y="6151488"/>
                  <a:pt x="332623" y="6151488"/>
                  <a:pt x="344179" y="6134240"/>
                </a:cubicBezTo>
                <a:cubicBezTo>
                  <a:pt x="361765" y="6122358"/>
                  <a:pt x="367292" y="6081346"/>
                  <a:pt x="355735" y="6063714"/>
                </a:cubicBezTo>
                <a:cubicBezTo>
                  <a:pt x="291422" y="5947192"/>
                  <a:pt x="338150" y="5871684"/>
                  <a:pt x="431606" y="5795792"/>
                </a:cubicBezTo>
                <a:cubicBezTo>
                  <a:pt x="536618" y="5708784"/>
                  <a:pt x="542145" y="5615643"/>
                  <a:pt x="454718" y="5510621"/>
                </a:cubicBezTo>
                <a:cubicBezTo>
                  <a:pt x="402463" y="5446611"/>
                  <a:pt x="355735" y="5394099"/>
                  <a:pt x="466777" y="5335839"/>
                </a:cubicBezTo>
                <a:cubicBezTo>
                  <a:pt x="501949" y="5312841"/>
                  <a:pt x="524559" y="5248448"/>
                  <a:pt x="530588" y="5201686"/>
                </a:cubicBezTo>
                <a:cubicBezTo>
                  <a:pt x="548174" y="5091297"/>
                  <a:pt x="612488" y="5027287"/>
                  <a:pt x="705441" y="4974776"/>
                </a:cubicBezTo>
                <a:cubicBezTo>
                  <a:pt x="845625" y="4899267"/>
                  <a:pt x="1008922" y="4870136"/>
                  <a:pt x="1107905" y="4724484"/>
                </a:cubicBezTo>
                <a:cubicBezTo>
                  <a:pt x="1119964" y="4712602"/>
                  <a:pt x="1172218" y="4718352"/>
                  <a:pt x="1207390" y="4718352"/>
                </a:cubicBezTo>
                <a:cubicBezTo>
                  <a:pt x="1254118" y="4718352"/>
                  <a:pt x="1300344" y="4724101"/>
                  <a:pt x="1347072" y="4729851"/>
                </a:cubicBezTo>
                <a:cubicBezTo>
                  <a:pt x="1352598" y="4718352"/>
                  <a:pt x="1358628" y="4706853"/>
                  <a:pt x="1364657" y="4694971"/>
                </a:cubicBezTo>
                <a:cubicBezTo>
                  <a:pt x="1329486" y="4665840"/>
                  <a:pt x="1306373" y="4630961"/>
                  <a:pt x="1271201" y="4607580"/>
                </a:cubicBezTo>
                <a:cubicBezTo>
                  <a:pt x="1230503" y="4584582"/>
                  <a:pt x="1172218" y="4578449"/>
                  <a:pt x="1131520" y="4555452"/>
                </a:cubicBezTo>
                <a:cubicBezTo>
                  <a:pt x="1078763" y="4526321"/>
                  <a:pt x="991336" y="4491058"/>
                  <a:pt x="991336" y="4461928"/>
                </a:cubicBezTo>
                <a:cubicBezTo>
                  <a:pt x="991336" y="4403667"/>
                  <a:pt x="1038064" y="4345407"/>
                  <a:pt x="1078763" y="4292895"/>
                </a:cubicBezTo>
                <a:cubicBezTo>
                  <a:pt x="1119461" y="4240767"/>
                  <a:pt x="1172218" y="4240767"/>
                  <a:pt x="1230503" y="4292895"/>
                </a:cubicBezTo>
                <a:cubicBezTo>
                  <a:pt x="1265172" y="4327775"/>
                  <a:pt x="1306373" y="4363038"/>
                  <a:pt x="1353101" y="4374920"/>
                </a:cubicBezTo>
                <a:cubicBezTo>
                  <a:pt x="1458113" y="4397918"/>
                  <a:pt x="1533481" y="4444680"/>
                  <a:pt x="1597795" y="4532071"/>
                </a:cubicBezTo>
                <a:cubicBezTo>
                  <a:pt x="1656079" y="4619462"/>
                  <a:pt x="1731949" y="4613712"/>
                  <a:pt x="1807819" y="4520572"/>
                </a:cubicBezTo>
                <a:cubicBezTo>
                  <a:pt x="1883689" y="4433181"/>
                  <a:pt x="1971116" y="4398301"/>
                  <a:pt x="2082158" y="4398301"/>
                </a:cubicBezTo>
                <a:cubicBezTo>
                  <a:pt x="2204253" y="4398301"/>
                  <a:pt x="2280123" y="4438547"/>
                  <a:pt x="2344437" y="4549319"/>
                </a:cubicBezTo>
                <a:cubicBezTo>
                  <a:pt x="2402722" y="4665840"/>
                  <a:pt x="2536876" y="4636710"/>
                  <a:pt x="2647415" y="4642460"/>
                </a:cubicBezTo>
                <a:cubicBezTo>
                  <a:pt x="2717758" y="4642460"/>
                  <a:pt x="2799156" y="4642843"/>
                  <a:pt x="2863469" y="4613712"/>
                </a:cubicBezTo>
                <a:cubicBezTo>
                  <a:pt x="2962452" y="4555452"/>
                  <a:pt x="3049878" y="4473810"/>
                  <a:pt x="3143334" y="4403667"/>
                </a:cubicBezTo>
                <a:cubicBezTo>
                  <a:pt x="3195589" y="4363038"/>
                  <a:pt x="3248347" y="4328158"/>
                  <a:pt x="3318188" y="4281396"/>
                </a:cubicBezTo>
                <a:cubicBezTo>
                  <a:pt x="3283518" y="4258015"/>
                  <a:pt x="3230761" y="4235018"/>
                  <a:pt x="3201619" y="4188256"/>
                </a:cubicBezTo>
                <a:cubicBezTo>
                  <a:pt x="3172476" y="4153376"/>
                  <a:pt x="3149364" y="4089366"/>
                  <a:pt x="3166447" y="4054486"/>
                </a:cubicBezTo>
                <a:cubicBezTo>
                  <a:pt x="3195589" y="3984727"/>
                  <a:pt x="3248347" y="3926466"/>
                  <a:pt x="3295075" y="3856323"/>
                </a:cubicBezTo>
                <a:cubicBezTo>
                  <a:pt x="3271460" y="3839075"/>
                  <a:pt x="3254376" y="3832942"/>
                  <a:pt x="3242317" y="3815694"/>
                </a:cubicBezTo>
                <a:cubicBezTo>
                  <a:pt x="3108163" y="3699172"/>
                  <a:pt x="3096606" y="3588400"/>
                  <a:pt x="3201619" y="3436999"/>
                </a:cubicBezTo>
                <a:cubicBezTo>
                  <a:pt x="3277489" y="3331977"/>
                  <a:pt x="3277489" y="3326227"/>
                  <a:pt x="3143334" y="3302846"/>
                </a:cubicBezTo>
                <a:cubicBezTo>
                  <a:pt x="3102636" y="3297097"/>
                  <a:pt x="3061937" y="3279465"/>
                  <a:pt x="3021239" y="3267966"/>
                </a:cubicBezTo>
                <a:cubicBezTo>
                  <a:pt x="3026766" y="3250335"/>
                  <a:pt x="3032795" y="3233087"/>
                  <a:pt x="3038322" y="3233087"/>
                </a:cubicBezTo>
                <a:cubicBezTo>
                  <a:pt x="3236790" y="3186325"/>
                  <a:pt x="3248347" y="2988545"/>
                  <a:pt x="3341803" y="2860141"/>
                </a:cubicBezTo>
                <a:cubicBezTo>
                  <a:pt x="3429229" y="2732121"/>
                  <a:pt x="3399584" y="2673860"/>
                  <a:pt x="3253874" y="2609850"/>
                </a:cubicBezTo>
                <a:cubicBezTo>
                  <a:pt x="3236288" y="2598351"/>
                  <a:pt x="3213175" y="2586469"/>
                  <a:pt x="3201619" y="2568838"/>
                </a:cubicBezTo>
                <a:cubicBezTo>
                  <a:pt x="3172476" y="2539707"/>
                  <a:pt x="3154891" y="2499078"/>
                  <a:pt x="3119719" y="2475697"/>
                </a:cubicBezTo>
                <a:cubicBezTo>
                  <a:pt x="3090577" y="2452316"/>
                  <a:pt x="3055908" y="2452700"/>
                  <a:pt x="3021239" y="2446567"/>
                </a:cubicBezTo>
                <a:cubicBezTo>
                  <a:pt x="3021239" y="2435068"/>
                  <a:pt x="3021239" y="2423569"/>
                  <a:pt x="3021239" y="2411687"/>
                </a:cubicBezTo>
                <a:cubicBezTo>
                  <a:pt x="3120222" y="2411687"/>
                  <a:pt x="3213175" y="2411687"/>
                  <a:pt x="3329744" y="2411687"/>
                </a:cubicBezTo>
                <a:cubicBezTo>
                  <a:pt x="3230761" y="2341927"/>
                  <a:pt x="3230761" y="2236905"/>
                  <a:pt x="3318188" y="2190526"/>
                </a:cubicBezTo>
                <a:cubicBezTo>
                  <a:pt x="3329744" y="2184393"/>
                  <a:pt x="3347330" y="2178644"/>
                  <a:pt x="3359388" y="2166762"/>
                </a:cubicBezTo>
                <a:cubicBezTo>
                  <a:pt x="3394058" y="2137632"/>
                  <a:pt x="3446815" y="2102752"/>
                  <a:pt x="3452342" y="2062123"/>
                </a:cubicBezTo>
                <a:cubicBezTo>
                  <a:pt x="3452342" y="2032992"/>
                  <a:pt x="3394058" y="1997729"/>
                  <a:pt x="3359388" y="1962849"/>
                </a:cubicBezTo>
                <a:cubicBezTo>
                  <a:pt x="3335773" y="1933719"/>
                  <a:pt x="3312158" y="1893090"/>
                  <a:pt x="3289045" y="1863959"/>
                </a:cubicBezTo>
                <a:cubicBezTo>
                  <a:pt x="3329744" y="1846711"/>
                  <a:pt x="3370945" y="1823330"/>
                  <a:pt x="3411643" y="1823330"/>
                </a:cubicBezTo>
                <a:cubicBezTo>
                  <a:pt x="3423200" y="1817581"/>
                  <a:pt x="3446815" y="1870092"/>
                  <a:pt x="3458371" y="1899223"/>
                </a:cubicBezTo>
                <a:cubicBezTo>
                  <a:pt x="3481484" y="1934102"/>
                  <a:pt x="3493040" y="1968982"/>
                  <a:pt x="3510626" y="2009611"/>
                </a:cubicBezTo>
                <a:cubicBezTo>
                  <a:pt x="3528212" y="2003862"/>
                  <a:pt x="3539768" y="1997729"/>
                  <a:pt x="3551827" y="1997729"/>
                </a:cubicBezTo>
                <a:cubicBezTo>
                  <a:pt x="3551827" y="1933719"/>
                  <a:pt x="3545295" y="1863959"/>
                  <a:pt x="3557354" y="1805699"/>
                </a:cubicBezTo>
                <a:cubicBezTo>
                  <a:pt x="3562881" y="1765070"/>
                  <a:pt x="3598053" y="1718691"/>
                  <a:pt x="3627195" y="1689561"/>
                </a:cubicBezTo>
                <a:cubicBezTo>
                  <a:pt x="3709094" y="1613668"/>
                  <a:pt x="3796521" y="1549275"/>
                  <a:pt x="3878420" y="1473766"/>
                </a:cubicBezTo>
                <a:cubicBezTo>
                  <a:pt x="3901533" y="1450385"/>
                  <a:pt x="3930173" y="1397874"/>
                  <a:pt x="3918616" y="1368743"/>
                </a:cubicBezTo>
                <a:cubicBezTo>
                  <a:pt x="3913090" y="1339613"/>
                  <a:pt x="3854805" y="1328114"/>
                  <a:pt x="3814107" y="1316615"/>
                </a:cubicBezTo>
                <a:cubicBezTo>
                  <a:pt x="3784964" y="1310483"/>
                  <a:pt x="3749793" y="1316615"/>
                  <a:pt x="3720651" y="1305117"/>
                </a:cubicBezTo>
                <a:cubicBezTo>
                  <a:pt x="3703065" y="1298984"/>
                  <a:pt x="3691509" y="1269854"/>
                  <a:pt x="3673923" y="1252606"/>
                </a:cubicBezTo>
                <a:cubicBezTo>
                  <a:pt x="3691509" y="1240723"/>
                  <a:pt x="3720651" y="1211976"/>
                  <a:pt x="3738236" y="1217726"/>
                </a:cubicBezTo>
                <a:cubicBezTo>
                  <a:pt x="3790492" y="1223475"/>
                  <a:pt x="3848776" y="1234974"/>
                  <a:pt x="3889977" y="1264104"/>
                </a:cubicBezTo>
                <a:cubicBezTo>
                  <a:pt x="3936202" y="1293235"/>
                  <a:pt x="3977403" y="1333864"/>
                  <a:pt x="4012575" y="1275603"/>
                </a:cubicBezTo>
                <a:cubicBezTo>
                  <a:pt x="4047244" y="1223092"/>
                  <a:pt x="4064830" y="1153332"/>
                  <a:pt x="4076386" y="1089322"/>
                </a:cubicBezTo>
                <a:cubicBezTo>
                  <a:pt x="4081913" y="1054442"/>
                  <a:pt x="4058800" y="1013430"/>
                  <a:pt x="4052771" y="972801"/>
                </a:cubicBezTo>
                <a:cubicBezTo>
                  <a:pt x="4099499" y="978550"/>
                  <a:pt x="4163813" y="972801"/>
                  <a:pt x="4186926" y="996182"/>
                </a:cubicBezTo>
                <a:cubicBezTo>
                  <a:pt x="4303494" y="1112703"/>
                  <a:pt x="4438151" y="1077823"/>
                  <a:pt x="4560246" y="1048693"/>
                </a:cubicBezTo>
                <a:cubicBezTo>
                  <a:pt x="4694401" y="1019563"/>
                  <a:pt x="4810970" y="943670"/>
                  <a:pt x="4863727" y="798019"/>
                </a:cubicBezTo>
                <a:cubicBezTo>
                  <a:pt x="4869756" y="774637"/>
                  <a:pt x="4910455" y="745507"/>
                  <a:pt x="4928041" y="751257"/>
                </a:cubicBezTo>
                <a:cubicBezTo>
                  <a:pt x="5067722" y="786136"/>
                  <a:pt x="5201877" y="798019"/>
                  <a:pt x="5330002" y="704878"/>
                </a:cubicBezTo>
                <a:cubicBezTo>
                  <a:pt x="5347588" y="693379"/>
                  <a:pt x="5382759" y="693379"/>
                  <a:pt x="5400345" y="704878"/>
                </a:cubicBezTo>
                <a:cubicBezTo>
                  <a:pt x="5487772" y="751640"/>
                  <a:pt x="5563642" y="745507"/>
                  <a:pt x="5645039" y="646617"/>
                </a:cubicBezTo>
                <a:cubicBezTo>
                  <a:pt x="5645039" y="704878"/>
                  <a:pt x="5645039" y="734008"/>
                  <a:pt x="5645039" y="774637"/>
                </a:cubicBezTo>
                <a:cubicBezTo>
                  <a:pt x="5767637" y="803768"/>
                  <a:pt x="5861092" y="798019"/>
                  <a:pt x="5919376" y="663865"/>
                </a:cubicBezTo>
                <a:cubicBezTo>
                  <a:pt x="5942490" y="605605"/>
                  <a:pt x="5983188" y="594106"/>
                  <a:pt x="6059058" y="635119"/>
                </a:cubicBezTo>
                <a:cubicBezTo>
                  <a:pt x="6123372" y="675748"/>
                  <a:pt x="6193212" y="786520"/>
                  <a:pt x="6298226" y="675748"/>
                </a:cubicBezTo>
                <a:cubicBezTo>
                  <a:pt x="6304254" y="669998"/>
                  <a:pt x="6338924" y="692996"/>
                  <a:pt x="6344952" y="698745"/>
                </a:cubicBezTo>
                <a:cubicBezTo>
                  <a:pt x="6455492" y="599856"/>
                  <a:pt x="6548948" y="512464"/>
                  <a:pt x="6659990" y="413575"/>
                </a:cubicBezTo>
                <a:cubicBezTo>
                  <a:pt x="6671546" y="291304"/>
                  <a:pt x="6694660" y="145652"/>
                  <a:pt x="6712244" y="6133"/>
                </a:cubicBezTo>
                <a:cubicBezTo>
                  <a:pt x="6712244" y="6133"/>
                  <a:pt x="6723802" y="0"/>
                  <a:pt x="6729832" y="0"/>
                </a:cubicBezTo>
                <a:close/>
              </a:path>
            </a:pathLst>
          </a:custGeom>
          <a:solidFill>
            <a:srgbClr val="ACB1BB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 b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IMAGE REPLACE</a:t>
            </a:r>
          </a:p>
        </p:txBody>
      </p:sp>
    </p:spTree>
    <p:extLst>
      <p:ext uri="{BB962C8B-B14F-4D97-AF65-F5344CB8AC3E}">
        <p14:creationId xmlns:p14="http://schemas.microsoft.com/office/powerpoint/2010/main" val="3487800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72351A-3688-51CA-54EF-C229E38460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00850" y="1"/>
            <a:ext cx="5391150" cy="6857999"/>
          </a:xfrm>
          <a:custGeom>
            <a:avLst/>
            <a:gdLst>
              <a:gd name="connsiteX0" fmla="*/ 0 w 5391150"/>
              <a:gd name="connsiteY0" fmla="*/ 0 h 6857999"/>
              <a:gd name="connsiteX1" fmla="*/ 5391150 w 5391150"/>
              <a:gd name="connsiteY1" fmla="*/ 0 h 6857999"/>
              <a:gd name="connsiteX2" fmla="*/ 5391150 w 5391150"/>
              <a:gd name="connsiteY2" fmla="*/ 6857999 h 6857999"/>
              <a:gd name="connsiteX3" fmla="*/ 0 w 539115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1150" h="6857999">
                <a:moveTo>
                  <a:pt x="0" y="0"/>
                </a:moveTo>
                <a:lnTo>
                  <a:pt x="5391150" y="0"/>
                </a:lnTo>
                <a:lnTo>
                  <a:pt x="5391150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9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25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2429F4-D69C-E4B5-836A-3C9E4EEACE2C}"/>
              </a:ext>
            </a:extLst>
          </p:cNvPr>
          <p:cNvSpPr/>
          <p:nvPr/>
        </p:nvSpPr>
        <p:spPr>
          <a:xfrm>
            <a:off x="-3430" y="0"/>
            <a:ext cx="1219543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693066AE-364B-C4FF-0BB0-5C41917B0BB2}"/>
              </a:ext>
            </a:extLst>
          </p:cNvPr>
          <p:cNvSpPr>
            <a:spLocks noEditPoints="1"/>
          </p:cNvSpPr>
          <p:nvPr/>
        </p:nvSpPr>
        <p:spPr bwMode="auto">
          <a:xfrm>
            <a:off x="3058381" y="1839563"/>
            <a:ext cx="3829203" cy="3871593"/>
          </a:xfrm>
          <a:custGeom>
            <a:avLst/>
            <a:gdLst>
              <a:gd name="T0" fmla="*/ 756 w 905"/>
              <a:gd name="T1" fmla="*/ 473 h 916"/>
              <a:gd name="T2" fmla="*/ 721 w 905"/>
              <a:gd name="T3" fmla="*/ 418 h 916"/>
              <a:gd name="T4" fmla="*/ 209 w 905"/>
              <a:gd name="T5" fmla="*/ 9 h 916"/>
              <a:gd name="T6" fmla="*/ 106 w 905"/>
              <a:gd name="T7" fmla="*/ 116 h 916"/>
              <a:gd name="T8" fmla="*/ 191 w 905"/>
              <a:gd name="T9" fmla="*/ 116 h 916"/>
              <a:gd name="T10" fmla="*/ 357 w 905"/>
              <a:gd name="T11" fmla="*/ 17 h 916"/>
              <a:gd name="T12" fmla="*/ 227 w 905"/>
              <a:gd name="T13" fmla="*/ 152 h 916"/>
              <a:gd name="T14" fmla="*/ 130 w 905"/>
              <a:gd name="T15" fmla="*/ 265 h 916"/>
              <a:gd name="T16" fmla="*/ 339 w 905"/>
              <a:gd name="T17" fmla="*/ 131 h 916"/>
              <a:gd name="T18" fmla="*/ 212 w 905"/>
              <a:gd name="T19" fmla="*/ 257 h 916"/>
              <a:gd name="T20" fmla="*/ 105 w 905"/>
              <a:gd name="T21" fmla="*/ 366 h 916"/>
              <a:gd name="T22" fmla="*/ 378 w 905"/>
              <a:gd name="T23" fmla="*/ 177 h 916"/>
              <a:gd name="T24" fmla="*/ 249 w 905"/>
              <a:gd name="T25" fmla="*/ 311 h 916"/>
              <a:gd name="T26" fmla="*/ 120 w 905"/>
              <a:gd name="T27" fmla="*/ 445 h 916"/>
              <a:gd name="T28" fmla="*/ 516 w 905"/>
              <a:gd name="T29" fmla="*/ 114 h 916"/>
              <a:gd name="T30" fmla="*/ 394 w 905"/>
              <a:gd name="T31" fmla="*/ 242 h 916"/>
              <a:gd name="T32" fmla="*/ 259 w 905"/>
              <a:gd name="T33" fmla="*/ 383 h 916"/>
              <a:gd name="T34" fmla="*/ 133 w 905"/>
              <a:gd name="T35" fmla="*/ 518 h 916"/>
              <a:gd name="T36" fmla="*/ 34 w 905"/>
              <a:gd name="T37" fmla="*/ 618 h 916"/>
              <a:gd name="T38" fmla="*/ 586 w 905"/>
              <a:gd name="T39" fmla="*/ 133 h 916"/>
              <a:gd name="T40" fmla="*/ 480 w 905"/>
              <a:gd name="T41" fmla="*/ 242 h 916"/>
              <a:gd name="T42" fmla="*/ 349 w 905"/>
              <a:gd name="T43" fmla="*/ 375 h 916"/>
              <a:gd name="T44" fmla="*/ 223 w 905"/>
              <a:gd name="T45" fmla="*/ 511 h 916"/>
              <a:gd name="T46" fmla="*/ 94 w 905"/>
              <a:gd name="T47" fmla="*/ 645 h 916"/>
              <a:gd name="T48" fmla="*/ 729 w 905"/>
              <a:gd name="T49" fmla="*/ 64 h 916"/>
              <a:gd name="T50" fmla="*/ 600 w 905"/>
              <a:gd name="T51" fmla="*/ 205 h 916"/>
              <a:gd name="T52" fmla="*/ 492 w 905"/>
              <a:gd name="T53" fmla="*/ 306 h 916"/>
              <a:gd name="T54" fmla="*/ 337 w 905"/>
              <a:gd name="T55" fmla="*/ 474 h 916"/>
              <a:gd name="T56" fmla="*/ 208 w 905"/>
              <a:gd name="T57" fmla="*/ 603 h 916"/>
              <a:gd name="T58" fmla="*/ 80 w 905"/>
              <a:gd name="T59" fmla="*/ 736 h 916"/>
              <a:gd name="T60" fmla="*/ 738 w 905"/>
              <a:gd name="T61" fmla="*/ 141 h 916"/>
              <a:gd name="T62" fmla="*/ 604 w 905"/>
              <a:gd name="T63" fmla="*/ 275 h 916"/>
              <a:gd name="T64" fmla="*/ 474 w 905"/>
              <a:gd name="T65" fmla="*/ 411 h 916"/>
              <a:gd name="T66" fmla="*/ 346 w 905"/>
              <a:gd name="T67" fmla="*/ 551 h 916"/>
              <a:gd name="T68" fmla="*/ 223 w 905"/>
              <a:gd name="T69" fmla="*/ 685 h 916"/>
              <a:gd name="T70" fmla="*/ 115 w 905"/>
              <a:gd name="T71" fmla="*/ 786 h 916"/>
              <a:gd name="T72" fmla="*/ 771 w 905"/>
              <a:gd name="T73" fmla="*/ 187 h 916"/>
              <a:gd name="T74" fmla="*/ 645 w 905"/>
              <a:gd name="T75" fmla="*/ 328 h 916"/>
              <a:gd name="T76" fmla="*/ 540 w 905"/>
              <a:gd name="T77" fmla="*/ 428 h 916"/>
              <a:gd name="T78" fmla="*/ 388 w 905"/>
              <a:gd name="T79" fmla="*/ 596 h 916"/>
              <a:gd name="T80" fmla="*/ 258 w 905"/>
              <a:gd name="T81" fmla="*/ 723 h 916"/>
              <a:gd name="T82" fmla="*/ 845 w 905"/>
              <a:gd name="T83" fmla="*/ 201 h 916"/>
              <a:gd name="T84" fmla="*/ 743 w 905"/>
              <a:gd name="T85" fmla="*/ 314 h 916"/>
              <a:gd name="T86" fmla="*/ 614 w 905"/>
              <a:gd name="T87" fmla="*/ 448 h 916"/>
              <a:gd name="T88" fmla="*/ 482 w 905"/>
              <a:gd name="T89" fmla="*/ 585 h 916"/>
              <a:gd name="T90" fmla="*/ 351 w 905"/>
              <a:gd name="T91" fmla="*/ 712 h 916"/>
              <a:gd name="T92" fmla="*/ 881 w 905"/>
              <a:gd name="T93" fmla="*/ 250 h 916"/>
              <a:gd name="T94" fmla="*/ 644 w 905"/>
              <a:gd name="T95" fmla="*/ 492 h 916"/>
              <a:gd name="T96" fmla="*/ 466 w 905"/>
              <a:gd name="T97" fmla="*/ 688 h 916"/>
              <a:gd name="T98" fmla="*/ 827 w 905"/>
              <a:gd name="T99" fmla="*/ 394 h 916"/>
              <a:gd name="T100" fmla="*/ 628 w 905"/>
              <a:gd name="T101" fmla="*/ 612 h 916"/>
              <a:gd name="T102" fmla="*/ 524 w 905"/>
              <a:gd name="T103" fmla="*/ 715 h 916"/>
              <a:gd name="T104" fmla="*/ 811 w 905"/>
              <a:gd name="T105" fmla="*/ 506 h 916"/>
              <a:gd name="T106" fmla="*/ 680 w 905"/>
              <a:gd name="T107" fmla="*/ 639 h 916"/>
              <a:gd name="T108" fmla="*/ 582 w 905"/>
              <a:gd name="T109" fmla="*/ 746 h 916"/>
              <a:gd name="T110" fmla="*/ 845 w 905"/>
              <a:gd name="T111" fmla="*/ 559 h 916"/>
              <a:gd name="T112" fmla="*/ 716 w 905"/>
              <a:gd name="T113" fmla="*/ 688 h 916"/>
              <a:gd name="T114" fmla="*/ 581 w 905"/>
              <a:gd name="T115" fmla="*/ 822 h 916"/>
              <a:gd name="T116" fmla="*/ 784 w 905"/>
              <a:gd name="T117" fmla="*/ 708 h 916"/>
              <a:gd name="T118" fmla="*/ 655 w 905"/>
              <a:gd name="T119" fmla="*/ 843 h 916"/>
              <a:gd name="T120" fmla="*/ 790 w 905"/>
              <a:gd name="T121" fmla="*/ 788 h 916"/>
              <a:gd name="T122" fmla="*/ 823 w 905"/>
              <a:gd name="T123" fmla="*/ 834 h 9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05" h="916">
                <a:moveTo>
                  <a:pt x="506" y="43"/>
                </a:moveTo>
                <a:cubicBezTo>
                  <a:pt x="506" y="43"/>
                  <a:pt x="506" y="43"/>
                  <a:pt x="506" y="43"/>
                </a:cubicBezTo>
                <a:cubicBezTo>
                  <a:pt x="506" y="43"/>
                  <a:pt x="506" y="43"/>
                  <a:pt x="506" y="43"/>
                </a:cubicBezTo>
                <a:cubicBezTo>
                  <a:pt x="506" y="43"/>
                  <a:pt x="506" y="43"/>
                  <a:pt x="506" y="43"/>
                </a:cubicBezTo>
                <a:close/>
                <a:moveTo>
                  <a:pt x="600" y="898"/>
                </a:moveTo>
                <a:cubicBezTo>
                  <a:pt x="600" y="898"/>
                  <a:pt x="600" y="898"/>
                  <a:pt x="600" y="898"/>
                </a:cubicBezTo>
                <a:cubicBezTo>
                  <a:pt x="600" y="898"/>
                  <a:pt x="600" y="898"/>
                  <a:pt x="600" y="898"/>
                </a:cubicBezTo>
                <a:cubicBezTo>
                  <a:pt x="600" y="898"/>
                  <a:pt x="600" y="898"/>
                  <a:pt x="600" y="898"/>
                </a:cubicBezTo>
                <a:close/>
                <a:moveTo>
                  <a:pt x="748" y="916"/>
                </a:moveTo>
                <a:cubicBezTo>
                  <a:pt x="748" y="916"/>
                  <a:pt x="748" y="916"/>
                  <a:pt x="748" y="916"/>
                </a:cubicBezTo>
                <a:cubicBezTo>
                  <a:pt x="748" y="916"/>
                  <a:pt x="748" y="916"/>
                  <a:pt x="748" y="916"/>
                </a:cubicBezTo>
                <a:cubicBezTo>
                  <a:pt x="748" y="916"/>
                  <a:pt x="748" y="916"/>
                  <a:pt x="748" y="916"/>
                </a:cubicBezTo>
                <a:close/>
                <a:moveTo>
                  <a:pt x="476" y="855"/>
                </a:moveTo>
                <a:cubicBezTo>
                  <a:pt x="476" y="855"/>
                  <a:pt x="476" y="855"/>
                  <a:pt x="476" y="855"/>
                </a:cubicBezTo>
                <a:cubicBezTo>
                  <a:pt x="476" y="855"/>
                  <a:pt x="476" y="855"/>
                  <a:pt x="476" y="855"/>
                </a:cubicBezTo>
                <a:cubicBezTo>
                  <a:pt x="476" y="855"/>
                  <a:pt x="476" y="855"/>
                  <a:pt x="476" y="855"/>
                </a:cubicBezTo>
                <a:close/>
                <a:moveTo>
                  <a:pt x="838" y="908"/>
                </a:moveTo>
                <a:cubicBezTo>
                  <a:pt x="838" y="908"/>
                  <a:pt x="838" y="908"/>
                  <a:pt x="838" y="908"/>
                </a:cubicBezTo>
                <a:cubicBezTo>
                  <a:pt x="838" y="908"/>
                  <a:pt x="838" y="908"/>
                  <a:pt x="838" y="908"/>
                </a:cubicBezTo>
                <a:cubicBezTo>
                  <a:pt x="838" y="908"/>
                  <a:pt x="838" y="908"/>
                  <a:pt x="838" y="908"/>
                </a:cubicBezTo>
                <a:close/>
                <a:moveTo>
                  <a:pt x="701" y="535"/>
                </a:moveTo>
                <a:cubicBezTo>
                  <a:pt x="701" y="535"/>
                  <a:pt x="701" y="535"/>
                  <a:pt x="701" y="535"/>
                </a:cubicBezTo>
                <a:cubicBezTo>
                  <a:pt x="702" y="535"/>
                  <a:pt x="703" y="534"/>
                  <a:pt x="704" y="534"/>
                </a:cubicBezTo>
                <a:cubicBezTo>
                  <a:pt x="705" y="533"/>
                  <a:pt x="705" y="533"/>
                  <a:pt x="705" y="533"/>
                </a:cubicBezTo>
                <a:cubicBezTo>
                  <a:pt x="706" y="531"/>
                  <a:pt x="706" y="529"/>
                  <a:pt x="705" y="527"/>
                </a:cubicBezTo>
                <a:cubicBezTo>
                  <a:pt x="703" y="525"/>
                  <a:pt x="701" y="526"/>
                  <a:pt x="699" y="527"/>
                </a:cubicBezTo>
                <a:cubicBezTo>
                  <a:pt x="698" y="528"/>
                  <a:pt x="698" y="528"/>
                  <a:pt x="698" y="528"/>
                </a:cubicBezTo>
                <a:cubicBezTo>
                  <a:pt x="697" y="530"/>
                  <a:pt x="697" y="532"/>
                  <a:pt x="698" y="534"/>
                </a:cubicBezTo>
                <a:cubicBezTo>
                  <a:pt x="699" y="534"/>
                  <a:pt x="700" y="535"/>
                  <a:pt x="701" y="535"/>
                </a:cubicBezTo>
                <a:cubicBezTo>
                  <a:pt x="701" y="535"/>
                  <a:pt x="701" y="535"/>
                  <a:pt x="701" y="535"/>
                </a:cubicBezTo>
                <a:close/>
                <a:moveTo>
                  <a:pt x="492" y="661"/>
                </a:moveTo>
                <a:cubicBezTo>
                  <a:pt x="492" y="661"/>
                  <a:pt x="492" y="661"/>
                  <a:pt x="492" y="661"/>
                </a:cubicBezTo>
                <a:cubicBezTo>
                  <a:pt x="493" y="661"/>
                  <a:pt x="494" y="661"/>
                  <a:pt x="495" y="660"/>
                </a:cubicBezTo>
                <a:cubicBezTo>
                  <a:pt x="495" y="659"/>
                  <a:pt x="495" y="659"/>
                  <a:pt x="495" y="659"/>
                </a:cubicBezTo>
                <a:cubicBezTo>
                  <a:pt x="497" y="658"/>
                  <a:pt x="497" y="655"/>
                  <a:pt x="495" y="654"/>
                </a:cubicBezTo>
                <a:cubicBezTo>
                  <a:pt x="494" y="652"/>
                  <a:pt x="491" y="652"/>
                  <a:pt x="490" y="654"/>
                </a:cubicBezTo>
                <a:cubicBezTo>
                  <a:pt x="489" y="654"/>
                  <a:pt x="489" y="654"/>
                  <a:pt x="489" y="654"/>
                </a:cubicBezTo>
                <a:cubicBezTo>
                  <a:pt x="487" y="656"/>
                  <a:pt x="487" y="659"/>
                  <a:pt x="489" y="660"/>
                </a:cubicBezTo>
                <a:cubicBezTo>
                  <a:pt x="490" y="661"/>
                  <a:pt x="491" y="661"/>
                  <a:pt x="492" y="661"/>
                </a:cubicBezTo>
                <a:cubicBezTo>
                  <a:pt x="492" y="661"/>
                  <a:pt x="492" y="661"/>
                  <a:pt x="492" y="661"/>
                </a:cubicBezTo>
                <a:close/>
                <a:moveTo>
                  <a:pt x="753" y="481"/>
                </a:moveTo>
                <a:cubicBezTo>
                  <a:pt x="753" y="481"/>
                  <a:pt x="753" y="481"/>
                  <a:pt x="753" y="481"/>
                </a:cubicBezTo>
                <a:cubicBezTo>
                  <a:pt x="754" y="481"/>
                  <a:pt x="755" y="481"/>
                  <a:pt x="756" y="480"/>
                </a:cubicBezTo>
                <a:cubicBezTo>
                  <a:pt x="756" y="479"/>
                  <a:pt x="756" y="479"/>
                  <a:pt x="756" y="479"/>
                </a:cubicBezTo>
                <a:cubicBezTo>
                  <a:pt x="758" y="477"/>
                  <a:pt x="758" y="475"/>
                  <a:pt x="756" y="473"/>
                </a:cubicBezTo>
                <a:cubicBezTo>
                  <a:pt x="755" y="472"/>
                  <a:pt x="752" y="472"/>
                  <a:pt x="751" y="473"/>
                </a:cubicBezTo>
                <a:cubicBezTo>
                  <a:pt x="750" y="474"/>
                  <a:pt x="750" y="474"/>
                  <a:pt x="750" y="474"/>
                </a:cubicBezTo>
                <a:cubicBezTo>
                  <a:pt x="750" y="475"/>
                  <a:pt x="750" y="475"/>
                  <a:pt x="749" y="475"/>
                </a:cubicBezTo>
                <a:cubicBezTo>
                  <a:pt x="748" y="476"/>
                  <a:pt x="748" y="478"/>
                  <a:pt x="749" y="479"/>
                </a:cubicBezTo>
                <a:cubicBezTo>
                  <a:pt x="750" y="480"/>
                  <a:pt x="750" y="480"/>
                  <a:pt x="750" y="480"/>
                </a:cubicBezTo>
                <a:cubicBezTo>
                  <a:pt x="751" y="481"/>
                  <a:pt x="752" y="481"/>
                  <a:pt x="753" y="481"/>
                </a:cubicBezTo>
                <a:cubicBezTo>
                  <a:pt x="753" y="481"/>
                  <a:pt x="753" y="481"/>
                  <a:pt x="753" y="481"/>
                </a:cubicBezTo>
                <a:close/>
                <a:moveTo>
                  <a:pt x="672" y="473"/>
                </a:moveTo>
                <a:cubicBezTo>
                  <a:pt x="672" y="473"/>
                  <a:pt x="672" y="473"/>
                  <a:pt x="672" y="473"/>
                </a:cubicBezTo>
                <a:cubicBezTo>
                  <a:pt x="673" y="473"/>
                  <a:pt x="674" y="473"/>
                  <a:pt x="675" y="472"/>
                </a:cubicBezTo>
                <a:cubicBezTo>
                  <a:pt x="676" y="471"/>
                  <a:pt x="676" y="471"/>
                  <a:pt x="676" y="471"/>
                </a:cubicBezTo>
                <a:cubicBezTo>
                  <a:pt x="677" y="469"/>
                  <a:pt x="677" y="467"/>
                  <a:pt x="675" y="465"/>
                </a:cubicBezTo>
                <a:cubicBezTo>
                  <a:pt x="674" y="464"/>
                  <a:pt x="671" y="464"/>
                  <a:pt x="670" y="466"/>
                </a:cubicBezTo>
                <a:cubicBezTo>
                  <a:pt x="669" y="466"/>
                  <a:pt x="669" y="466"/>
                  <a:pt x="669" y="466"/>
                </a:cubicBezTo>
                <a:cubicBezTo>
                  <a:pt x="667" y="468"/>
                  <a:pt x="667" y="471"/>
                  <a:pt x="669" y="472"/>
                </a:cubicBezTo>
                <a:cubicBezTo>
                  <a:pt x="670" y="473"/>
                  <a:pt x="671" y="473"/>
                  <a:pt x="672" y="473"/>
                </a:cubicBezTo>
                <a:cubicBezTo>
                  <a:pt x="672" y="473"/>
                  <a:pt x="672" y="473"/>
                  <a:pt x="672" y="473"/>
                </a:cubicBezTo>
                <a:close/>
                <a:moveTo>
                  <a:pt x="852" y="285"/>
                </a:moveTo>
                <a:cubicBezTo>
                  <a:pt x="852" y="285"/>
                  <a:pt x="852" y="285"/>
                  <a:pt x="852" y="285"/>
                </a:cubicBezTo>
                <a:cubicBezTo>
                  <a:pt x="853" y="285"/>
                  <a:pt x="854" y="285"/>
                  <a:pt x="855" y="284"/>
                </a:cubicBezTo>
                <a:cubicBezTo>
                  <a:pt x="856" y="283"/>
                  <a:pt x="856" y="283"/>
                  <a:pt x="856" y="283"/>
                </a:cubicBezTo>
                <a:cubicBezTo>
                  <a:pt x="857" y="281"/>
                  <a:pt x="857" y="279"/>
                  <a:pt x="856" y="277"/>
                </a:cubicBezTo>
                <a:cubicBezTo>
                  <a:pt x="854" y="276"/>
                  <a:pt x="851" y="276"/>
                  <a:pt x="850" y="277"/>
                </a:cubicBezTo>
                <a:cubicBezTo>
                  <a:pt x="849" y="278"/>
                  <a:pt x="849" y="278"/>
                  <a:pt x="849" y="278"/>
                </a:cubicBezTo>
                <a:cubicBezTo>
                  <a:pt x="848" y="280"/>
                  <a:pt x="848" y="282"/>
                  <a:pt x="849" y="284"/>
                </a:cubicBezTo>
                <a:cubicBezTo>
                  <a:pt x="850" y="285"/>
                  <a:pt x="851" y="285"/>
                  <a:pt x="852" y="285"/>
                </a:cubicBezTo>
                <a:cubicBezTo>
                  <a:pt x="852" y="285"/>
                  <a:pt x="852" y="285"/>
                  <a:pt x="852" y="285"/>
                </a:cubicBezTo>
                <a:close/>
                <a:moveTo>
                  <a:pt x="649" y="588"/>
                </a:moveTo>
                <a:cubicBezTo>
                  <a:pt x="649" y="588"/>
                  <a:pt x="649" y="588"/>
                  <a:pt x="649" y="588"/>
                </a:cubicBezTo>
                <a:cubicBezTo>
                  <a:pt x="651" y="588"/>
                  <a:pt x="652" y="588"/>
                  <a:pt x="652" y="587"/>
                </a:cubicBezTo>
                <a:cubicBezTo>
                  <a:pt x="653" y="586"/>
                  <a:pt x="653" y="586"/>
                  <a:pt x="653" y="586"/>
                </a:cubicBezTo>
                <a:cubicBezTo>
                  <a:pt x="655" y="585"/>
                  <a:pt x="655" y="582"/>
                  <a:pt x="653" y="581"/>
                </a:cubicBezTo>
                <a:cubicBezTo>
                  <a:pt x="651" y="579"/>
                  <a:pt x="649" y="579"/>
                  <a:pt x="647" y="581"/>
                </a:cubicBezTo>
                <a:cubicBezTo>
                  <a:pt x="647" y="582"/>
                  <a:pt x="647" y="582"/>
                  <a:pt x="647" y="582"/>
                </a:cubicBezTo>
                <a:cubicBezTo>
                  <a:pt x="645" y="583"/>
                  <a:pt x="645" y="586"/>
                  <a:pt x="647" y="587"/>
                </a:cubicBezTo>
                <a:cubicBezTo>
                  <a:pt x="647" y="588"/>
                  <a:pt x="648" y="588"/>
                  <a:pt x="649" y="588"/>
                </a:cubicBezTo>
                <a:cubicBezTo>
                  <a:pt x="649" y="588"/>
                  <a:pt x="649" y="588"/>
                  <a:pt x="649" y="588"/>
                </a:cubicBezTo>
                <a:close/>
                <a:moveTo>
                  <a:pt x="723" y="419"/>
                </a:moveTo>
                <a:cubicBezTo>
                  <a:pt x="723" y="419"/>
                  <a:pt x="723" y="419"/>
                  <a:pt x="723" y="419"/>
                </a:cubicBezTo>
                <a:cubicBezTo>
                  <a:pt x="724" y="419"/>
                  <a:pt x="725" y="419"/>
                  <a:pt x="726" y="418"/>
                </a:cubicBezTo>
                <a:cubicBezTo>
                  <a:pt x="727" y="417"/>
                  <a:pt x="727" y="417"/>
                  <a:pt x="727" y="417"/>
                </a:cubicBezTo>
                <a:cubicBezTo>
                  <a:pt x="729" y="416"/>
                  <a:pt x="728" y="413"/>
                  <a:pt x="727" y="412"/>
                </a:cubicBezTo>
                <a:cubicBezTo>
                  <a:pt x="725" y="410"/>
                  <a:pt x="723" y="410"/>
                  <a:pt x="721" y="412"/>
                </a:cubicBezTo>
                <a:cubicBezTo>
                  <a:pt x="720" y="413"/>
                  <a:pt x="720" y="413"/>
                  <a:pt x="720" y="413"/>
                </a:cubicBezTo>
                <a:cubicBezTo>
                  <a:pt x="719" y="414"/>
                  <a:pt x="719" y="417"/>
                  <a:pt x="721" y="418"/>
                </a:cubicBezTo>
                <a:cubicBezTo>
                  <a:pt x="721" y="419"/>
                  <a:pt x="722" y="419"/>
                  <a:pt x="723" y="419"/>
                </a:cubicBezTo>
                <a:cubicBezTo>
                  <a:pt x="723" y="419"/>
                  <a:pt x="723" y="419"/>
                  <a:pt x="723" y="419"/>
                </a:cubicBezTo>
                <a:close/>
                <a:moveTo>
                  <a:pt x="749" y="393"/>
                </a:moveTo>
                <a:cubicBezTo>
                  <a:pt x="749" y="393"/>
                  <a:pt x="749" y="393"/>
                  <a:pt x="749" y="393"/>
                </a:cubicBezTo>
                <a:cubicBezTo>
                  <a:pt x="750" y="393"/>
                  <a:pt x="751" y="392"/>
                  <a:pt x="752" y="391"/>
                </a:cubicBezTo>
                <a:cubicBezTo>
                  <a:pt x="753" y="390"/>
                  <a:pt x="753" y="390"/>
                  <a:pt x="753" y="390"/>
                </a:cubicBezTo>
                <a:cubicBezTo>
                  <a:pt x="754" y="389"/>
                  <a:pt x="754" y="386"/>
                  <a:pt x="753" y="385"/>
                </a:cubicBezTo>
                <a:cubicBezTo>
                  <a:pt x="751" y="383"/>
                  <a:pt x="749" y="383"/>
                  <a:pt x="747" y="385"/>
                </a:cubicBezTo>
                <a:cubicBezTo>
                  <a:pt x="746" y="386"/>
                  <a:pt x="746" y="386"/>
                  <a:pt x="746" y="386"/>
                </a:cubicBezTo>
                <a:cubicBezTo>
                  <a:pt x="745" y="387"/>
                  <a:pt x="745" y="390"/>
                  <a:pt x="746" y="391"/>
                </a:cubicBezTo>
                <a:cubicBezTo>
                  <a:pt x="747" y="392"/>
                  <a:pt x="748" y="393"/>
                  <a:pt x="749" y="393"/>
                </a:cubicBezTo>
                <a:cubicBezTo>
                  <a:pt x="749" y="393"/>
                  <a:pt x="749" y="393"/>
                  <a:pt x="749" y="393"/>
                </a:cubicBezTo>
                <a:close/>
                <a:moveTo>
                  <a:pt x="620" y="527"/>
                </a:moveTo>
                <a:cubicBezTo>
                  <a:pt x="620" y="527"/>
                  <a:pt x="620" y="527"/>
                  <a:pt x="620" y="527"/>
                </a:cubicBezTo>
                <a:cubicBezTo>
                  <a:pt x="621" y="527"/>
                  <a:pt x="623" y="526"/>
                  <a:pt x="623" y="526"/>
                </a:cubicBezTo>
                <a:cubicBezTo>
                  <a:pt x="624" y="525"/>
                  <a:pt x="624" y="525"/>
                  <a:pt x="624" y="525"/>
                </a:cubicBezTo>
                <a:cubicBezTo>
                  <a:pt x="626" y="523"/>
                  <a:pt x="626" y="521"/>
                  <a:pt x="624" y="519"/>
                </a:cubicBezTo>
                <a:cubicBezTo>
                  <a:pt x="622" y="518"/>
                  <a:pt x="620" y="518"/>
                  <a:pt x="618" y="519"/>
                </a:cubicBezTo>
                <a:cubicBezTo>
                  <a:pt x="618" y="520"/>
                  <a:pt x="618" y="520"/>
                  <a:pt x="618" y="520"/>
                </a:cubicBezTo>
                <a:cubicBezTo>
                  <a:pt x="616" y="522"/>
                  <a:pt x="616" y="524"/>
                  <a:pt x="618" y="526"/>
                </a:cubicBezTo>
                <a:cubicBezTo>
                  <a:pt x="618" y="527"/>
                  <a:pt x="619" y="527"/>
                  <a:pt x="620" y="527"/>
                </a:cubicBezTo>
                <a:cubicBezTo>
                  <a:pt x="620" y="527"/>
                  <a:pt x="620" y="527"/>
                  <a:pt x="620" y="527"/>
                </a:cubicBezTo>
                <a:close/>
                <a:moveTo>
                  <a:pt x="363" y="623"/>
                </a:moveTo>
                <a:cubicBezTo>
                  <a:pt x="363" y="623"/>
                  <a:pt x="363" y="623"/>
                  <a:pt x="363" y="623"/>
                </a:cubicBezTo>
                <a:cubicBezTo>
                  <a:pt x="364" y="623"/>
                  <a:pt x="365" y="623"/>
                  <a:pt x="365" y="622"/>
                </a:cubicBezTo>
                <a:cubicBezTo>
                  <a:pt x="366" y="621"/>
                  <a:pt x="366" y="621"/>
                  <a:pt x="366" y="621"/>
                </a:cubicBezTo>
                <a:cubicBezTo>
                  <a:pt x="368" y="620"/>
                  <a:pt x="368" y="617"/>
                  <a:pt x="366" y="616"/>
                </a:cubicBezTo>
                <a:cubicBezTo>
                  <a:pt x="365" y="614"/>
                  <a:pt x="362" y="614"/>
                  <a:pt x="361" y="616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58" y="618"/>
                  <a:pt x="358" y="621"/>
                  <a:pt x="360" y="622"/>
                </a:cubicBezTo>
                <a:cubicBezTo>
                  <a:pt x="361" y="623"/>
                  <a:pt x="362" y="623"/>
                  <a:pt x="363" y="623"/>
                </a:cubicBezTo>
                <a:cubicBezTo>
                  <a:pt x="363" y="623"/>
                  <a:pt x="363" y="623"/>
                  <a:pt x="363" y="623"/>
                </a:cubicBezTo>
                <a:close/>
                <a:moveTo>
                  <a:pt x="440" y="715"/>
                </a:moveTo>
                <a:cubicBezTo>
                  <a:pt x="440" y="715"/>
                  <a:pt x="440" y="715"/>
                  <a:pt x="440" y="715"/>
                </a:cubicBezTo>
                <a:cubicBezTo>
                  <a:pt x="440" y="715"/>
                  <a:pt x="440" y="715"/>
                  <a:pt x="440" y="715"/>
                </a:cubicBezTo>
                <a:cubicBezTo>
                  <a:pt x="441" y="715"/>
                  <a:pt x="442" y="715"/>
                  <a:pt x="443" y="714"/>
                </a:cubicBezTo>
                <a:cubicBezTo>
                  <a:pt x="444" y="713"/>
                  <a:pt x="444" y="713"/>
                  <a:pt x="444" y="713"/>
                </a:cubicBezTo>
                <a:cubicBezTo>
                  <a:pt x="446" y="711"/>
                  <a:pt x="445" y="709"/>
                  <a:pt x="444" y="707"/>
                </a:cubicBezTo>
                <a:cubicBezTo>
                  <a:pt x="443" y="706"/>
                  <a:pt x="442" y="706"/>
                  <a:pt x="440" y="706"/>
                </a:cubicBezTo>
                <a:cubicBezTo>
                  <a:pt x="440" y="706"/>
                  <a:pt x="439" y="707"/>
                  <a:pt x="438" y="707"/>
                </a:cubicBezTo>
                <a:cubicBezTo>
                  <a:pt x="437" y="708"/>
                  <a:pt x="437" y="708"/>
                  <a:pt x="437" y="708"/>
                </a:cubicBezTo>
                <a:cubicBezTo>
                  <a:pt x="436" y="710"/>
                  <a:pt x="436" y="712"/>
                  <a:pt x="438" y="714"/>
                </a:cubicBezTo>
                <a:cubicBezTo>
                  <a:pt x="438" y="715"/>
                  <a:pt x="439" y="715"/>
                  <a:pt x="440" y="715"/>
                </a:cubicBezTo>
                <a:cubicBezTo>
                  <a:pt x="440" y="715"/>
                  <a:pt x="440" y="715"/>
                  <a:pt x="440" y="715"/>
                </a:cubicBezTo>
                <a:close/>
                <a:moveTo>
                  <a:pt x="209" y="9"/>
                </a:moveTo>
                <a:cubicBezTo>
                  <a:pt x="210" y="9"/>
                  <a:pt x="211" y="9"/>
                  <a:pt x="212" y="8"/>
                </a:cubicBezTo>
                <a:cubicBezTo>
                  <a:pt x="213" y="7"/>
                  <a:pt x="213" y="7"/>
                  <a:pt x="213" y="7"/>
                </a:cubicBezTo>
                <a:cubicBezTo>
                  <a:pt x="214" y="5"/>
                  <a:pt x="214" y="3"/>
                  <a:pt x="213" y="1"/>
                </a:cubicBezTo>
                <a:cubicBezTo>
                  <a:pt x="211" y="0"/>
                  <a:pt x="208" y="0"/>
                  <a:pt x="207" y="2"/>
                </a:cubicBezTo>
                <a:cubicBezTo>
                  <a:pt x="206" y="2"/>
                  <a:pt x="206" y="2"/>
                  <a:pt x="206" y="2"/>
                </a:cubicBezTo>
                <a:cubicBezTo>
                  <a:pt x="205" y="4"/>
                  <a:pt x="205" y="6"/>
                  <a:pt x="206" y="8"/>
                </a:cubicBezTo>
                <a:cubicBezTo>
                  <a:pt x="207" y="9"/>
                  <a:pt x="208" y="9"/>
                  <a:pt x="209" y="9"/>
                </a:cubicBezTo>
                <a:close/>
                <a:moveTo>
                  <a:pt x="183" y="36"/>
                </a:moveTo>
                <a:cubicBezTo>
                  <a:pt x="184" y="36"/>
                  <a:pt x="185" y="36"/>
                  <a:pt x="186" y="35"/>
                </a:cubicBezTo>
                <a:cubicBezTo>
                  <a:pt x="187" y="34"/>
                  <a:pt x="187" y="34"/>
                  <a:pt x="187" y="34"/>
                </a:cubicBezTo>
                <a:cubicBezTo>
                  <a:pt x="188" y="32"/>
                  <a:pt x="188" y="30"/>
                  <a:pt x="187" y="28"/>
                </a:cubicBezTo>
                <a:cubicBezTo>
                  <a:pt x="185" y="27"/>
                  <a:pt x="183" y="27"/>
                  <a:pt x="181" y="28"/>
                </a:cubicBezTo>
                <a:cubicBezTo>
                  <a:pt x="180" y="29"/>
                  <a:pt x="180" y="29"/>
                  <a:pt x="180" y="29"/>
                </a:cubicBezTo>
                <a:cubicBezTo>
                  <a:pt x="179" y="31"/>
                  <a:pt x="179" y="33"/>
                  <a:pt x="180" y="35"/>
                </a:cubicBezTo>
                <a:cubicBezTo>
                  <a:pt x="181" y="36"/>
                  <a:pt x="182" y="36"/>
                  <a:pt x="183" y="36"/>
                </a:cubicBezTo>
                <a:close/>
                <a:moveTo>
                  <a:pt x="157" y="63"/>
                </a:moveTo>
                <a:cubicBezTo>
                  <a:pt x="157" y="63"/>
                  <a:pt x="157" y="63"/>
                  <a:pt x="157" y="63"/>
                </a:cubicBezTo>
                <a:cubicBezTo>
                  <a:pt x="157" y="63"/>
                  <a:pt x="157" y="63"/>
                  <a:pt x="157" y="63"/>
                </a:cubicBezTo>
                <a:cubicBezTo>
                  <a:pt x="158" y="63"/>
                  <a:pt x="160" y="62"/>
                  <a:pt x="160" y="62"/>
                </a:cubicBezTo>
                <a:cubicBezTo>
                  <a:pt x="161" y="61"/>
                  <a:pt x="161" y="61"/>
                  <a:pt x="161" y="61"/>
                </a:cubicBezTo>
                <a:cubicBezTo>
                  <a:pt x="163" y="59"/>
                  <a:pt x="163" y="57"/>
                  <a:pt x="161" y="55"/>
                </a:cubicBezTo>
                <a:cubicBezTo>
                  <a:pt x="159" y="54"/>
                  <a:pt x="157" y="54"/>
                  <a:pt x="155" y="55"/>
                </a:cubicBezTo>
                <a:cubicBezTo>
                  <a:pt x="155" y="56"/>
                  <a:pt x="155" y="56"/>
                  <a:pt x="155" y="56"/>
                </a:cubicBezTo>
                <a:cubicBezTo>
                  <a:pt x="153" y="58"/>
                  <a:pt x="153" y="60"/>
                  <a:pt x="155" y="62"/>
                </a:cubicBezTo>
                <a:cubicBezTo>
                  <a:pt x="155" y="62"/>
                  <a:pt x="156" y="63"/>
                  <a:pt x="157" y="63"/>
                </a:cubicBezTo>
                <a:close/>
                <a:moveTo>
                  <a:pt x="132" y="90"/>
                </a:moveTo>
                <a:cubicBezTo>
                  <a:pt x="132" y="90"/>
                  <a:pt x="132" y="90"/>
                  <a:pt x="132" y="90"/>
                </a:cubicBezTo>
                <a:cubicBezTo>
                  <a:pt x="132" y="90"/>
                  <a:pt x="132" y="90"/>
                  <a:pt x="132" y="90"/>
                </a:cubicBezTo>
                <a:cubicBezTo>
                  <a:pt x="133" y="90"/>
                  <a:pt x="134" y="89"/>
                  <a:pt x="135" y="88"/>
                </a:cubicBezTo>
                <a:cubicBezTo>
                  <a:pt x="135" y="88"/>
                  <a:pt x="135" y="88"/>
                  <a:pt x="135" y="88"/>
                </a:cubicBezTo>
                <a:cubicBezTo>
                  <a:pt x="137" y="86"/>
                  <a:pt x="137" y="83"/>
                  <a:pt x="135" y="82"/>
                </a:cubicBezTo>
                <a:cubicBezTo>
                  <a:pt x="134" y="80"/>
                  <a:pt x="131" y="80"/>
                  <a:pt x="130" y="82"/>
                </a:cubicBezTo>
                <a:cubicBezTo>
                  <a:pt x="129" y="83"/>
                  <a:pt x="129" y="83"/>
                  <a:pt x="129" y="83"/>
                </a:cubicBezTo>
                <a:cubicBezTo>
                  <a:pt x="127" y="84"/>
                  <a:pt x="127" y="87"/>
                  <a:pt x="129" y="89"/>
                </a:cubicBezTo>
                <a:cubicBezTo>
                  <a:pt x="130" y="89"/>
                  <a:pt x="131" y="90"/>
                  <a:pt x="132" y="90"/>
                </a:cubicBezTo>
                <a:close/>
                <a:moveTo>
                  <a:pt x="106" y="116"/>
                </a:moveTo>
                <a:cubicBezTo>
                  <a:pt x="106" y="116"/>
                  <a:pt x="107" y="116"/>
                  <a:pt x="107" y="116"/>
                </a:cubicBezTo>
                <a:cubicBezTo>
                  <a:pt x="108" y="116"/>
                  <a:pt x="108" y="116"/>
                  <a:pt x="109" y="115"/>
                </a:cubicBezTo>
                <a:cubicBezTo>
                  <a:pt x="110" y="114"/>
                  <a:pt x="110" y="114"/>
                  <a:pt x="110" y="114"/>
                </a:cubicBezTo>
                <a:cubicBezTo>
                  <a:pt x="111" y="113"/>
                  <a:pt x="111" y="110"/>
                  <a:pt x="109" y="109"/>
                </a:cubicBezTo>
                <a:cubicBezTo>
                  <a:pt x="109" y="108"/>
                  <a:pt x="108" y="108"/>
                  <a:pt x="107" y="108"/>
                </a:cubicBezTo>
                <a:cubicBezTo>
                  <a:pt x="106" y="107"/>
                  <a:pt x="105" y="108"/>
                  <a:pt x="104" y="109"/>
                </a:cubicBezTo>
                <a:cubicBezTo>
                  <a:pt x="103" y="110"/>
                  <a:pt x="103" y="110"/>
                  <a:pt x="103" y="110"/>
                </a:cubicBezTo>
                <a:cubicBezTo>
                  <a:pt x="101" y="111"/>
                  <a:pt x="101" y="114"/>
                  <a:pt x="103" y="115"/>
                </a:cubicBezTo>
                <a:cubicBezTo>
                  <a:pt x="104" y="116"/>
                  <a:pt x="105" y="116"/>
                  <a:pt x="106" y="116"/>
                </a:cubicBezTo>
                <a:close/>
                <a:moveTo>
                  <a:pt x="294" y="3"/>
                </a:moveTo>
                <a:cubicBezTo>
                  <a:pt x="292" y="1"/>
                  <a:pt x="290" y="1"/>
                  <a:pt x="288" y="3"/>
                </a:cubicBezTo>
                <a:cubicBezTo>
                  <a:pt x="287" y="4"/>
                  <a:pt x="287" y="4"/>
                  <a:pt x="287" y="4"/>
                </a:cubicBezTo>
                <a:cubicBezTo>
                  <a:pt x="286" y="5"/>
                  <a:pt x="286" y="8"/>
                  <a:pt x="288" y="9"/>
                </a:cubicBezTo>
                <a:cubicBezTo>
                  <a:pt x="288" y="10"/>
                  <a:pt x="289" y="10"/>
                  <a:pt x="290" y="10"/>
                </a:cubicBezTo>
                <a:cubicBezTo>
                  <a:pt x="291" y="10"/>
                  <a:pt x="292" y="10"/>
                  <a:pt x="293" y="9"/>
                </a:cubicBezTo>
                <a:cubicBezTo>
                  <a:pt x="294" y="8"/>
                  <a:pt x="294" y="8"/>
                  <a:pt x="294" y="8"/>
                </a:cubicBezTo>
                <a:cubicBezTo>
                  <a:pt x="296" y="7"/>
                  <a:pt x="295" y="4"/>
                  <a:pt x="294" y="3"/>
                </a:cubicBezTo>
                <a:close/>
                <a:moveTo>
                  <a:pt x="268" y="30"/>
                </a:moveTo>
                <a:cubicBezTo>
                  <a:pt x="267" y="28"/>
                  <a:pt x="264" y="28"/>
                  <a:pt x="262" y="30"/>
                </a:cubicBezTo>
                <a:cubicBezTo>
                  <a:pt x="262" y="30"/>
                  <a:pt x="262" y="30"/>
                  <a:pt x="262" y="30"/>
                </a:cubicBezTo>
                <a:cubicBezTo>
                  <a:pt x="260" y="32"/>
                  <a:pt x="260" y="35"/>
                  <a:pt x="262" y="36"/>
                </a:cubicBezTo>
                <a:cubicBezTo>
                  <a:pt x="263" y="37"/>
                  <a:pt x="264" y="37"/>
                  <a:pt x="265" y="37"/>
                </a:cubicBezTo>
                <a:cubicBezTo>
                  <a:pt x="265" y="37"/>
                  <a:pt x="265" y="37"/>
                  <a:pt x="265" y="37"/>
                </a:cubicBezTo>
                <a:cubicBezTo>
                  <a:pt x="265" y="37"/>
                  <a:pt x="265" y="37"/>
                  <a:pt x="265" y="37"/>
                </a:cubicBezTo>
                <a:cubicBezTo>
                  <a:pt x="266" y="37"/>
                  <a:pt x="267" y="37"/>
                  <a:pt x="267" y="36"/>
                </a:cubicBezTo>
                <a:cubicBezTo>
                  <a:pt x="268" y="35"/>
                  <a:pt x="268" y="35"/>
                  <a:pt x="268" y="35"/>
                </a:cubicBezTo>
                <a:cubicBezTo>
                  <a:pt x="270" y="34"/>
                  <a:pt x="270" y="31"/>
                  <a:pt x="268" y="30"/>
                </a:cubicBezTo>
                <a:close/>
                <a:moveTo>
                  <a:pt x="242" y="56"/>
                </a:moveTo>
                <a:cubicBezTo>
                  <a:pt x="241" y="55"/>
                  <a:pt x="238" y="55"/>
                  <a:pt x="237" y="56"/>
                </a:cubicBezTo>
                <a:cubicBezTo>
                  <a:pt x="236" y="57"/>
                  <a:pt x="236" y="57"/>
                  <a:pt x="236" y="57"/>
                </a:cubicBezTo>
                <a:cubicBezTo>
                  <a:pt x="234" y="59"/>
                  <a:pt x="234" y="61"/>
                  <a:pt x="236" y="63"/>
                </a:cubicBezTo>
                <a:cubicBezTo>
                  <a:pt x="237" y="64"/>
                  <a:pt x="238" y="64"/>
                  <a:pt x="239" y="64"/>
                </a:cubicBezTo>
                <a:cubicBezTo>
                  <a:pt x="240" y="64"/>
                  <a:pt x="241" y="64"/>
                  <a:pt x="242" y="63"/>
                </a:cubicBezTo>
                <a:cubicBezTo>
                  <a:pt x="242" y="62"/>
                  <a:pt x="242" y="62"/>
                  <a:pt x="242" y="62"/>
                </a:cubicBezTo>
                <a:cubicBezTo>
                  <a:pt x="244" y="60"/>
                  <a:pt x="244" y="58"/>
                  <a:pt x="242" y="56"/>
                </a:cubicBezTo>
                <a:close/>
                <a:moveTo>
                  <a:pt x="217" y="83"/>
                </a:moveTo>
                <a:cubicBezTo>
                  <a:pt x="216" y="83"/>
                  <a:pt x="215" y="82"/>
                  <a:pt x="215" y="82"/>
                </a:cubicBezTo>
                <a:cubicBezTo>
                  <a:pt x="213" y="82"/>
                  <a:pt x="212" y="82"/>
                  <a:pt x="211" y="83"/>
                </a:cubicBezTo>
                <a:cubicBezTo>
                  <a:pt x="210" y="84"/>
                  <a:pt x="210" y="84"/>
                  <a:pt x="210" y="84"/>
                </a:cubicBezTo>
                <a:cubicBezTo>
                  <a:pt x="209" y="86"/>
                  <a:pt x="209" y="88"/>
                  <a:pt x="210" y="90"/>
                </a:cubicBezTo>
                <a:cubicBezTo>
                  <a:pt x="211" y="91"/>
                  <a:pt x="212" y="91"/>
                  <a:pt x="213" y="91"/>
                </a:cubicBezTo>
                <a:cubicBezTo>
                  <a:pt x="214" y="91"/>
                  <a:pt x="214" y="91"/>
                  <a:pt x="215" y="91"/>
                </a:cubicBezTo>
                <a:cubicBezTo>
                  <a:pt x="215" y="90"/>
                  <a:pt x="216" y="90"/>
                  <a:pt x="216" y="90"/>
                </a:cubicBezTo>
                <a:cubicBezTo>
                  <a:pt x="217" y="89"/>
                  <a:pt x="217" y="89"/>
                  <a:pt x="217" y="89"/>
                </a:cubicBezTo>
                <a:cubicBezTo>
                  <a:pt x="218" y="87"/>
                  <a:pt x="218" y="85"/>
                  <a:pt x="217" y="83"/>
                </a:cubicBezTo>
                <a:close/>
                <a:moveTo>
                  <a:pt x="191" y="110"/>
                </a:moveTo>
                <a:cubicBezTo>
                  <a:pt x="189" y="108"/>
                  <a:pt x="187" y="109"/>
                  <a:pt x="185" y="110"/>
                </a:cubicBezTo>
                <a:cubicBezTo>
                  <a:pt x="184" y="111"/>
                  <a:pt x="184" y="111"/>
                  <a:pt x="184" y="111"/>
                </a:cubicBezTo>
                <a:cubicBezTo>
                  <a:pt x="183" y="113"/>
                  <a:pt x="183" y="115"/>
                  <a:pt x="184" y="117"/>
                </a:cubicBezTo>
                <a:cubicBezTo>
                  <a:pt x="185" y="117"/>
                  <a:pt x="186" y="118"/>
                  <a:pt x="187" y="118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8" y="118"/>
                  <a:pt x="189" y="117"/>
                  <a:pt x="190" y="117"/>
                </a:cubicBezTo>
                <a:cubicBezTo>
                  <a:pt x="191" y="116"/>
                  <a:pt x="191" y="116"/>
                  <a:pt x="191" y="116"/>
                </a:cubicBezTo>
                <a:cubicBezTo>
                  <a:pt x="192" y="114"/>
                  <a:pt x="192" y="112"/>
                  <a:pt x="191" y="110"/>
                </a:cubicBezTo>
                <a:close/>
                <a:moveTo>
                  <a:pt x="165" y="137"/>
                </a:moveTo>
                <a:cubicBezTo>
                  <a:pt x="163" y="135"/>
                  <a:pt x="161" y="135"/>
                  <a:pt x="159" y="137"/>
                </a:cubicBezTo>
                <a:cubicBezTo>
                  <a:pt x="159" y="138"/>
                  <a:pt x="159" y="138"/>
                  <a:pt x="159" y="138"/>
                </a:cubicBezTo>
                <a:cubicBezTo>
                  <a:pt x="157" y="139"/>
                  <a:pt x="157" y="142"/>
                  <a:pt x="159" y="143"/>
                </a:cubicBezTo>
                <a:cubicBezTo>
                  <a:pt x="159" y="144"/>
                  <a:pt x="160" y="145"/>
                  <a:pt x="161" y="145"/>
                </a:cubicBezTo>
                <a:cubicBezTo>
                  <a:pt x="161" y="145"/>
                  <a:pt x="161" y="145"/>
                  <a:pt x="161" y="145"/>
                </a:cubicBezTo>
                <a:cubicBezTo>
                  <a:pt x="161" y="145"/>
                  <a:pt x="161" y="145"/>
                  <a:pt x="162" y="145"/>
                </a:cubicBezTo>
                <a:cubicBezTo>
                  <a:pt x="163" y="145"/>
                  <a:pt x="164" y="144"/>
                  <a:pt x="164" y="143"/>
                </a:cubicBezTo>
                <a:cubicBezTo>
                  <a:pt x="165" y="142"/>
                  <a:pt x="165" y="142"/>
                  <a:pt x="165" y="142"/>
                </a:cubicBezTo>
                <a:cubicBezTo>
                  <a:pt x="167" y="141"/>
                  <a:pt x="167" y="138"/>
                  <a:pt x="165" y="137"/>
                </a:cubicBezTo>
                <a:close/>
                <a:moveTo>
                  <a:pt x="139" y="164"/>
                </a:moveTo>
                <a:cubicBezTo>
                  <a:pt x="138" y="162"/>
                  <a:pt x="135" y="162"/>
                  <a:pt x="134" y="164"/>
                </a:cubicBezTo>
                <a:cubicBezTo>
                  <a:pt x="133" y="165"/>
                  <a:pt x="133" y="165"/>
                  <a:pt x="133" y="165"/>
                </a:cubicBezTo>
                <a:cubicBezTo>
                  <a:pt x="131" y="166"/>
                  <a:pt x="131" y="169"/>
                  <a:pt x="133" y="170"/>
                </a:cubicBezTo>
                <a:cubicBezTo>
                  <a:pt x="134" y="171"/>
                  <a:pt x="135" y="171"/>
                  <a:pt x="136" y="171"/>
                </a:cubicBezTo>
                <a:cubicBezTo>
                  <a:pt x="137" y="171"/>
                  <a:pt x="138" y="171"/>
                  <a:pt x="139" y="170"/>
                </a:cubicBezTo>
                <a:cubicBezTo>
                  <a:pt x="139" y="169"/>
                  <a:pt x="139" y="169"/>
                  <a:pt x="139" y="169"/>
                </a:cubicBezTo>
                <a:cubicBezTo>
                  <a:pt x="141" y="168"/>
                  <a:pt x="141" y="165"/>
                  <a:pt x="139" y="164"/>
                </a:cubicBezTo>
                <a:close/>
                <a:moveTo>
                  <a:pt x="114" y="191"/>
                </a:moveTo>
                <a:cubicBezTo>
                  <a:pt x="112" y="189"/>
                  <a:pt x="109" y="189"/>
                  <a:pt x="108" y="191"/>
                </a:cubicBezTo>
                <a:cubicBezTo>
                  <a:pt x="107" y="191"/>
                  <a:pt x="107" y="191"/>
                  <a:pt x="107" y="191"/>
                </a:cubicBezTo>
                <a:cubicBezTo>
                  <a:pt x="106" y="193"/>
                  <a:pt x="106" y="196"/>
                  <a:pt x="107" y="197"/>
                </a:cubicBezTo>
                <a:cubicBezTo>
                  <a:pt x="108" y="198"/>
                  <a:pt x="109" y="198"/>
                  <a:pt x="110" y="198"/>
                </a:cubicBezTo>
                <a:cubicBezTo>
                  <a:pt x="110" y="198"/>
                  <a:pt x="110" y="198"/>
                  <a:pt x="110" y="198"/>
                </a:cubicBezTo>
                <a:cubicBezTo>
                  <a:pt x="110" y="198"/>
                  <a:pt x="110" y="198"/>
                  <a:pt x="110" y="198"/>
                </a:cubicBezTo>
                <a:cubicBezTo>
                  <a:pt x="111" y="198"/>
                  <a:pt x="112" y="198"/>
                  <a:pt x="113" y="197"/>
                </a:cubicBezTo>
                <a:cubicBezTo>
                  <a:pt x="114" y="196"/>
                  <a:pt x="114" y="196"/>
                  <a:pt x="114" y="196"/>
                </a:cubicBezTo>
                <a:cubicBezTo>
                  <a:pt x="115" y="195"/>
                  <a:pt x="115" y="192"/>
                  <a:pt x="114" y="191"/>
                </a:cubicBezTo>
                <a:close/>
                <a:moveTo>
                  <a:pt x="88" y="217"/>
                </a:moveTo>
                <a:cubicBezTo>
                  <a:pt x="87" y="216"/>
                  <a:pt x="85" y="216"/>
                  <a:pt x="83" y="217"/>
                </a:cubicBezTo>
                <a:cubicBezTo>
                  <a:pt x="83" y="217"/>
                  <a:pt x="82" y="217"/>
                  <a:pt x="82" y="217"/>
                </a:cubicBezTo>
                <a:cubicBezTo>
                  <a:pt x="81" y="218"/>
                  <a:pt x="81" y="218"/>
                  <a:pt x="81" y="218"/>
                </a:cubicBezTo>
                <a:cubicBezTo>
                  <a:pt x="80" y="220"/>
                  <a:pt x="80" y="222"/>
                  <a:pt x="81" y="224"/>
                </a:cubicBezTo>
                <a:cubicBezTo>
                  <a:pt x="82" y="224"/>
                  <a:pt x="83" y="225"/>
                  <a:pt x="83" y="225"/>
                </a:cubicBezTo>
                <a:cubicBezTo>
                  <a:pt x="83" y="225"/>
                  <a:pt x="84" y="225"/>
                  <a:pt x="84" y="225"/>
                </a:cubicBezTo>
                <a:cubicBezTo>
                  <a:pt x="84" y="225"/>
                  <a:pt x="84" y="225"/>
                  <a:pt x="84" y="225"/>
                </a:cubicBezTo>
                <a:cubicBezTo>
                  <a:pt x="84" y="225"/>
                  <a:pt x="84" y="225"/>
                  <a:pt x="84" y="225"/>
                </a:cubicBezTo>
                <a:cubicBezTo>
                  <a:pt x="85" y="225"/>
                  <a:pt x="86" y="225"/>
                  <a:pt x="87" y="224"/>
                </a:cubicBezTo>
                <a:cubicBezTo>
                  <a:pt x="88" y="223"/>
                  <a:pt x="88" y="223"/>
                  <a:pt x="88" y="223"/>
                </a:cubicBezTo>
                <a:cubicBezTo>
                  <a:pt x="89" y="221"/>
                  <a:pt x="89" y="219"/>
                  <a:pt x="88" y="217"/>
                </a:cubicBezTo>
                <a:close/>
                <a:moveTo>
                  <a:pt x="362" y="23"/>
                </a:moveTo>
                <a:cubicBezTo>
                  <a:pt x="363" y="22"/>
                  <a:pt x="363" y="21"/>
                  <a:pt x="363" y="19"/>
                </a:cubicBezTo>
                <a:cubicBezTo>
                  <a:pt x="362" y="19"/>
                  <a:pt x="362" y="18"/>
                  <a:pt x="362" y="18"/>
                </a:cubicBezTo>
                <a:cubicBezTo>
                  <a:pt x="360" y="17"/>
                  <a:pt x="359" y="16"/>
                  <a:pt x="357" y="17"/>
                </a:cubicBezTo>
                <a:cubicBezTo>
                  <a:pt x="357" y="17"/>
                  <a:pt x="356" y="18"/>
                  <a:pt x="356" y="18"/>
                </a:cubicBezTo>
                <a:cubicBezTo>
                  <a:pt x="355" y="19"/>
                  <a:pt x="355" y="19"/>
                  <a:pt x="355" y="19"/>
                </a:cubicBezTo>
                <a:cubicBezTo>
                  <a:pt x="354" y="20"/>
                  <a:pt x="354" y="23"/>
                  <a:pt x="355" y="24"/>
                </a:cubicBezTo>
                <a:cubicBezTo>
                  <a:pt x="356" y="25"/>
                  <a:pt x="357" y="26"/>
                  <a:pt x="358" y="26"/>
                </a:cubicBezTo>
                <a:cubicBezTo>
                  <a:pt x="359" y="26"/>
                  <a:pt x="360" y="25"/>
                  <a:pt x="361" y="24"/>
                </a:cubicBezTo>
                <a:lnTo>
                  <a:pt x="362" y="23"/>
                </a:lnTo>
                <a:close/>
                <a:moveTo>
                  <a:pt x="332" y="52"/>
                </a:moveTo>
                <a:cubicBezTo>
                  <a:pt x="333" y="52"/>
                  <a:pt x="334" y="52"/>
                  <a:pt x="335" y="51"/>
                </a:cubicBezTo>
                <a:cubicBezTo>
                  <a:pt x="336" y="50"/>
                  <a:pt x="336" y="50"/>
                  <a:pt x="336" y="50"/>
                </a:cubicBezTo>
                <a:cubicBezTo>
                  <a:pt x="338" y="49"/>
                  <a:pt x="338" y="46"/>
                  <a:pt x="336" y="45"/>
                </a:cubicBezTo>
                <a:cubicBezTo>
                  <a:pt x="334" y="43"/>
                  <a:pt x="332" y="43"/>
                  <a:pt x="330" y="45"/>
                </a:cubicBezTo>
                <a:cubicBezTo>
                  <a:pt x="329" y="46"/>
                  <a:pt x="329" y="46"/>
                  <a:pt x="329" y="46"/>
                </a:cubicBezTo>
                <a:cubicBezTo>
                  <a:pt x="328" y="47"/>
                  <a:pt x="328" y="50"/>
                  <a:pt x="330" y="51"/>
                </a:cubicBezTo>
                <a:cubicBezTo>
                  <a:pt x="330" y="52"/>
                  <a:pt x="331" y="52"/>
                  <a:pt x="332" y="52"/>
                </a:cubicBezTo>
                <a:close/>
                <a:moveTo>
                  <a:pt x="304" y="78"/>
                </a:moveTo>
                <a:cubicBezTo>
                  <a:pt x="305" y="79"/>
                  <a:pt x="306" y="79"/>
                  <a:pt x="307" y="79"/>
                </a:cubicBezTo>
                <a:cubicBezTo>
                  <a:pt x="307" y="79"/>
                  <a:pt x="307" y="79"/>
                  <a:pt x="307" y="79"/>
                </a:cubicBezTo>
                <a:cubicBezTo>
                  <a:pt x="307" y="79"/>
                  <a:pt x="307" y="79"/>
                  <a:pt x="307" y="79"/>
                </a:cubicBezTo>
                <a:cubicBezTo>
                  <a:pt x="308" y="79"/>
                  <a:pt x="309" y="79"/>
                  <a:pt x="309" y="78"/>
                </a:cubicBezTo>
                <a:cubicBezTo>
                  <a:pt x="310" y="77"/>
                  <a:pt x="310" y="77"/>
                  <a:pt x="310" y="77"/>
                </a:cubicBezTo>
                <a:cubicBezTo>
                  <a:pt x="312" y="76"/>
                  <a:pt x="312" y="73"/>
                  <a:pt x="310" y="71"/>
                </a:cubicBezTo>
                <a:cubicBezTo>
                  <a:pt x="309" y="70"/>
                  <a:pt x="306" y="70"/>
                  <a:pt x="305" y="72"/>
                </a:cubicBezTo>
                <a:cubicBezTo>
                  <a:pt x="304" y="72"/>
                  <a:pt x="304" y="72"/>
                  <a:pt x="304" y="72"/>
                </a:cubicBezTo>
                <a:cubicBezTo>
                  <a:pt x="304" y="73"/>
                  <a:pt x="304" y="73"/>
                  <a:pt x="304" y="73"/>
                </a:cubicBezTo>
                <a:cubicBezTo>
                  <a:pt x="302" y="74"/>
                  <a:pt x="302" y="76"/>
                  <a:pt x="304" y="78"/>
                </a:cubicBezTo>
                <a:cubicBezTo>
                  <a:pt x="304" y="78"/>
                  <a:pt x="304" y="78"/>
                  <a:pt x="304" y="78"/>
                </a:cubicBezTo>
                <a:close/>
                <a:moveTo>
                  <a:pt x="281" y="106"/>
                </a:moveTo>
                <a:cubicBezTo>
                  <a:pt x="282" y="106"/>
                  <a:pt x="283" y="106"/>
                  <a:pt x="284" y="105"/>
                </a:cubicBezTo>
                <a:cubicBezTo>
                  <a:pt x="285" y="104"/>
                  <a:pt x="285" y="104"/>
                  <a:pt x="285" y="104"/>
                </a:cubicBezTo>
                <a:cubicBezTo>
                  <a:pt x="286" y="102"/>
                  <a:pt x="286" y="100"/>
                  <a:pt x="284" y="98"/>
                </a:cubicBezTo>
                <a:cubicBezTo>
                  <a:pt x="283" y="97"/>
                  <a:pt x="280" y="97"/>
                  <a:pt x="279" y="98"/>
                </a:cubicBezTo>
                <a:cubicBezTo>
                  <a:pt x="278" y="99"/>
                  <a:pt x="278" y="99"/>
                  <a:pt x="278" y="99"/>
                </a:cubicBezTo>
                <a:cubicBezTo>
                  <a:pt x="276" y="101"/>
                  <a:pt x="276" y="103"/>
                  <a:pt x="278" y="105"/>
                </a:cubicBezTo>
                <a:cubicBezTo>
                  <a:pt x="279" y="106"/>
                  <a:pt x="280" y="106"/>
                  <a:pt x="281" y="106"/>
                </a:cubicBezTo>
                <a:close/>
                <a:moveTo>
                  <a:pt x="259" y="131"/>
                </a:moveTo>
                <a:cubicBezTo>
                  <a:pt x="260" y="129"/>
                  <a:pt x="260" y="127"/>
                  <a:pt x="259" y="125"/>
                </a:cubicBezTo>
                <a:cubicBezTo>
                  <a:pt x="257" y="124"/>
                  <a:pt x="255" y="124"/>
                  <a:pt x="253" y="125"/>
                </a:cubicBezTo>
                <a:cubicBezTo>
                  <a:pt x="252" y="126"/>
                  <a:pt x="252" y="126"/>
                  <a:pt x="252" y="126"/>
                </a:cubicBezTo>
                <a:cubicBezTo>
                  <a:pt x="251" y="128"/>
                  <a:pt x="251" y="130"/>
                  <a:pt x="252" y="132"/>
                </a:cubicBezTo>
                <a:cubicBezTo>
                  <a:pt x="253" y="133"/>
                  <a:pt x="254" y="133"/>
                  <a:pt x="255" y="133"/>
                </a:cubicBezTo>
                <a:cubicBezTo>
                  <a:pt x="256" y="133"/>
                  <a:pt x="257" y="133"/>
                  <a:pt x="258" y="132"/>
                </a:cubicBezTo>
                <a:lnTo>
                  <a:pt x="259" y="131"/>
                </a:lnTo>
                <a:close/>
                <a:moveTo>
                  <a:pt x="233" y="158"/>
                </a:moveTo>
                <a:cubicBezTo>
                  <a:pt x="235" y="156"/>
                  <a:pt x="234" y="154"/>
                  <a:pt x="233" y="152"/>
                </a:cubicBezTo>
                <a:cubicBezTo>
                  <a:pt x="231" y="150"/>
                  <a:pt x="229" y="151"/>
                  <a:pt x="227" y="152"/>
                </a:cubicBezTo>
                <a:cubicBezTo>
                  <a:pt x="226" y="153"/>
                  <a:pt x="226" y="153"/>
                  <a:pt x="226" y="153"/>
                </a:cubicBezTo>
                <a:cubicBezTo>
                  <a:pt x="225" y="155"/>
                  <a:pt x="225" y="157"/>
                  <a:pt x="227" y="159"/>
                </a:cubicBezTo>
                <a:cubicBezTo>
                  <a:pt x="227" y="159"/>
                  <a:pt x="228" y="160"/>
                  <a:pt x="229" y="160"/>
                </a:cubicBezTo>
                <a:cubicBezTo>
                  <a:pt x="229" y="160"/>
                  <a:pt x="229" y="160"/>
                  <a:pt x="229" y="160"/>
                </a:cubicBezTo>
                <a:cubicBezTo>
                  <a:pt x="229" y="160"/>
                  <a:pt x="229" y="160"/>
                  <a:pt x="229" y="160"/>
                </a:cubicBezTo>
                <a:cubicBezTo>
                  <a:pt x="230" y="160"/>
                  <a:pt x="231" y="159"/>
                  <a:pt x="232" y="159"/>
                </a:cubicBezTo>
                <a:lnTo>
                  <a:pt x="233" y="158"/>
                </a:lnTo>
                <a:close/>
                <a:moveTo>
                  <a:pt x="207" y="185"/>
                </a:moveTo>
                <a:cubicBezTo>
                  <a:pt x="209" y="183"/>
                  <a:pt x="209" y="180"/>
                  <a:pt x="207" y="179"/>
                </a:cubicBezTo>
                <a:cubicBezTo>
                  <a:pt x="206" y="178"/>
                  <a:pt x="204" y="177"/>
                  <a:pt x="203" y="178"/>
                </a:cubicBezTo>
                <a:cubicBezTo>
                  <a:pt x="202" y="178"/>
                  <a:pt x="202" y="179"/>
                  <a:pt x="201" y="179"/>
                </a:cubicBezTo>
                <a:cubicBezTo>
                  <a:pt x="201" y="180"/>
                  <a:pt x="201" y="180"/>
                  <a:pt x="201" y="180"/>
                </a:cubicBezTo>
                <a:cubicBezTo>
                  <a:pt x="199" y="181"/>
                  <a:pt x="199" y="184"/>
                  <a:pt x="201" y="185"/>
                </a:cubicBezTo>
                <a:cubicBezTo>
                  <a:pt x="201" y="186"/>
                  <a:pt x="202" y="186"/>
                  <a:pt x="203" y="186"/>
                </a:cubicBezTo>
                <a:cubicBezTo>
                  <a:pt x="203" y="186"/>
                  <a:pt x="203" y="187"/>
                  <a:pt x="204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4" y="187"/>
                  <a:pt x="204" y="187"/>
                  <a:pt x="204" y="187"/>
                </a:cubicBezTo>
                <a:cubicBezTo>
                  <a:pt x="205" y="187"/>
                  <a:pt x="206" y="186"/>
                  <a:pt x="206" y="185"/>
                </a:cubicBezTo>
                <a:lnTo>
                  <a:pt x="207" y="185"/>
                </a:lnTo>
                <a:close/>
                <a:moveTo>
                  <a:pt x="181" y="211"/>
                </a:moveTo>
                <a:cubicBezTo>
                  <a:pt x="183" y="210"/>
                  <a:pt x="183" y="207"/>
                  <a:pt x="181" y="206"/>
                </a:cubicBezTo>
                <a:cubicBezTo>
                  <a:pt x="180" y="204"/>
                  <a:pt x="177" y="204"/>
                  <a:pt x="176" y="206"/>
                </a:cubicBezTo>
                <a:cubicBezTo>
                  <a:pt x="175" y="207"/>
                  <a:pt x="175" y="207"/>
                  <a:pt x="175" y="207"/>
                </a:cubicBezTo>
                <a:cubicBezTo>
                  <a:pt x="173" y="208"/>
                  <a:pt x="173" y="211"/>
                  <a:pt x="175" y="212"/>
                </a:cubicBezTo>
                <a:cubicBezTo>
                  <a:pt x="176" y="213"/>
                  <a:pt x="177" y="213"/>
                  <a:pt x="178" y="213"/>
                </a:cubicBezTo>
                <a:cubicBezTo>
                  <a:pt x="178" y="213"/>
                  <a:pt x="178" y="213"/>
                  <a:pt x="178" y="213"/>
                </a:cubicBezTo>
                <a:cubicBezTo>
                  <a:pt x="178" y="213"/>
                  <a:pt x="178" y="213"/>
                  <a:pt x="178" y="213"/>
                </a:cubicBezTo>
                <a:cubicBezTo>
                  <a:pt x="179" y="213"/>
                  <a:pt x="180" y="213"/>
                  <a:pt x="181" y="212"/>
                </a:cubicBezTo>
                <a:lnTo>
                  <a:pt x="181" y="211"/>
                </a:lnTo>
                <a:close/>
                <a:moveTo>
                  <a:pt x="156" y="238"/>
                </a:moveTo>
                <a:cubicBezTo>
                  <a:pt x="157" y="237"/>
                  <a:pt x="157" y="234"/>
                  <a:pt x="156" y="233"/>
                </a:cubicBezTo>
                <a:cubicBezTo>
                  <a:pt x="154" y="231"/>
                  <a:pt x="151" y="231"/>
                  <a:pt x="150" y="233"/>
                </a:cubicBezTo>
                <a:cubicBezTo>
                  <a:pt x="149" y="234"/>
                  <a:pt x="149" y="234"/>
                  <a:pt x="149" y="234"/>
                </a:cubicBezTo>
                <a:cubicBezTo>
                  <a:pt x="148" y="235"/>
                  <a:pt x="148" y="238"/>
                  <a:pt x="149" y="239"/>
                </a:cubicBezTo>
                <a:cubicBezTo>
                  <a:pt x="150" y="240"/>
                  <a:pt x="151" y="240"/>
                  <a:pt x="152" y="240"/>
                </a:cubicBezTo>
                <a:cubicBezTo>
                  <a:pt x="153" y="240"/>
                  <a:pt x="154" y="240"/>
                  <a:pt x="155" y="239"/>
                </a:cubicBezTo>
                <a:lnTo>
                  <a:pt x="156" y="238"/>
                </a:lnTo>
                <a:close/>
                <a:moveTo>
                  <a:pt x="130" y="265"/>
                </a:moveTo>
                <a:cubicBezTo>
                  <a:pt x="132" y="263"/>
                  <a:pt x="131" y="261"/>
                  <a:pt x="130" y="259"/>
                </a:cubicBezTo>
                <a:cubicBezTo>
                  <a:pt x="128" y="258"/>
                  <a:pt x="126" y="258"/>
                  <a:pt x="124" y="259"/>
                </a:cubicBezTo>
                <a:cubicBezTo>
                  <a:pt x="123" y="260"/>
                  <a:pt x="123" y="260"/>
                  <a:pt x="123" y="260"/>
                </a:cubicBezTo>
                <a:cubicBezTo>
                  <a:pt x="122" y="262"/>
                  <a:pt x="122" y="264"/>
                  <a:pt x="123" y="266"/>
                </a:cubicBezTo>
                <a:cubicBezTo>
                  <a:pt x="124" y="267"/>
                  <a:pt x="125" y="267"/>
                  <a:pt x="126" y="267"/>
                </a:cubicBezTo>
                <a:cubicBezTo>
                  <a:pt x="127" y="267"/>
                  <a:pt x="128" y="267"/>
                  <a:pt x="129" y="266"/>
                </a:cubicBezTo>
                <a:lnTo>
                  <a:pt x="130" y="265"/>
                </a:lnTo>
                <a:close/>
                <a:moveTo>
                  <a:pt x="104" y="292"/>
                </a:moveTo>
                <a:cubicBezTo>
                  <a:pt x="106" y="290"/>
                  <a:pt x="106" y="288"/>
                  <a:pt x="104" y="286"/>
                </a:cubicBezTo>
                <a:cubicBezTo>
                  <a:pt x="103" y="286"/>
                  <a:pt x="102" y="285"/>
                  <a:pt x="101" y="285"/>
                </a:cubicBezTo>
                <a:cubicBezTo>
                  <a:pt x="100" y="285"/>
                  <a:pt x="99" y="285"/>
                  <a:pt x="98" y="286"/>
                </a:cubicBezTo>
                <a:cubicBezTo>
                  <a:pt x="98" y="287"/>
                  <a:pt x="98" y="287"/>
                  <a:pt x="98" y="287"/>
                </a:cubicBezTo>
                <a:cubicBezTo>
                  <a:pt x="96" y="289"/>
                  <a:pt x="96" y="291"/>
                  <a:pt x="98" y="293"/>
                </a:cubicBezTo>
                <a:cubicBezTo>
                  <a:pt x="99" y="294"/>
                  <a:pt x="99" y="294"/>
                  <a:pt x="100" y="294"/>
                </a:cubicBezTo>
                <a:cubicBezTo>
                  <a:pt x="100" y="294"/>
                  <a:pt x="100" y="294"/>
                  <a:pt x="101" y="294"/>
                </a:cubicBezTo>
                <a:cubicBezTo>
                  <a:pt x="101" y="294"/>
                  <a:pt x="101" y="294"/>
                  <a:pt x="101" y="294"/>
                </a:cubicBezTo>
                <a:cubicBezTo>
                  <a:pt x="101" y="294"/>
                  <a:pt x="101" y="294"/>
                  <a:pt x="101" y="294"/>
                </a:cubicBezTo>
                <a:cubicBezTo>
                  <a:pt x="102" y="294"/>
                  <a:pt x="103" y="293"/>
                  <a:pt x="103" y="293"/>
                </a:cubicBezTo>
                <a:lnTo>
                  <a:pt x="104" y="292"/>
                </a:lnTo>
                <a:close/>
                <a:moveTo>
                  <a:pt x="416" y="51"/>
                </a:moveTo>
                <a:cubicBezTo>
                  <a:pt x="416" y="51"/>
                  <a:pt x="416" y="51"/>
                  <a:pt x="416" y="51"/>
                </a:cubicBezTo>
                <a:cubicBezTo>
                  <a:pt x="416" y="51"/>
                  <a:pt x="416" y="51"/>
                  <a:pt x="417" y="51"/>
                </a:cubicBezTo>
                <a:cubicBezTo>
                  <a:pt x="418" y="51"/>
                  <a:pt x="419" y="50"/>
                  <a:pt x="419" y="49"/>
                </a:cubicBezTo>
                <a:cubicBezTo>
                  <a:pt x="419" y="49"/>
                  <a:pt x="419" y="49"/>
                  <a:pt x="419" y="49"/>
                </a:cubicBezTo>
                <a:cubicBezTo>
                  <a:pt x="420" y="48"/>
                  <a:pt x="420" y="48"/>
                  <a:pt x="420" y="48"/>
                </a:cubicBezTo>
                <a:cubicBezTo>
                  <a:pt x="422" y="47"/>
                  <a:pt x="422" y="44"/>
                  <a:pt x="420" y="43"/>
                </a:cubicBezTo>
                <a:cubicBezTo>
                  <a:pt x="420" y="43"/>
                  <a:pt x="420" y="42"/>
                  <a:pt x="419" y="42"/>
                </a:cubicBezTo>
                <a:cubicBezTo>
                  <a:pt x="418" y="41"/>
                  <a:pt x="416" y="42"/>
                  <a:pt x="414" y="43"/>
                </a:cubicBezTo>
                <a:cubicBezTo>
                  <a:pt x="414" y="44"/>
                  <a:pt x="414" y="44"/>
                  <a:pt x="414" y="44"/>
                </a:cubicBezTo>
                <a:cubicBezTo>
                  <a:pt x="412" y="45"/>
                  <a:pt x="412" y="48"/>
                  <a:pt x="414" y="49"/>
                </a:cubicBezTo>
                <a:cubicBezTo>
                  <a:pt x="414" y="50"/>
                  <a:pt x="415" y="51"/>
                  <a:pt x="416" y="51"/>
                </a:cubicBezTo>
                <a:close/>
                <a:moveTo>
                  <a:pt x="391" y="77"/>
                </a:moveTo>
                <a:cubicBezTo>
                  <a:pt x="391" y="77"/>
                  <a:pt x="391" y="77"/>
                  <a:pt x="391" y="77"/>
                </a:cubicBezTo>
                <a:cubicBezTo>
                  <a:pt x="391" y="77"/>
                  <a:pt x="391" y="77"/>
                  <a:pt x="391" y="77"/>
                </a:cubicBezTo>
                <a:cubicBezTo>
                  <a:pt x="392" y="77"/>
                  <a:pt x="393" y="77"/>
                  <a:pt x="394" y="76"/>
                </a:cubicBezTo>
                <a:cubicBezTo>
                  <a:pt x="394" y="75"/>
                  <a:pt x="394" y="75"/>
                  <a:pt x="394" y="75"/>
                </a:cubicBezTo>
                <a:cubicBezTo>
                  <a:pt x="396" y="74"/>
                  <a:pt x="396" y="71"/>
                  <a:pt x="394" y="70"/>
                </a:cubicBezTo>
                <a:cubicBezTo>
                  <a:pt x="393" y="68"/>
                  <a:pt x="390" y="68"/>
                  <a:pt x="389" y="70"/>
                </a:cubicBezTo>
                <a:cubicBezTo>
                  <a:pt x="388" y="71"/>
                  <a:pt x="388" y="71"/>
                  <a:pt x="388" y="71"/>
                </a:cubicBezTo>
                <a:cubicBezTo>
                  <a:pt x="386" y="72"/>
                  <a:pt x="386" y="75"/>
                  <a:pt x="388" y="76"/>
                </a:cubicBezTo>
                <a:cubicBezTo>
                  <a:pt x="389" y="77"/>
                  <a:pt x="390" y="77"/>
                  <a:pt x="391" y="77"/>
                </a:cubicBezTo>
                <a:close/>
                <a:moveTo>
                  <a:pt x="362" y="103"/>
                </a:moveTo>
                <a:cubicBezTo>
                  <a:pt x="363" y="104"/>
                  <a:pt x="364" y="104"/>
                  <a:pt x="365" y="104"/>
                </a:cubicBezTo>
                <a:cubicBezTo>
                  <a:pt x="366" y="104"/>
                  <a:pt x="367" y="104"/>
                  <a:pt x="368" y="103"/>
                </a:cubicBezTo>
                <a:cubicBezTo>
                  <a:pt x="369" y="102"/>
                  <a:pt x="369" y="102"/>
                  <a:pt x="369" y="102"/>
                </a:cubicBezTo>
                <a:cubicBezTo>
                  <a:pt x="370" y="101"/>
                  <a:pt x="370" y="98"/>
                  <a:pt x="369" y="96"/>
                </a:cubicBezTo>
                <a:cubicBezTo>
                  <a:pt x="367" y="95"/>
                  <a:pt x="364" y="95"/>
                  <a:pt x="363" y="97"/>
                </a:cubicBezTo>
                <a:cubicBezTo>
                  <a:pt x="362" y="97"/>
                  <a:pt x="362" y="97"/>
                  <a:pt x="362" y="97"/>
                </a:cubicBezTo>
                <a:cubicBezTo>
                  <a:pt x="361" y="99"/>
                  <a:pt x="361" y="102"/>
                  <a:pt x="362" y="103"/>
                </a:cubicBezTo>
                <a:close/>
                <a:moveTo>
                  <a:pt x="336" y="130"/>
                </a:moveTo>
                <a:cubicBezTo>
                  <a:pt x="337" y="131"/>
                  <a:pt x="338" y="131"/>
                  <a:pt x="339" y="131"/>
                </a:cubicBezTo>
                <a:cubicBezTo>
                  <a:pt x="339" y="131"/>
                  <a:pt x="339" y="131"/>
                  <a:pt x="339" y="131"/>
                </a:cubicBezTo>
                <a:cubicBezTo>
                  <a:pt x="339" y="131"/>
                  <a:pt x="339" y="131"/>
                  <a:pt x="339" y="131"/>
                </a:cubicBezTo>
                <a:cubicBezTo>
                  <a:pt x="340" y="131"/>
                  <a:pt x="341" y="131"/>
                  <a:pt x="342" y="130"/>
                </a:cubicBezTo>
                <a:cubicBezTo>
                  <a:pt x="343" y="129"/>
                  <a:pt x="343" y="129"/>
                  <a:pt x="343" y="129"/>
                </a:cubicBezTo>
                <a:cubicBezTo>
                  <a:pt x="344" y="127"/>
                  <a:pt x="344" y="125"/>
                  <a:pt x="343" y="123"/>
                </a:cubicBezTo>
                <a:cubicBezTo>
                  <a:pt x="341" y="122"/>
                  <a:pt x="339" y="122"/>
                  <a:pt x="337" y="123"/>
                </a:cubicBezTo>
                <a:cubicBezTo>
                  <a:pt x="336" y="124"/>
                  <a:pt x="336" y="124"/>
                  <a:pt x="336" y="124"/>
                </a:cubicBezTo>
                <a:cubicBezTo>
                  <a:pt x="335" y="126"/>
                  <a:pt x="335" y="128"/>
                  <a:pt x="336" y="130"/>
                </a:cubicBezTo>
                <a:close/>
                <a:moveTo>
                  <a:pt x="311" y="157"/>
                </a:moveTo>
                <a:cubicBezTo>
                  <a:pt x="312" y="158"/>
                  <a:pt x="313" y="158"/>
                  <a:pt x="313" y="158"/>
                </a:cubicBezTo>
                <a:cubicBezTo>
                  <a:pt x="314" y="158"/>
                  <a:pt x="315" y="158"/>
                  <a:pt x="316" y="157"/>
                </a:cubicBezTo>
                <a:cubicBezTo>
                  <a:pt x="316" y="157"/>
                  <a:pt x="316" y="157"/>
                  <a:pt x="316" y="157"/>
                </a:cubicBezTo>
                <a:cubicBezTo>
                  <a:pt x="317" y="156"/>
                  <a:pt x="317" y="156"/>
                  <a:pt x="317" y="156"/>
                </a:cubicBezTo>
                <a:cubicBezTo>
                  <a:pt x="319" y="154"/>
                  <a:pt x="319" y="152"/>
                  <a:pt x="317" y="150"/>
                </a:cubicBezTo>
                <a:cubicBezTo>
                  <a:pt x="317" y="150"/>
                  <a:pt x="316" y="150"/>
                  <a:pt x="316" y="149"/>
                </a:cubicBezTo>
                <a:cubicBezTo>
                  <a:pt x="314" y="149"/>
                  <a:pt x="313" y="149"/>
                  <a:pt x="311" y="150"/>
                </a:cubicBezTo>
                <a:cubicBezTo>
                  <a:pt x="311" y="151"/>
                  <a:pt x="311" y="151"/>
                  <a:pt x="311" y="151"/>
                </a:cubicBezTo>
                <a:cubicBezTo>
                  <a:pt x="309" y="153"/>
                  <a:pt x="309" y="155"/>
                  <a:pt x="311" y="157"/>
                </a:cubicBezTo>
                <a:close/>
                <a:moveTo>
                  <a:pt x="291" y="177"/>
                </a:moveTo>
                <a:cubicBezTo>
                  <a:pt x="290" y="176"/>
                  <a:pt x="287" y="176"/>
                  <a:pt x="286" y="177"/>
                </a:cubicBezTo>
                <a:cubicBezTo>
                  <a:pt x="285" y="178"/>
                  <a:pt x="285" y="178"/>
                  <a:pt x="285" y="178"/>
                </a:cubicBezTo>
                <a:cubicBezTo>
                  <a:pt x="283" y="180"/>
                  <a:pt x="283" y="182"/>
                  <a:pt x="285" y="184"/>
                </a:cubicBezTo>
                <a:cubicBezTo>
                  <a:pt x="286" y="184"/>
                  <a:pt x="287" y="185"/>
                  <a:pt x="288" y="185"/>
                </a:cubicBezTo>
                <a:cubicBezTo>
                  <a:pt x="289" y="185"/>
                  <a:pt x="290" y="184"/>
                  <a:pt x="291" y="184"/>
                </a:cubicBezTo>
                <a:cubicBezTo>
                  <a:pt x="291" y="183"/>
                  <a:pt x="291" y="183"/>
                  <a:pt x="291" y="183"/>
                </a:cubicBezTo>
                <a:cubicBezTo>
                  <a:pt x="293" y="181"/>
                  <a:pt x="293" y="179"/>
                  <a:pt x="291" y="177"/>
                </a:cubicBezTo>
                <a:close/>
                <a:moveTo>
                  <a:pt x="266" y="204"/>
                </a:moveTo>
                <a:cubicBezTo>
                  <a:pt x="264" y="202"/>
                  <a:pt x="261" y="202"/>
                  <a:pt x="260" y="204"/>
                </a:cubicBezTo>
                <a:cubicBezTo>
                  <a:pt x="259" y="205"/>
                  <a:pt x="259" y="205"/>
                  <a:pt x="259" y="205"/>
                </a:cubicBezTo>
                <a:cubicBezTo>
                  <a:pt x="258" y="206"/>
                  <a:pt x="258" y="209"/>
                  <a:pt x="259" y="211"/>
                </a:cubicBezTo>
                <a:cubicBezTo>
                  <a:pt x="260" y="211"/>
                  <a:pt x="261" y="212"/>
                  <a:pt x="262" y="212"/>
                </a:cubicBezTo>
                <a:cubicBezTo>
                  <a:pt x="262" y="212"/>
                  <a:pt x="262" y="212"/>
                  <a:pt x="262" y="212"/>
                </a:cubicBezTo>
                <a:cubicBezTo>
                  <a:pt x="262" y="212"/>
                  <a:pt x="262" y="212"/>
                  <a:pt x="262" y="212"/>
                </a:cubicBezTo>
                <a:cubicBezTo>
                  <a:pt x="263" y="212"/>
                  <a:pt x="264" y="211"/>
                  <a:pt x="265" y="210"/>
                </a:cubicBezTo>
                <a:cubicBezTo>
                  <a:pt x="266" y="210"/>
                  <a:pt x="266" y="210"/>
                  <a:pt x="266" y="210"/>
                </a:cubicBezTo>
                <a:cubicBezTo>
                  <a:pt x="267" y="208"/>
                  <a:pt x="267" y="205"/>
                  <a:pt x="266" y="204"/>
                </a:cubicBezTo>
                <a:close/>
                <a:moveTo>
                  <a:pt x="240" y="231"/>
                </a:moveTo>
                <a:cubicBezTo>
                  <a:pt x="238" y="229"/>
                  <a:pt x="236" y="229"/>
                  <a:pt x="234" y="231"/>
                </a:cubicBezTo>
                <a:cubicBezTo>
                  <a:pt x="233" y="232"/>
                  <a:pt x="233" y="232"/>
                  <a:pt x="233" y="232"/>
                </a:cubicBezTo>
                <a:cubicBezTo>
                  <a:pt x="232" y="233"/>
                  <a:pt x="232" y="236"/>
                  <a:pt x="233" y="237"/>
                </a:cubicBezTo>
                <a:cubicBezTo>
                  <a:pt x="234" y="238"/>
                  <a:pt x="235" y="238"/>
                  <a:pt x="236" y="238"/>
                </a:cubicBezTo>
                <a:cubicBezTo>
                  <a:pt x="237" y="238"/>
                  <a:pt x="238" y="238"/>
                  <a:pt x="239" y="237"/>
                </a:cubicBezTo>
                <a:cubicBezTo>
                  <a:pt x="240" y="236"/>
                  <a:pt x="240" y="236"/>
                  <a:pt x="240" y="236"/>
                </a:cubicBezTo>
                <a:cubicBezTo>
                  <a:pt x="242" y="235"/>
                  <a:pt x="241" y="232"/>
                  <a:pt x="240" y="231"/>
                </a:cubicBezTo>
                <a:close/>
                <a:moveTo>
                  <a:pt x="214" y="258"/>
                </a:moveTo>
                <a:cubicBezTo>
                  <a:pt x="214" y="257"/>
                  <a:pt x="213" y="257"/>
                  <a:pt x="212" y="257"/>
                </a:cubicBezTo>
                <a:cubicBezTo>
                  <a:pt x="211" y="256"/>
                  <a:pt x="209" y="257"/>
                  <a:pt x="208" y="258"/>
                </a:cubicBezTo>
                <a:cubicBezTo>
                  <a:pt x="208" y="259"/>
                  <a:pt x="208" y="259"/>
                  <a:pt x="208" y="259"/>
                </a:cubicBezTo>
                <a:cubicBezTo>
                  <a:pt x="206" y="260"/>
                  <a:pt x="206" y="263"/>
                  <a:pt x="208" y="264"/>
                </a:cubicBezTo>
                <a:cubicBezTo>
                  <a:pt x="209" y="265"/>
                  <a:pt x="210" y="265"/>
                  <a:pt x="210" y="265"/>
                </a:cubicBezTo>
                <a:cubicBezTo>
                  <a:pt x="210" y="265"/>
                  <a:pt x="211" y="265"/>
                  <a:pt x="211" y="265"/>
                </a:cubicBezTo>
                <a:cubicBezTo>
                  <a:pt x="211" y="265"/>
                  <a:pt x="211" y="265"/>
                  <a:pt x="211" y="265"/>
                </a:cubicBezTo>
                <a:cubicBezTo>
                  <a:pt x="211" y="265"/>
                  <a:pt x="212" y="265"/>
                  <a:pt x="212" y="265"/>
                </a:cubicBezTo>
                <a:cubicBezTo>
                  <a:pt x="213" y="265"/>
                  <a:pt x="213" y="264"/>
                  <a:pt x="213" y="264"/>
                </a:cubicBezTo>
                <a:cubicBezTo>
                  <a:pt x="214" y="263"/>
                  <a:pt x="214" y="263"/>
                  <a:pt x="214" y="263"/>
                </a:cubicBezTo>
                <a:cubicBezTo>
                  <a:pt x="216" y="262"/>
                  <a:pt x="216" y="259"/>
                  <a:pt x="214" y="258"/>
                </a:cubicBezTo>
                <a:close/>
                <a:moveTo>
                  <a:pt x="188" y="284"/>
                </a:moveTo>
                <a:cubicBezTo>
                  <a:pt x="187" y="283"/>
                  <a:pt x="184" y="283"/>
                  <a:pt x="183" y="285"/>
                </a:cubicBezTo>
                <a:cubicBezTo>
                  <a:pt x="182" y="285"/>
                  <a:pt x="182" y="285"/>
                  <a:pt x="182" y="285"/>
                </a:cubicBezTo>
                <a:cubicBezTo>
                  <a:pt x="180" y="287"/>
                  <a:pt x="180" y="290"/>
                  <a:pt x="182" y="291"/>
                </a:cubicBezTo>
                <a:cubicBezTo>
                  <a:pt x="183" y="292"/>
                  <a:pt x="184" y="292"/>
                  <a:pt x="185" y="292"/>
                </a:cubicBezTo>
                <a:cubicBezTo>
                  <a:pt x="186" y="292"/>
                  <a:pt x="187" y="292"/>
                  <a:pt x="188" y="291"/>
                </a:cubicBezTo>
                <a:cubicBezTo>
                  <a:pt x="188" y="290"/>
                  <a:pt x="188" y="290"/>
                  <a:pt x="188" y="290"/>
                </a:cubicBezTo>
                <a:cubicBezTo>
                  <a:pt x="190" y="288"/>
                  <a:pt x="190" y="286"/>
                  <a:pt x="188" y="284"/>
                </a:cubicBezTo>
                <a:close/>
                <a:moveTo>
                  <a:pt x="156" y="312"/>
                </a:moveTo>
                <a:cubicBezTo>
                  <a:pt x="155" y="314"/>
                  <a:pt x="155" y="316"/>
                  <a:pt x="156" y="318"/>
                </a:cubicBezTo>
                <a:cubicBezTo>
                  <a:pt x="157" y="319"/>
                  <a:pt x="158" y="319"/>
                  <a:pt x="159" y="319"/>
                </a:cubicBezTo>
                <a:cubicBezTo>
                  <a:pt x="160" y="319"/>
                  <a:pt x="161" y="319"/>
                  <a:pt x="162" y="318"/>
                </a:cubicBezTo>
                <a:cubicBezTo>
                  <a:pt x="163" y="317"/>
                  <a:pt x="163" y="317"/>
                  <a:pt x="163" y="317"/>
                </a:cubicBezTo>
                <a:cubicBezTo>
                  <a:pt x="164" y="315"/>
                  <a:pt x="164" y="313"/>
                  <a:pt x="163" y="311"/>
                </a:cubicBezTo>
                <a:cubicBezTo>
                  <a:pt x="161" y="310"/>
                  <a:pt x="158" y="310"/>
                  <a:pt x="157" y="311"/>
                </a:cubicBezTo>
                <a:lnTo>
                  <a:pt x="156" y="312"/>
                </a:lnTo>
                <a:close/>
                <a:moveTo>
                  <a:pt x="130" y="339"/>
                </a:moveTo>
                <a:cubicBezTo>
                  <a:pt x="129" y="341"/>
                  <a:pt x="129" y="343"/>
                  <a:pt x="130" y="345"/>
                </a:cubicBezTo>
                <a:cubicBezTo>
                  <a:pt x="131" y="346"/>
                  <a:pt x="132" y="346"/>
                  <a:pt x="133" y="346"/>
                </a:cubicBezTo>
                <a:cubicBezTo>
                  <a:pt x="133" y="346"/>
                  <a:pt x="133" y="346"/>
                  <a:pt x="133" y="346"/>
                </a:cubicBezTo>
                <a:cubicBezTo>
                  <a:pt x="133" y="346"/>
                  <a:pt x="133" y="346"/>
                  <a:pt x="133" y="346"/>
                </a:cubicBezTo>
                <a:cubicBezTo>
                  <a:pt x="134" y="346"/>
                  <a:pt x="135" y="345"/>
                  <a:pt x="136" y="345"/>
                </a:cubicBezTo>
                <a:cubicBezTo>
                  <a:pt x="137" y="344"/>
                  <a:pt x="137" y="344"/>
                  <a:pt x="137" y="344"/>
                </a:cubicBezTo>
                <a:cubicBezTo>
                  <a:pt x="139" y="342"/>
                  <a:pt x="138" y="340"/>
                  <a:pt x="137" y="338"/>
                </a:cubicBezTo>
                <a:cubicBezTo>
                  <a:pt x="135" y="337"/>
                  <a:pt x="133" y="337"/>
                  <a:pt x="131" y="338"/>
                </a:cubicBezTo>
                <a:lnTo>
                  <a:pt x="130" y="339"/>
                </a:lnTo>
                <a:close/>
                <a:moveTo>
                  <a:pt x="105" y="372"/>
                </a:moveTo>
                <a:cubicBezTo>
                  <a:pt x="106" y="372"/>
                  <a:pt x="107" y="373"/>
                  <a:pt x="108" y="373"/>
                </a:cubicBezTo>
                <a:cubicBezTo>
                  <a:pt x="108" y="373"/>
                  <a:pt x="108" y="373"/>
                  <a:pt x="109" y="372"/>
                </a:cubicBezTo>
                <a:cubicBezTo>
                  <a:pt x="109" y="372"/>
                  <a:pt x="110" y="372"/>
                  <a:pt x="110" y="372"/>
                </a:cubicBezTo>
                <a:cubicBezTo>
                  <a:pt x="111" y="371"/>
                  <a:pt x="111" y="371"/>
                  <a:pt x="111" y="371"/>
                </a:cubicBezTo>
                <a:cubicBezTo>
                  <a:pt x="113" y="369"/>
                  <a:pt x="113" y="367"/>
                  <a:pt x="111" y="365"/>
                </a:cubicBezTo>
                <a:cubicBezTo>
                  <a:pt x="110" y="364"/>
                  <a:pt x="110" y="364"/>
                  <a:pt x="109" y="364"/>
                </a:cubicBezTo>
                <a:cubicBezTo>
                  <a:pt x="108" y="364"/>
                  <a:pt x="106" y="364"/>
                  <a:pt x="105" y="365"/>
                </a:cubicBezTo>
                <a:cubicBezTo>
                  <a:pt x="105" y="366"/>
                  <a:pt x="105" y="366"/>
                  <a:pt x="105" y="366"/>
                </a:cubicBezTo>
                <a:cubicBezTo>
                  <a:pt x="103" y="368"/>
                  <a:pt x="103" y="370"/>
                  <a:pt x="105" y="372"/>
                </a:cubicBezTo>
                <a:close/>
                <a:moveTo>
                  <a:pt x="481" y="69"/>
                </a:moveTo>
                <a:cubicBezTo>
                  <a:pt x="482" y="69"/>
                  <a:pt x="483" y="69"/>
                  <a:pt x="484" y="68"/>
                </a:cubicBezTo>
                <a:cubicBezTo>
                  <a:pt x="484" y="67"/>
                  <a:pt x="484" y="67"/>
                  <a:pt x="484" y="67"/>
                </a:cubicBezTo>
                <a:cubicBezTo>
                  <a:pt x="486" y="66"/>
                  <a:pt x="486" y="63"/>
                  <a:pt x="484" y="62"/>
                </a:cubicBezTo>
                <a:cubicBezTo>
                  <a:pt x="483" y="60"/>
                  <a:pt x="480" y="60"/>
                  <a:pt x="479" y="62"/>
                </a:cubicBezTo>
                <a:cubicBezTo>
                  <a:pt x="478" y="63"/>
                  <a:pt x="478" y="63"/>
                  <a:pt x="478" y="63"/>
                </a:cubicBezTo>
                <a:cubicBezTo>
                  <a:pt x="476" y="64"/>
                  <a:pt x="476" y="67"/>
                  <a:pt x="478" y="68"/>
                </a:cubicBezTo>
                <a:cubicBezTo>
                  <a:pt x="479" y="69"/>
                  <a:pt x="480" y="69"/>
                  <a:pt x="481" y="69"/>
                </a:cubicBezTo>
                <a:close/>
                <a:moveTo>
                  <a:pt x="453" y="96"/>
                </a:moveTo>
                <a:cubicBezTo>
                  <a:pt x="454" y="96"/>
                  <a:pt x="454" y="96"/>
                  <a:pt x="455" y="96"/>
                </a:cubicBezTo>
                <a:cubicBezTo>
                  <a:pt x="456" y="96"/>
                  <a:pt x="457" y="96"/>
                  <a:pt x="458" y="95"/>
                </a:cubicBezTo>
                <a:cubicBezTo>
                  <a:pt x="459" y="94"/>
                  <a:pt x="459" y="94"/>
                  <a:pt x="459" y="94"/>
                </a:cubicBezTo>
                <a:cubicBezTo>
                  <a:pt x="460" y="93"/>
                  <a:pt x="460" y="90"/>
                  <a:pt x="459" y="88"/>
                </a:cubicBezTo>
                <a:cubicBezTo>
                  <a:pt x="457" y="87"/>
                  <a:pt x="455" y="87"/>
                  <a:pt x="453" y="88"/>
                </a:cubicBezTo>
                <a:cubicBezTo>
                  <a:pt x="453" y="89"/>
                  <a:pt x="453" y="89"/>
                  <a:pt x="453" y="89"/>
                </a:cubicBezTo>
                <a:cubicBezTo>
                  <a:pt x="452" y="89"/>
                  <a:pt x="452" y="89"/>
                  <a:pt x="452" y="89"/>
                </a:cubicBezTo>
                <a:cubicBezTo>
                  <a:pt x="451" y="91"/>
                  <a:pt x="451" y="94"/>
                  <a:pt x="452" y="95"/>
                </a:cubicBezTo>
                <a:cubicBezTo>
                  <a:pt x="452" y="95"/>
                  <a:pt x="453" y="96"/>
                  <a:pt x="453" y="96"/>
                </a:cubicBezTo>
                <a:close/>
                <a:moveTo>
                  <a:pt x="429" y="123"/>
                </a:moveTo>
                <a:cubicBezTo>
                  <a:pt x="430" y="123"/>
                  <a:pt x="431" y="123"/>
                  <a:pt x="432" y="122"/>
                </a:cubicBezTo>
                <a:cubicBezTo>
                  <a:pt x="433" y="121"/>
                  <a:pt x="433" y="121"/>
                  <a:pt x="433" y="121"/>
                </a:cubicBezTo>
                <a:cubicBezTo>
                  <a:pt x="434" y="119"/>
                  <a:pt x="434" y="117"/>
                  <a:pt x="433" y="115"/>
                </a:cubicBezTo>
                <a:cubicBezTo>
                  <a:pt x="431" y="114"/>
                  <a:pt x="429" y="114"/>
                  <a:pt x="427" y="115"/>
                </a:cubicBezTo>
                <a:cubicBezTo>
                  <a:pt x="426" y="116"/>
                  <a:pt x="426" y="116"/>
                  <a:pt x="426" y="116"/>
                </a:cubicBezTo>
                <a:cubicBezTo>
                  <a:pt x="425" y="118"/>
                  <a:pt x="425" y="120"/>
                  <a:pt x="426" y="122"/>
                </a:cubicBezTo>
                <a:cubicBezTo>
                  <a:pt x="427" y="123"/>
                  <a:pt x="428" y="123"/>
                  <a:pt x="429" y="123"/>
                </a:cubicBezTo>
                <a:close/>
                <a:moveTo>
                  <a:pt x="403" y="150"/>
                </a:moveTo>
                <a:cubicBezTo>
                  <a:pt x="405" y="150"/>
                  <a:pt x="406" y="150"/>
                  <a:pt x="406" y="149"/>
                </a:cubicBezTo>
                <a:cubicBezTo>
                  <a:pt x="407" y="148"/>
                  <a:pt x="407" y="148"/>
                  <a:pt x="407" y="148"/>
                </a:cubicBezTo>
                <a:cubicBezTo>
                  <a:pt x="409" y="146"/>
                  <a:pt x="409" y="144"/>
                  <a:pt x="407" y="142"/>
                </a:cubicBezTo>
                <a:cubicBezTo>
                  <a:pt x="405" y="141"/>
                  <a:pt x="403" y="141"/>
                  <a:pt x="401" y="142"/>
                </a:cubicBezTo>
                <a:cubicBezTo>
                  <a:pt x="401" y="143"/>
                  <a:pt x="401" y="143"/>
                  <a:pt x="401" y="143"/>
                </a:cubicBezTo>
                <a:cubicBezTo>
                  <a:pt x="399" y="145"/>
                  <a:pt x="399" y="147"/>
                  <a:pt x="401" y="149"/>
                </a:cubicBezTo>
                <a:cubicBezTo>
                  <a:pt x="401" y="150"/>
                  <a:pt x="402" y="150"/>
                  <a:pt x="403" y="150"/>
                </a:cubicBezTo>
                <a:close/>
                <a:moveTo>
                  <a:pt x="378" y="177"/>
                </a:moveTo>
                <a:cubicBezTo>
                  <a:pt x="379" y="177"/>
                  <a:pt x="380" y="176"/>
                  <a:pt x="381" y="176"/>
                </a:cubicBezTo>
                <a:cubicBezTo>
                  <a:pt x="381" y="175"/>
                  <a:pt x="381" y="175"/>
                  <a:pt x="381" y="175"/>
                </a:cubicBezTo>
                <a:cubicBezTo>
                  <a:pt x="381" y="175"/>
                  <a:pt x="381" y="175"/>
                  <a:pt x="381" y="175"/>
                </a:cubicBezTo>
                <a:cubicBezTo>
                  <a:pt x="383" y="173"/>
                  <a:pt x="383" y="171"/>
                  <a:pt x="381" y="169"/>
                </a:cubicBezTo>
                <a:cubicBezTo>
                  <a:pt x="381" y="169"/>
                  <a:pt x="381" y="169"/>
                  <a:pt x="381" y="169"/>
                </a:cubicBezTo>
                <a:cubicBezTo>
                  <a:pt x="379" y="168"/>
                  <a:pt x="377" y="168"/>
                  <a:pt x="376" y="169"/>
                </a:cubicBezTo>
                <a:cubicBezTo>
                  <a:pt x="375" y="170"/>
                  <a:pt x="375" y="170"/>
                  <a:pt x="375" y="170"/>
                </a:cubicBezTo>
                <a:cubicBezTo>
                  <a:pt x="373" y="172"/>
                  <a:pt x="373" y="174"/>
                  <a:pt x="375" y="176"/>
                </a:cubicBezTo>
                <a:cubicBezTo>
                  <a:pt x="376" y="176"/>
                  <a:pt x="377" y="177"/>
                  <a:pt x="378" y="177"/>
                </a:cubicBezTo>
                <a:close/>
                <a:moveTo>
                  <a:pt x="352" y="204"/>
                </a:moveTo>
                <a:cubicBezTo>
                  <a:pt x="352" y="204"/>
                  <a:pt x="352" y="204"/>
                  <a:pt x="352" y="204"/>
                </a:cubicBezTo>
                <a:cubicBezTo>
                  <a:pt x="352" y="204"/>
                  <a:pt x="352" y="204"/>
                  <a:pt x="352" y="204"/>
                </a:cubicBezTo>
                <a:cubicBezTo>
                  <a:pt x="353" y="204"/>
                  <a:pt x="354" y="203"/>
                  <a:pt x="355" y="202"/>
                </a:cubicBezTo>
                <a:cubicBezTo>
                  <a:pt x="356" y="202"/>
                  <a:pt x="356" y="202"/>
                  <a:pt x="356" y="202"/>
                </a:cubicBezTo>
                <a:cubicBezTo>
                  <a:pt x="357" y="200"/>
                  <a:pt x="357" y="197"/>
                  <a:pt x="356" y="196"/>
                </a:cubicBezTo>
                <a:cubicBezTo>
                  <a:pt x="354" y="194"/>
                  <a:pt x="351" y="194"/>
                  <a:pt x="350" y="196"/>
                </a:cubicBezTo>
                <a:cubicBezTo>
                  <a:pt x="349" y="197"/>
                  <a:pt x="349" y="197"/>
                  <a:pt x="349" y="197"/>
                </a:cubicBezTo>
                <a:cubicBezTo>
                  <a:pt x="348" y="198"/>
                  <a:pt x="348" y="201"/>
                  <a:pt x="349" y="203"/>
                </a:cubicBezTo>
                <a:cubicBezTo>
                  <a:pt x="350" y="203"/>
                  <a:pt x="351" y="204"/>
                  <a:pt x="352" y="204"/>
                </a:cubicBezTo>
                <a:close/>
                <a:moveTo>
                  <a:pt x="326" y="231"/>
                </a:moveTo>
                <a:cubicBezTo>
                  <a:pt x="327" y="231"/>
                  <a:pt x="328" y="230"/>
                  <a:pt x="329" y="229"/>
                </a:cubicBezTo>
                <a:cubicBezTo>
                  <a:pt x="330" y="228"/>
                  <a:pt x="330" y="228"/>
                  <a:pt x="330" y="228"/>
                </a:cubicBezTo>
                <a:cubicBezTo>
                  <a:pt x="331" y="227"/>
                  <a:pt x="331" y="224"/>
                  <a:pt x="330" y="223"/>
                </a:cubicBezTo>
                <a:cubicBezTo>
                  <a:pt x="328" y="221"/>
                  <a:pt x="326" y="221"/>
                  <a:pt x="324" y="223"/>
                </a:cubicBezTo>
                <a:cubicBezTo>
                  <a:pt x="323" y="224"/>
                  <a:pt x="323" y="224"/>
                  <a:pt x="323" y="224"/>
                </a:cubicBezTo>
                <a:cubicBezTo>
                  <a:pt x="322" y="225"/>
                  <a:pt x="322" y="228"/>
                  <a:pt x="323" y="229"/>
                </a:cubicBezTo>
                <a:cubicBezTo>
                  <a:pt x="324" y="230"/>
                  <a:pt x="325" y="231"/>
                  <a:pt x="326" y="231"/>
                </a:cubicBezTo>
                <a:close/>
                <a:moveTo>
                  <a:pt x="300" y="257"/>
                </a:moveTo>
                <a:cubicBezTo>
                  <a:pt x="300" y="257"/>
                  <a:pt x="300" y="257"/>
                  <a:pt x="300" y="257"/>
                </a:cubicBezTo>
                <a:cubicBezTo>
                  <a:pt x="301" y="257"/>
                  <a:pt x="301" y="257"/>
                  <a:pt x="301" y="257"/>
                </a:cubicBezTo>
                <a:cubicBezTo>
                  <a:pt x="302" y="257"/>
                  <a:pt x="303" y="257"/>
                  <a:pt x="303" y="256"/>
                </a:cubicBezTo>
                <a:cubicBezTo>
                  <a:pt x="304" y="255"/>
                  <a:pt x="304" y="255"/>
                  <a:pt x="304" y="255"/>
                </a:cubicBezTo>
                <a:cubicBezTo>
                  <a:pt x="306" y="254"/>
                  <a:pt x="306" y="251"/>
                  <a:pt x="304" y="250"/>
                </a:cubicBezTo>
                <a:cubicBezTo>
                  <a:pt x="303" y="248"/>
                  <a:pt x="300" y="248"/>
                  <a:pt x="298" y="250"/>
                </a:cubicBezTo>
                <a:cubicBezTo>
                  <a:pt x="298" y="251"/>
                  <a:pt x="298" y="251"/>
                  <a:pt x="298" y="251"/>
                </a:cubicBezTo>
                <a:cubicBezTo>
                  <a:pt x="296" y="252"/>
                  <a:pt x="296" y="255"/>
                  <a:pt x="298" y="256"/>
                </a:cubicBezTo>
                <a:cubicBezTo>
                  <a:pt x="298" y="257"/>
                  <a:pt x="299" y="257"/>
                  <a:pt x="300" y="257"/>
                </a:cubicBezTo>
                <a:close/>
                <a:moveTo>
                  <a:pt x="272" y="283"/>
                </a:moveTo>
                <a:cubicBezTo>
                  <a:pt x="273" y="284"/>
                  <a:pt x="274" y="284"/>
                  <a:pt x="275" y="284"/>
                </a:cubicBezTo>
                <a:cubicBezTo>
                  <a:pt x="275" y="284"/>
                  <a:pt x="275" y="284"/>
                  <a:pt x="275" y="284"/>
                </a:cubicBezTo>
                <a:cubicBezTo>
                  <a:pt x="275" y="284"/>
                  <a:pt x="275" y="284"/>
                  <a:pt x="275" y="284"/>
                </a:cubicBezTo>
                <a:cubicBezTo>
                  <a:pt x="276" y="284"/>
                  <a:pt x="277" y="284"/>
                  <a:pt x="278" y="283"/>
                </a:cubicBezTo>
                <a:cubicBezTo>
                  <a:pt x="278" y="282"/>
                  <a:pt x="278" y="282"/>
                  <a:pt x="278" y="282"/>
                </a:cubicBezTo>
                <a:cubicBezTo>
                  <a:pt x="280" y="281"/>
                  <a:pt x="280" y="278"/>
                  <a:pt x="278" y="276"/>
                </a:cubicBezTo>
                <a:cubicBezTo>
                  <a:pt x="277" y="275"/>
                  <a:pt x="274" y="275"/>
                  <a:pt x="273" y="277"/>
                </a:cubicBezTo>
                <a:cubicBezTo>
                  <a:pt x="272" y="277"/>
                  <a:pt x="272" y="277"/>
                  <a:pt x="272" y="277"/>
                </a:cubicBezTo>
                <a:cubicBezTo>
                  <a:pt x="272" y="277"/>
                  <a:pt x="272" y="277"/>
                  <a:pt x="272" y="277"/>
                </a:cubicBezTo>
                <a:cubicBezTo>
                  <a:pt x="270" y="279"/>
                  <a:pt x="270" y="282"/>
                  <a:pt x="272" y="283"/>
                </a:cubicBezTo>
                <a:cubicBezTo>
                  <a:pt x="272" y="283"/>
                  <a:pt x="272" y="283"/>
                  <a:pt x="272" y="283"/>
                </a:cubicBezTo>
                <a:close/>
                <a:moveTo>
                  <a:pt x="247" y="303"/>
                </a:moveTo>
                <a:cubicBezTo>
                  <a:pt x="246" y="304"/>
                  <a:pt x="246" y="304"/>
                  <a:pt x="246" y="304"/>
                </a:cubicBezTo>
                <a:cubicBezTo>
                  <a:pt x="245" y="306"/>
                  <a:pt x="245" y="308"/>
                  <a:pt x="246" y="310"/>
                </a:cubicBezTo>
                <a:cubicBezTo>
                  <a:pt x="247" y="311"/>
                  <a:pt x="248" y="311"/>
                  <a:pt x="249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50" y="311"/>
                  <a:pt x="251" y="311"/>
                  <a:pt x="252" y="310"/>
                </a:cubicBezTo>
                <a:cubicBezTo>
                  <a:pt x="253" y="309"/>
                  <a:pt x="253" y="309"/>
                  <a:pt x="253" y="309"/>
                </a:cubicBezTo>
                <a:cubicBezTo>
                  <a:pt x="254" y="307"/>
                  <a:pt x="254" y="305"/>
                  <a:pt x="253" y="303"/>
                </a:cubicBezTo>
                <a:cubicBezTo>
                  <a:pt x="251" y="302"/>
                  <a:pt x="248" y="302"/>
                  <a:pt x="247" y="303"/>
                </a:cubicBezTo>
                <a:close/>
                <a:moveTo>
                  <a:pt x="221" y="330"/>
                </a:moveTo>
                <a:cubicBezTo>
                  <a:pt x="220" y="331"/>
                  <a:pt x="220" y="331"/>
                  <a:pt x="220" y="331"/>
                </a:cubicBezTo>
                <a:cubicBezTo>
                  <a:pt x="219" y="333"/>
                  <a:pt x="219" y="335"/>
                  <a:pt x="221" y="337"/>
                </a:cubicBezTo>
                <a:cubicBezTo>
                  <a:pt x="221" y="338"/>
                  <a:pt x="222" y="338"/>
                  <a:pt x="223" y="338"/>
                </a:cubicBezTo>
                <a:cubicBezTo>
                  <a:pt x="223" y="338"/>
                  <a:pt x="223" y="338"/>
                  <a:pt x="223" y="338"/>
                </a:cubicBezTo>
                <a:cubicBezTo>
                  <a:pt x="223" y="338"/>
                  <a:pt x="223" y="338"/>
                  <a:pt x="223" y="338"/>
                </a:cubicBezTo>
                <a:cubicBezTo>
                  <a:pt x="224" y="338"/>
                  <a:pt x="225" y="338"/>
                  <a:pt x="226" y="337"/>
                </a:cubicBezTo>
                <a:cubicBezTo>
                  <a:pt x="227" y="336"/>
                  <a:pt x="227" y="336"/>
                  <a:pt x="227" y="336"/>
                </a:cubicBezTo>
                <a:cubicBezTo>
                  <a:pt x="229" y="334"/>
                  <a:pt x="228" y="332"/>
                  <a:pt x="227" y="330"/>
                </a:cubicBezTo>
                <a:cubicBezTo>
                  <a:pt x="225" y="329"/>
                  <a:pt x="223" y="329"/>
                  <a:pt x="221" y="330"/>
                </a:cubicBezTo>
                <a:close/>
                <a:moveTo>
                  <a:pt x="200" y="356"/>
                </a:moveTo>
                <a:cubicBezTo>
                  <a:pt x="198" y="356"/>
                  <a:pt x="197" y="356"/>
                  <a:pt x="195" y="357"/>
                </a:cubicBezTo>
                <a:cubicBezTo>
                  <a:pt x="195" y="358"/>
                  <a:pt x="195" y="358"/>
                  <a:pt x="195" y="358"/>
                </a:cubicBezTo>
                <a:cubicBezTo>
                  <a:pt x="193" y="360"/>
                  <a:pt x="193" y="362"/>
                  <a:pt x="195" y="364"/>
                </a:cubicBezTo>
                <a:cubicBezTo>
                  <a:pt x="196" y="364"/>
                  <a:pt x="197" y="365"/>
                  <a:pt x="198" y="365"/>
                </a:cubicBezTo>
                <a:cubicBezTo>
                  <a:pt x="198" y="365"/>
                  <a:pt x="199" y="364"/>
                  <a:pt x="200" y="364"/>
                </a:cubicBezTo>
                <a:cubicBezTo>
                  <a:pt x="200" y="364"/>
                  <a:pt x="200" y="364"/>
                  <a:pt x="200" y="364"/>
                </a:cubicBezTo>
                <a:cubicBezTo>
                  <a:pt x="201" y="363"/>
                  <a:pt x="201" y="363"/>
                  <a:pt x="201" y="363"/>
                </a:cubicBezTo>
                <a:cubicBezTo>
                  <a:pt x="203" y="361"/>
                  <a:pt x="203" y="359"/>
                  <a:pt x="201" y="357"/>
                </a:cubicBezTo>
                <a:cubicBezTo>
                  <a:pt x="201" y="357"/>
                  <a:pt x="200" y="356"/>
                  <a:pt x="200" y="356"/>
                </a:cubicBezTo>
                <a:close/>
                <a:moveTo>
                  <a:pt x="170" y="384"/>
                </a:moveTo>
                <a:cubicBezTo>
                  <a:pt x="169" y="385"/>
                  <a:pt x="169" y="385"/>
                  <a:pt x="169" y="385"/>
                </a:cubicBezTo>
                <a:cubicBezTo>
                  <a:pt x="167" y="387"/>
                  <a:pt x="167" y="389"/>
                  <a:pt x="169" y="391"/>
                </a:cubicBezTo>
                <a:cubicBezTo>
                  <a:pt x="170" y="391"/>
                  <a:pt x="171" y="392"/>
                  <a:pt x="172" y="392"/>
                </a:cubicBezTo>
                <a:cubicBezTo>
                  <a:pt x="173" y="392"/>
                  <a:pt x="174" y="391"/>
                  <a:pt x="175" y="390"/>
                </a:cubicBezTo>
                <a:cubicBezTo>
                  <a:pt x="176" y="390"/>
                  <a:pt x="176" y="390"/>
                  <a:pt x="176" y="390"/>
                </a:cubicBezTo>
                <a:cubicBezTo>
                  <a:pt x="177" y="388"/>
                  <a:pt x="177" y="385"/>
                  <a:pt x="175" y="384"/>
                </a:cubicBezTo>
                <a:cubicBezTo>
                  <a:pt x="174" y="382"/>
                  <a:pt x="171" y="382"/>
                  <a:pt x="170" y="384"/>
                </a:cubicBezTo>
                <a:close/>
                <a:moveTo>
                  <a:pt x="144" y="411"/>
                </a:moveTo>
                <a:cubicBezTo>
                  <a:pt x="143" y="412"/>
                  <a:pt x="143" y="412"/>
                  <a:pt x="143" y="412"/>
                </a:cubicBezTo>
                <a:cubicBezTo>
                  <a:pt x="142" y="413"/>
                  <a:pt x="142" y="416"/>
                  <a:pt x="143" y="417"/>
                </a:cubicBezTo>
                <a:cubicBezTo>
                  <a:pt x="144" y="418"/>
                  <a:pt x="145" y="419"/>
                  <a:pt x="146" y="419"/>
                </a:cubicBezTo>
                <a:cubicBezTo>
                  <a:pt x="147" y="419"/>
                  <a:pt x="148" y="418"/>
                  <a:pt x="149" y="417"/>
                </a:cubicBezTo>
                <a:cubicBezTo>
                  <a:pt x="150" y="416"/>
                  <a:pt x="150" y="416"/>
                  <a:pt x="150" y="416"/>
                </a:cubicBezTo>
                <a:cubicBezTo>
                  <a:pt x="151" y="415"/>
                  <a:pt x="151" y="412"/>
                  <a:pt x="150" y="411"/>
                </a:cubicBezTo>
                <a:cubicBezTo>
                  <a:pt x="148" y="409"/>
                  <a:pt x="146" y="409"/>
                  <a:pt x="144" y="411"/>
                </a:cubicBezTo>
                <a:close/>
                <a:moveTo>
                  <a:pt x="118" y="438"/>
                </a:moveTo>
                <a:cubicBezTo>
                  <a:pt x="117" y="439"/>
                  <a:pt x="117" y="439"/>
                  <a:pt x="117" y="439"/>
                </a:cubicBezTo>
                <a:cubicBezTo>
                  <a:pt x="116" y="440"/>
                  <a:pt x="116" y="443"/>
                  <a:pt x="118" y="444"/>
                </a:cubicBezTo>
                <a:cubicBezTo>
                  <a:pt x="118" y="445"/>
                  <a:pt x="119" y="445"/>
                  <a:pt x="120" y="445"/>
                </a:cubicBezTo>
                <a:cubicBezTo>
                  <a:pt x="121" y="445"/>
                  <a:pt x="122" y="445"/>
                  <a:pt x="123" y="444"/>
                </a:cubicBezTo>
                <a:cubicBezTo>
                  <a:pt x="124" y="443"/>
                  <a:pt x="124" y="443"/>
                  <a:pt x="124" y="443"/>
                </a:cubicBezTo>
                <a:cubicBezTo>
                  <a:pt x="126" y="442"/>
                  <a:pt x="126" y="439"/>
                  <a:pt x="124" y="438"/>
                </a:cubicBezTo>
                <a:cubicBezTo>
                  <a:pt x="122" y="436"/>
                  <a:pt x="120" y="436"/>
                  <a:pt x="118" y="438"/>
                </a:cubicBezTo>
                <a:close/>
                <a:moveTo>
                  <a:pt x="93" y="465"/>
                </a:moveTo>
                <a:cubicBezTo>
                  <a:pt x="92" y="465"/>
                  <a:pt x="92" y="465"/>
                  <a:pt x="92" y="465"/>
                </a:cubicBezTo>
                <a:cubicBezTo>
                  <a:pt x="92" y="465"/>
                  <a:pt x="92" y="465"/>
                  <a:pt x="92" y="465"/>
                </a:cubicBezTo>
                <a:cubicBezTo>
                  <a:pt x="92" y="466"/>
                  <a:pt x="92" y="466"/>
                  <a:pt x="91" y="466"/>
                </a:cubicBezTo>
                <a:cubicBezTo>
                  <a:pt x="91" y="467"/>
                  <a:pt x="90" y="469"/>
                  <a:pt x="91" y="470"/>
                </a:cubicBezTo>
                <a:cubicBezTo>
                  <a:pt x="91" y="470"/>
                  <a:pt x="91" y="470"/>
                  <a:pt x="91" y="471"/>
                </a:cubicBezTo>
                <a:cubicBezTo>
                  <a:pt x="92" y="471"/>
                  <a:pt x="92" y="471"/>
                  <a:pt x="92" y="471"/>
                </a:cubicBezTo>
                <a:cubicBezTo>
                  <a:pt x="93" y="472"/>
                  <a:pt x="94" y="472"/>
                  <a:pt x="95" y="472"/>
                </a:cubicBezTo>
                <a:cubicBezTo>
                  <a:pt x="96" y="472"/>
                  <a:pt x="97" y="472"/>
                  <a:pt x="97" y="471"/>
                </a:cubicBezTo>
                <a:cubicBezTo>
                  <a:pt x="98" y="470"/>
                  <a:pt x="98" y="470"/>
                  <a:pt x="98" y="470"/>
                </a:cubicBezTo>
                <a:cubicBezTo>
                  <a:pt x="100" y="469"/>
                  <a:pt x="100" y="466"/>
                  <a:pt x="98" y="464"/>
                </a:cubicBezTo>
                <a:cubicBezTo>
                  <a:pt x="97" y="463"/>
                  <a:pt x="94" y="463"/>
                  <a:pt x="93" y="465"/>
                </a:cubicBezTo>
                <a:close/>
                <a:moveTo>
                  <a:pt x="570" y="62"/>
                </a:moveTo>
                <a:cubicBezTo>
                  <a:pt x="570" y="62"/>
                  <a:pt x="570" y="62"/>
                  <a:pt x="570" y="62"/>
                </a:cubicBezTo>
                <a:cubicBezTo>
                  <a:pt x="570" y="62"/>
                  <a:pt x="570" y="62"/>
                  <a:pt x="570" y="62"/>
                </a:cubicBezTo>
                <a:cubicBezTo>
                  <a:pt x="571" y="62"/>
                  <a:pt x="572" y="61"/>
                  <a:pt x="573" y="61"/>
                </a:cubicBezTo>
                <a:cubicBezTo>
                  <a:pt x="574" y="60"/>
                  <a:pt x="574" y="60"/>
                  <a:pt x="574" y="60"/>
                </a:cubicBezTo>
                <a:cubicBezTo>
                  <a:pt x="576" y="58"/>
                  <a:pt x="576" y="56"/>
                  <a:pt x="574" y="54"/>
                </a:cubicBezTo>
                <a:cubicBezTo>
                  <a:pt x="572" y="53"/>
                  <a:pt x="570" y="53"/>
                  <a:pt x="568" y="54"/>
                </a:cubicBezTo>
                <a:cubicBezTo>
                  <a:pt x="567" y="55"/>
                  <a:pt x="567" y="55"/>
                  <a:pt x="567" y="55"/>
                </a:cubicBezTo>
                <a:cubicBezTo>
                  <a:pt x="566" y="57"/>
                  <a:pt x="566" y="59"/>
                  <a:pt x="568" y="61"/>
                </a:cubicBezTo>
                <a:cubicBezTo>
                  <a:pt x="568" y="61"/>
                  <a:pt x="569" y="62"/>
                  <a:pt x="570" y="62"/>
                </a:cubicBezTo>
                <a:close/>
                <a:moveTo>
                  <a:pt x="545" y="89"/>
                </a:moveTo>
                <a:cubicBezTo>
                  <a:pt x="545" y="89"/>
                  <a:pt x="545" y="89"/>
                  <a:pt x="545" y="89"/>
                </a:cubicBezTo>
                <a:cubicBezTo>
                  <a:pt x="545" y="89"/>
                  <a:pt x="545" y="89"/>
                  <a:pt x="545" y="89"/>
                </a:cubicBezTo>
                <a:cubicBezTo>
                  <a:pt x="546" y="89"/>
                  <a:pt x="547" y="88"/>
                  <a:pt x="548" y="87"/>
                </a:cubicBezTo>
                <a:cubicBezTo>
                  <a:pt x="548" y="87"/>
                  <a:pt x="548" y="87"/>
                  <a:pt x="548" y="87"/>
                </a:cubicBezTo>
                <a:cubicBezTo>
                  <a:pt x="550" y="85"/>
                  <a:pt x="550" y="82"/>
                  <a:pt x="548" y="81"/>
                </a:cubicBezTo>
                <a:cubicBezTo>
                  <a:pt x="547" y="79"/>
                  <a:pt x="544" y="79"/>
                  <a:pt x="543" y="81"/>
                </a:cubicBezTo>
                <a:cubicBezTo>
                  <a:pt x="542" y="82"/>
                  <a:pt x="542" y="82"/>
                  <a:pt x="542" y="82"/>
                </a:cubicBezTo>
                <a:cubicBezTo>
                  <a:pt x="540" y="83"/>
                  <a:pt x="540" y="86"/>
                  <a:pt x="542" y="88"/>
                </a:cubicBezTo>
                <a:cubicBezTo>
                  <a:pt x="543" y="88"/>
                  <a:pt x="544" y="89"/>
                  <a:pt x="545" y="89"/>
                </a:cubicBezTo>
                <a:close/>
                <a:moveTo>
                  <a:pt x="519" y="116"/>
                </a:moveTo>
                <a:cubicBezTo>
                  <a:pt x="519" y="116"/>
                  <a:pt x="519" y="116"/>
                  <a:pt x="519" y="116"/>
                </a:cubicBezTo>
                <a:cubicBezTo>
                  <a:pt x="519" y="116"/>
                  <a:pt x="519" y="116"/>
                  <a:pt x="519" y="116"/>
                </a:cubicBezTo>
                <a:cubicBezTo>
                  <a:pt x="520" y="115"/>
                  <a:pt x="521" y="115"/>
                  <a:pt x="522" y="114"/>
                </a:cubicBezTo>
                <a:cubicBezTo>
                  <a:pt x="523" y="113"/>
                  <a:pt x="523" y="113"/>
                  <a:pt x="523" y="113"/>
                </a:cubicBezTo>
                <a:cubicBezTo>
                  <a:pt x="524" y="112"/>
                  <a:pt x="524" y="109"/>
                  <a:pt x="523" y="108"/>
                </a:cubicBezTo>
                <a:cubicBezTo>
                  <a:pt x="521" y="106"/>
                  <a:pt x="518" y="106"/>
                  <a:pt x="517" y="108"/>
                </a:cubicBezTo>
                <a:cubicBezTo>
                  <a:pt x="516" y="109"/>
                  <a:pt x="516" y="109"/>
                  <a:pt x="516" y="109"/>
                </a:cubicBezTo>
                <a:cubicBezTo>
                  <a:pt x="514" y="110"/>
                  <a:pt x="515" y="113"/>
                  <a:pt x="516" y="114"/>
                </a:cubicBezTo>
                <a:cubicBezTo>
                  <a:pt x="517" y="115"/>
                  <a:pt x="518" y="115"/>
                  <a:pt x="519" y="116"/>
                </a:cubicBezTo>
                <a:close/>
                <a:moveTo>
                  <a:pt x="491" y="142"/>
                </a:moveTo>
                <a:cubicBezTo>
                  <a:pt x="492" y="142"/>
                  <a:pt x="493" y="142"/>
                  <a:pt x="493" y="142"/>
                </a:cubicBezTo>
                <a:cubicBezTo>
                  <a:pt x="494" y="142"/>
                  <a:pt x="495" y="142"/>
                  <a:pt x="496" y="141"/>
                </a:cubicBezTo>
                <a:cubicBezTo>
                  <a:pt x="497" y="140"/>
                  <a:pt x="497" y="140"/>
                  <a:pt x="497" y="140"/>
                </a:cubicBezTo>
                <a:cubicBezTo>
                  <a:pt x="498" y="139"/>
                  <a:pt x="498" y="136"/>
                  <a:pt x="497" y="135"/>
                </a:cubicBezTo>
                <a:cubicBezTo>
                  <a:pt x="495" y="133"/>
                  <a:pt x="493" y="133"/>
                  <a:pt x="491" y="135"/>
                </a:cubicBezTo>
                <a:cubicBezTo>
                  <a:pt x="491" y="135"/>
                  <a:pt x="491" y="135"/>
                  <a:pt x="491" y="135"/>
                </a:cubicBezTo>
                <a:cubicBezTo>
                  <a:pt x="490" y="136"/>
                  <a:pt x="490" y="136"/>
                  <a:pt x="490" y="136"/>
                </a:cubicBezTo>
                <a:cubicBezTo>
                  <a:pt x="489" y="137"/>
                  <a:pt x="489" y="140"/>
                  <a:pt x="490" y="141"/>
                </a:cubicBezTo>
                <a:cubicBezTo>
                  <a:pt x="491" y="142"/>
                  <a:pt x="491" y="142"/>
                  <a:pt x="491" y="142"/>
                </a:cubicBezTo>
                <a:close/>
                <a:moveTo>
                  <a:pt x="467" y="169"/>
                </a:moveTo>
                <a:cubicBezTo>
                  <a:pt x="469" y="169"/>
                  <a:pt x="470" y="169"/>
                  <a:pt x="470" y="168"/>
                </a:cubicBezTo>
                <a:cubicBezTo>
                  <a:pt x="471" y="167"/>
                  <a:pt x="471" y="167"/>
                  <a:pt x="471" y="167"/>
                </a:cubicBezTo>
                <a:cubicBezTo>
                  <a:pt x="473" y="166"/>
                  <a:pt x="473" y="163"/>
                  <a:pt x="471" y="161"/>
                </a:cubicBezTo>
                <a:cubicBezTo>
                  <a:pt x="469" y="160"/>
                  <a:pt x="467" y="160"/>
                  <a:pt x="465" y="162"/>
                </a:cubicBezTo>
                <a:cubicBezTo>
                  <a:pt x="465" y="162"/>
                  <a:pt x="465" y="162"/>
                  <a:pt x="465" y="162"/>
                </a:cubicBezTo>
                <a:cubicBezTo>
                  <a:pt x="463" y="164"/>
                  <a:pt x="463" y="167"/>
                  <a:pt x="465" y="168"/>
                </a:cubicBezTo>
                <a:cubicBezTo>
                  <a:pt x="465" y="169"/>
                  <a:pt x="466" y="169"/>
                  <a:pt x="467" y="169"/>
                </a:cubicBezTo>
                <a:close/>
                <a:moveTo>
                  <a:pt x="442" y="196"/>
                </a:moveTo>
                <a:cubicBezTo>
                  <a:pt x="443" y="196"/>
                  <a:pt x="444" y="196"/>
                  <a:pt x="445" y="195"/>
                </a:cubicBezTo>
                <a:cubicBezTo>
                  <a:pt x="445" y="194"/>
                  <a:pt x="445" y="194"/>
                  <a:pt x="445" y="194"/>
                </a:cubicBezTo>
                <a:cubicBezTo>
                  <a:pt x="447" y="192"/>
                  <a:pt x="447" y="190"/>
                  <a:pt x="445" y="188"/>
                </a:cubicBezTo>
                <a:cubicBezTo>
                  <a:pt x="444" y="187"/>
                  <a:pt x="441" y="187"/>
                  <a:pt x="440" y="188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37" y="191"/>
                  <a:pt x="437" y="193"/>
                  <a:pt x="439" y="195"/>
                </a:cubicBezTo>
                <a:cubicBezTo>
                  <a:pt x="440" y="196"/>
                  <a:pt x="441" y="196"/>
                  <a:pt x="442" y="196"/>
                </a:cubicBezTo>
                <a:close/>
                <a:moveTo>
                  <a:pt x="416" y="223"/>
                </a:moveTo>
                <a:cubicBezTo>
                  <a:pt x="416" y="223"/>
                  <a:pt x="416" y="223"/>
                  <a:pt x="416" y="223"/>
                </a:cubicBezTo>
                <a:cubicBezTo>
                  <a:pt x="416" y="223"/>
                  <a:pt x="416" y="223"/>
                  <a:pt x="416" y="223"/>
                </a:cubicBezTo>
                <a:cubicBezTo>
                  <a:pt x="417" y="223"/>
                  <a:pt x="418" y="223"/>
                  <a:pt x="419" y="222"/>
                </a:cubicBezTo>
                <a:cubicBezTo>
                  <a:pt x="419" y="222"/>
                  <a:pt x="419" y="222"/>
                  <a:pt x="419" y="222"/>
                </a:cubicBezTo>
                <a:cubicBezTo>
                  <a:pt x="420" y="221"/>
                  <a:pt x="420" y="221"/>
                  <a:pt x="420" y="221"/>
                </a:cubicBezTo>
                <a:cubicBezTo>
                  <a:pt x="421" y="219"/>
                  <a:pt x="421" y="217"/>
                  <a:pt x="420" y="215"/>
                </a:cubicBezTo>
                <a:cubicBezTo>
                  <a:pt x="419" y="215"/>
                  <a:pt x="419" y="215"/>
                  <a:pt x="419" y="215"/>
                </a:cubicBezTo>
                <a:cubicBezTo>
                  <a:pt x="417" y="214"/>
                  <a:pt x="415" y="214"/>
                  <a:pt x="414" y="215"/>
                </a:cubicBezTo>
                <a:cubicBezTo>
                  <a:pt x="413" y="216"/>
                  <a:pt x="413" y="216"/>
                  <a:pt x="413" y="216"/>
                </a:cubicBezTo>
                <a:cubicBezTo>
                  <a:pt x="412" y="218"/>
                  <a:pt x="412" y="220"/>
                  <a:pt x="413" y="222"/>
                </a:cubicBezTo>
                <a:cubicBezTo>
                  <a:pt x="414" y="223"/>
                  <a:pt x="415" y="223"/>
                  <a:pt x="416" y="223"/>
                </a:cubicBezTo>
                <a:close/>
                <a:moveTo>
                  <a:pt x="390" y="250"/>
                </a:moveTo>
                <a:cubicBezTo>
                  <a:pt x="390" y="250"/>
                  <a:pt x="390" y="250"/>
                  <a:pt x="390" y="250"/>
                </a:cubicBezTo>
                <a:cubicBezTo>
                  <a:pt x="390" y="250"/>
                  <a:pt x="390" y="250"/>
                  <a:pt x="390" y="250"/>
                </a:cubicBezTo>
                <a:cubicBezTo>
                  <a:pt x="391" y="250"/>
                  <a:pt x="392" y="249"/>
                  <a:pt x="393" y="249"/>
                </a:cubicBezTo>
                <a:cubicBezTo>
                  <a:pt x="394" y="248"/>
                  <a:pt x="394" y="248"/>
                  <a:pt x="394" y="248"/>
                </a:cubicBezTo>
                <a:cubicBezTo>
                  <a:pt x="395" y="246"/>
                  <a:pt x="395" y="244"/>
                  <a:pt x="394" y="242"/>
                </a:cubicBezTo>
                <a:cubicBezTo>
                  <a:pt x="392" y="241"/>
                  <a:pt x="390" y="241"/>
                  <a:pt x="388" y="242"/>
                </a:cubicBezTo>
                <a:cubicBezTo>
                  <a:pt x="387" y="243"/>
                  <a:pt x="387" y="243"/>
                  <a:pt x="387" y="243"/>
                </a:cubicBezTo>
                <a:cubicBezTo>
                  <a:pt x="386" y="245"/>
                  <a:pt x="386" y="247"/>
                  <a:pt x="387" y="249"/>
                </a:cubicBezTo>
                <a:cubicBezTo>
                  <a:pt x="388" y="249"/>
                  <a:pt x="389" y="250"/>
                  <a:pt x="390" y="250"/>
                </a:cubicBezTo>
                <a:close/>
                <a:moveTo>
                  <a:pt x="362" y="269"/>
                </a:moveTo>
                <a:cubicBezTo>
                  <a:pt x="362" y="270"/>
                  <a:pt x="362" y="270"/>
                  <a:pt x="362" y="270"/>
                </a:cubicBezTo>
                <a:cubicBezTo>
                  <a:pt x="360" y="272"/>
                  <a:pt x="360" y="274"/>
                  <a:pt x="362" y="276"/>
                </a:cubicBezTo>
                <a:cubicBezTo>
                  <a:pt x="363" y="276"/>
                  <a:pt x="363" y="277"/>
                  <a:pt x="364" y="277"/>
                </a:cubicBezTo>
                <a:cubicBezTo>
                  <a:pt x="364" y="277"/>
                  <a:pt x="364" y="277"/>
                  <a:pt x="365" y="277"/>
                </a:cubicBezTo>
                <a:cubicBezTo>
                  <a:pt x="365" y="277"/>
                  <a:pt x="365" y="277"/>
                  <a:pt x="365" y="277"/>
                </a:cubicBezTo>
                <a:cubicBezTo>
                  <a:pt x="366" y="277"/>
                  <a:pt x="367" y="276"/>
                  <a:pt x="367" y="275"/>
                </a:cubicBezTo>
                <a:cubicBezTo>
                  <a:pt x="368" y="275"/>
                  <a:pt x="368" y="275"/>
                  <a:pt x="368" y="275"/>
                </a:cubicBezTo>
                <a:cubicBezTo>
                  <a:pt x="370" y="273"/>
                  <a:pt x="370" y="270"/>
                  <a:pt x="368" y="269"/>
                </a:cubicBezTo>
                <a:cubicBezTo>
                  <a:pt x="367" y="267"/>
                  <a:pt x="364" y="267"/>
                  <a:pt x="362" y="269"/>
                </a:cubicBezTo>
                <a:close/>
                <a:moveTo>
                  <a:pt x="337" y="296"/>
                </a:moveTo>
                <a:cubicBezTo>
                  <a:pt x="336" y="297"/>
                  <a:pt x="336" y="297"/>
                  <a:pt x="336" y="297"/>
                </a:cubicBezTo>
                <a:cubicBezTo>
                  <a:pt x="334" y="298"/>
                  <a:pt x="334" y="301"/>
                  <a:pt x="336" y="302"/>
                </a:cubicBezTo>
                <a:cubicBezTo>
                  <a:pt x="337" y="303"/>
                  <a:pt x="338" y="304"/>
                  <a:pt x="339" y="304"/>
                </a:cubicBezTo>
                <a:cubicBezTo>
                  <a:pt x="339" y="304"/>
                  <a:pt x="339" y="304"/>
                  <a:pt x="339" y="304"/>
                </a:cubicBezTo>
                <a:cubicBezTo>
                  <a:pt x="339" y="304"/>
                  <a:pt x="339" y="304"/>
                  <a:pt x="339" y="304"/>
                </a:cubicBezTo>
                <a:cubicBezTo>
                  <a:pt x="340" y="304"/>
                  <a:pt x="341" y="303"/>
                  <a:pt x="342" y="302"/>
                </a:cubicBezTo>
                <a:cubicBezTo>
                  <a:pt x="342" y="301"/>
                  <a:pt x="342" y="301"/>
                  <a:pt x="342" y="301"/>
                </a:cubicBezTo>
                <a:cubicBezTo>
                  <a:pt x="344" y="300"/>
                  <a:pt x="344" y="297"/>
                  <a:pt x="342" y="296"/>
                </a:cubicBezTo>
                <a:cubicBezTo>
                  <a:pt x="341" y="294"/>
                  <a:pt x="338" y="294"/>
                  <a:pt x="337" y="296"/>
                </a:cubicBezTo>
                <a:close/>
                <a:moveTo>
                  <a:pt x="311" y="323"/>
                </a:moveTo>
                <a:cubicBezTo>
                  <a:pt x="311" y="323"/>
                  <a:pt x="311" y="323"/>
                  <a:pt x="311" y="323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09" y="325"/>
                  <a:pt x="309" y="328"/>
                  <a:pt x="310" y="329"/>
                </a:cubicBezTo>
                <a:cubicBezTo>
                  <a:pt x="310" y="329"/>
                  <a:pt x="310" y="329"/>
                  <a:pt x="311" y="329"/>
                </a:cubicBezTo>
                <a:cubicBezTo>
                  <a:pt x="311" y="330"/>
                  <a:pt x="312" y="330"/>
                  <a:pt x="313" y="330"/>
                </a:cubicBezTo>
                <a:cubicBezTo>
                  <a:pt x="314" y="330"/>
                  <a:pt x="315" y="330"/>
                  <a:pt x="316" y="329"/>
                </a:cubicBezTo>
                <a:cubicBezTo>
                  <a:pt x="317" y="328"/>
                  <a:pt x="317" y="328"/>
                  <a:pt x="317" y="328"/>
                </a:cubicBezTo>
                <a:cubicBezTo>
                  <a:pt x="318" y="327"/>
                  <a:pt x="318" y="324"/>
                  <a:pt x="317" y="323"/>
                </a:cubicBezTo>
                <a:cubicBezTo>
                  <a:pt x="315" y="321"/>
                  <a:pt x="313" y="321"/>
                  <a:pt x="311" y="323"/>
                </a:cubicBezTo>
                <a:close/>
                <a:moveTo>
                  <a:pt x="285" y="350"/>
                </a:moveTo>
                <a:cubicBezTo>
                  <a:pt x="284" y="351"/>
                  <a:pt x="284" y="351"/>
                  <a:pt x="284" y="351"/>
                </a:cubicBezTo>
                <a:cubicBezTo>
                  <a:pt x="283" y="352"/>
                  <a:pt x="283" y="355"/>
                  <a:pt x="285" y="356"/>
                </a:cubicBezTo>
                <a:cubicBezTo>
                  <a:pt x="285" y="357"/>
                  <a:pt x="286" y="357"/>
                  <a:pt x="287" y="357"/>
                </a:cubicBezTo>
                <a:cubicBezTo>
                  <a:pt x="288" y="357"/>
                  <a:pt x="289" y="357"/>
                  <a:pt x="290" y="356"/>
                </a:cubicBezTo>
                <a:cubicBezTo>
                  <a:pt x="291" y="355"/>
                  <a:pt x="291" y="355"/>
                  <a:pt x="291" y="355"/>
                </a:cubicBezTo>
                <a:cubicBezTo>
                  <a:pt x="293" y="354"/>
                  <a:pt x="292" y="351"/>
                  <a:pt x="291" y="350"/>
                </a:cubicBezTo>
                <a:cubicBezTo>
                  <a:pt x="289" y="348"/>
                  <a:pt x="287" y="348"/>
                  <a:pt x="285" y="350"/>
                </a:cubicBezTo>
                <a:close/>
                <a:moveTo>
                  <a:pt x="260" y="376"/>
                </a:moveTo>
                <a:cubicBezTo>
                  <a:pt x="259" y="377"/>
                  <a:pt x="259" y="377"/>
                  <a:pt x="259" y="377"/>
                </a:cubicBezTo>
                <a:cubicBezTo>
                  <a:pt x="257" y="379"/>
                  <a:pt x="257" y="381"/>
                  <a:pt x="259" y="383"/>
                </a:cubicBezTo>
                <a:cubicBezTo>
                  <a:pt x="260" y="384"/>
                  <a:pt x="261" y="384"/>
                  <a:pt x="262" y="384"/>
                </a:cubicBezTo>
                <a:cubicBezTo>
                  <a:pt x="263" y="384"/>
                  <a:pt x="264" y="384"/>
                  <a:pt x="264" y="383"/>
                </a:cubicBezTo>
                <a:cubicBezTo>
                  <a:pt x="265" y="382"/>
                  <a:pt x="265" y="382"/>
                  <a:pt x="265" y="382"/>
                </a:cubicBezTo>
                <a:cubicBezTo>
                  <a:pt x="267" y="380"/>
                  <a:pt x="267" y="378"/>
                  <a:pt x="265" y="376"/>
                </a:cubicBezTo>
                <a:cubicBezTo>
                  <a:pt x="264" y="375"/>
                  <a:pt x="261" y="375"/>
                  <a:pt x="260" y="376"/>
                </a:cubicBezTo>
                <a:close/>
                <a:moveTo>
                  <a:pt x="238" y="402"/>
                </a:moveTo>
                <a:cubicBezTo>
                  <a:pt x="237" y="402"/>
                  <a:pt x="235" y="402"/>
                  <a:pt x="234" y="403"/>
                </a:cubicBezTo>
                <a:cubicBezTo>
                  <a:pt x="233" y="404"/>
                  <a:pt x="233" y="404"/>
                  <a:pt x="233" y="404"/>
                </a:cubicBezTo>
                <a:cubicBezTo>
                  <a:pt x="231" y="406"/>
                  <a:pt x="231" y="408"/>
                  <a:pt x="233" y="410"/>
                </a:cubicBezTo>
                <a:cubicBezTo>
                  <a:pt x="234" y="411"/>
                  <a:pt x="235" y="411"/>
                  <a:pt x="236" y="411"/>
                </a:cubicBezTo>
                <a:cubicBezTo>
                  <a:pt x="236" y="411"/>
                  <a:pt x="236" y="411"/>
                  <a:pt x="236" y="411"/>
                </a:cubicBezTo>
                <a:cubicBezTo>
                  <a:pt x="236" y="411"/>
                  <a:pt x="236" y="411"/>
                  <a:pt x="236" y="411"/>
                </a:cubicBezTo>
                <a:cubicBezTo>
                  <a:pt x="237" y="411"/>
                  <a:pt x="238" y="411"/>
                  <a:pt x="238" y="410"/>
                </a:cubicBezTo>
                <a:cubicBezTo>
                  <a:pt x="238" y="410"/>
                  <a:pt x="239" y="410"/>
                  <a:pt x="239" y="410"/>
                </a:cubicBezTo>
                <a:cubicBezTo>
                  <a:pt x="240" y="409"/>
                  <a:pt x="240" y="409"/>
                  <a:pt x="240" y="409"/>
                </a:cubicBezTo>
                <a:cubicBezTo>
                  <a:pt x="241" y="407"/>
                  <a:pt x="241" y="405"/>
                  <a:pt x="239" y="403"/>
                </a:cubicBezTo>
                <a:cubicBezTo>
                  <a:pt x="239" y="403"/>
                  <a:pt x="239" y="403"/>
                  <a:pt x="238" y="402"/>
                </a:cubicBezTo>
                <a:close/>
                <a:moveTo>
                  <a:pt x="208" y="430"/>
                </a:moveTo>
                <a:cubicBezTo>
                  <a:pt x="207" y="431"/>
                  <a:pt x="207" y="431"/>
                  <a:pt x="207" y="431"/>
                </a:cubicBezTo>
                <a:cubicBezTo>
                  <a:pt x="206" y="433"/>
                  <a:pt x="206" y="435"/>
                  <a:pt x="207" y="437"/>
                </a:cubicBezTo>
                <a:cubicBezTo>
                  <a:pt x="208" y="437"/>
                  <a:pt x="209" y="438"/>
                  <a:pt x="210" y="438"/>
                </a:cubicBezTo>
                <a:cubicBezTo>
                  <a:pt x="210" y="438"/>
                  <a:pt x="210" y="438"/>
                  <a:pt x="210" y="438"/>
                </a:cubicBezTo>
                <a:cubicBezTo>
                  <a:pt x="210" y="438"/>
                  <a:pt x="210" y="438"/>
                  <a:pt x="210" y="438"/>
                </a:cubicBezTo>
                <a:cubicBezTo>
                  <a:pt x="211" y="438"/>
                  <a:pt x="212" y="437"/>
                  <a:pt x="213" y="437"/>
                </a:cubicBezTo>
                <a:cubicBezTo>
                  <a:pt x="214" y="436"/>
                  <a:pt x="214" y="436"/>
                  <a:pt x="214" y="436"/>
                </a:cubicBezTo>
                <a:cubicBezTo>
                  <a:pt x="215" y="434"/>
                  <a:pt x="215" y="432"/>
                  <a:pt x="214" y="430"/>
                </a:cubicBezTo>
                <a:cubicBezTo>
                  <a:pt x="212" y="429"/>
                  <a:pt x="210" y="429"/>
                  <a:pt x="208" y="430"/>
                </a:cubicBezTo>
                <a:close/>
                <a:moveTo>
                  <a:pt x="182" y="457"/>
                </a:moveTo>
                <a:cubicBezTo>
                  <a:pt x="181" y="458"/>
                  <a:pt x="181" y="458"/>
                  <a:pt x="181" y="458"/>
                </a:cubicBezTo>
                <a:cubicBezTo>
                  <a:pt x="180" y="460"/>
                  <a:pt x="180" y="462"/>
                  <a:pt x="182" y="464"/>
                </a:cubicBezTo>
                <a:cubicBezTo>
                  <a:pt x="182" y="464"/>
                  <a:pt x="183" y="465"/>
                  <a:pt x="184" y="465"/>
                </a:cubicBezTo>
                <a:cubicBezTo>
                  <a:pt x="185" y="465"/>
                  <a:pt x="186" y="464"/>
                  <a:pt x="187" y="463"/>
                </a:cubicBezTo>
                <a:cubicBezTo>
                  <a:pt x="188" y="463"/>
                  <a:pt x="188" y="463"/>
                  <a:pt x="188" y="463"/>
                </a:cubicBezTo>
                <a:cubicBezTo>
                  <a:pt x="190" y="461"/>
                  <a:pt x="190" y="459"/>
                  <a:pt x="188" y="457"/>
                </a:cubicBezTo>
                <a:cubicBezTo>
                  <a:pt x="186" y="455"/>
                  <a:pt x="184" y="455"/>
                  <a:pt x="182" y="457"/>
                </a:cubicBezTo>
                <a:close/>
                <a:moveTo>
                  <a:pt x="159" y="492"/>
                </a:moveTo>
                <a:cubicBezTo>
                  <a:pt x="160" y="492"/>
                  <a:pt x="161" y="491"/>
                  <a:pt x="162" y="490"/>
                </a:cubicBezTo>
                <a:cubicBezTo>
                  <a:pt x="162" y="489"/>
                  <a:pt x="162" y="489"/>
                  <a:pt x="162" y="489"/>
                </a:cubicBezTo>
                <a:cubicBezTo>
                  <a:pt x="164" y="488"/>
                  <a:pt x="164" y="485"/>
                  <a:pt x="162" y="484"/>
                </a:cubicBezTo>
                <a:cubicBezTo>
                  <a:pt x="161" y="482"/>
                  <a:pt x="158" y="482"/>
                  <a:pt x="157" y="484"/>
                </a:cubicBezTo>
                <a:cubicBezTo>
                  <a:pt x="156" y="485"/>
                  <a:pt x="156" y="485"/>
                  <a:pt x="156" y="485"/>
                </a:cubicBezTo>
                <a:cubicBezTo>
                  <a:pt x="154" y="486"/>
                  <a:pt x="154" y="489"/>
                  <a:pt x="156" y="490"/>
                </a:cubicBezTo>
                <a:cubicBezTo>
                  <a:pt x="157" y="491"/>
                  <a:pt x="158" y="492"/>
                  <a:pt x="159" y="492"/>
                </a:cubicBezTo>
                <a:close/>
                <a:moveTo>
                  <a:pt x="130" y="517"/>
                </a:moveTo>
                <a:cubicBezTo>
                  <a:pt x="131" y="518"/>
                  <a:pt x="132" y="518"/>
                  <a:pt x="133" y="518"/>
                </a:cubicBezTo>
                <a:cubicBezTo>
                  <a:pt x="134" y="518"/>
                  <a:pt x="135" y="518"/>
                  <a:pt x="136" y="517"/>
                </a:cubicBezTo>
                <a:cubicBezTo>
                  <a:pt x="137" y="516"/>
                  <a:pt x="137" y="516"/>
                  <a:pt x="137" y="516"/>
                </a:cubicBezTo>
                <a:cubicBezTo>
                  <a:pt x="138" y="515"/>
                  <a:pt x="138" y="512"/>
                  <a:pt x="136" y="511"/>
                </a:cubicBezTo>
                <a:cubicBezTo>
                  <a:pt x="135" y="509"/>
                  <a:pt x="132" y="509"/>
                  <a:pt x="131" y="511"/>
                </a:cubicBezTo>
                <a:cubicBezTo>
                  <a:pt x="130" y="512"/>
                  <a:pt x="130" y="512"/>
                  <a:pt x="130" y="512"/>
                </a:cubicBezTo>
                <a:cubicBezTo>
                  <a:pt x="130" y="512"/>
                  <a:pt x="130" y="512"/>
                  <a:pt x="130" y="512"/>
                </a:cubicBezTo>
                <a:cubicBezTo>
                  <a:pt x="129" y="513"/>
                  <a:pt x="129" y="515"/>
                  <a:pt x="130" y="517"/>
                </a:cubicBezTo>
                <a:cubicBezTo>
                  <a:pt x="130" y="517"/>
                  <a:pt x="130" y="517"/>
                  <a:pt x="130" y="517"/>
                </a:cubicBezTo>
                <a:close/>
                <a:moveTo>
                  <a:pt x="107" y="545"/>
                </a:moveTo>
                <a:cubicBezTo>
                  <a:pt x="108" y="545"/>
                  <a:pt x="109" y="545"/>
                  <a:pt x="110" y="544"/>
                </a:cubicBezTo>
                <a:cubicBezTo>
                  <a:pt x="111" y="543"/>
                  <a:pt x="111" y="543"/>
                  <a:pt x="111" y="543"/>
                </a:cubicBezTo>
                <a:cubicBezTo>
                  <a:pt x="112" y="542"/>
                  <a:pt x="112" y="539"/>
                  <a:pt x="111" y="538"/>
                </a:cubicBezTo>
                <a:cubicBezTo>
                  <a:pt x="109" y="536"/>
                  <a:pt x="107" y="536"/>
                  <a:pt x="105" y="538"/>
                </a:cubicBezTo>
                <a:cubicBezTo>
                  <a:pt x="104" y="539"/>
                  <a:pt x="104" y="539"/>
                  <a:pt x="104" y="539"/>
                </a:cubicBezTo>
                <a:cubicBezTo>
                  <a:pt x="103" y="540"/>
                  <a:pt x="103" y="543"/>
                  <a:pt x="104" y="544"/>
                </a:cubicBezTo>
                <a:cubicBezTo>
                  <a:pt x="105" y="545"/>
                  <a:pt x="106" y="545"/>
                  <a:pt x="107" y="545"/>
                </a:cubicBezTo>
                <a:close/>
                <a:moveTo>
                  <a:pt x="81" y="572"/>
                </a:moveTo>
                <a:cubicBezTo>
                  <a:pt x="81" y="572"/>
                  <a:pt x="81" y="572"/>
                  <a:pt x="81" y="572"/>
                </a:cubicBezTo>
                <a:cubicBezTo>
                  <a:pt x="81" y="572"/>
                  <a:pt x="81" y="572"/>
                  <a:pt x="81" y="572"/>
                </a:cubicBezTo>
                <a:cubicBezTo>
                  <a:pt x="82" y="572"/>
                  <a:pt x="84" y="572"/>
                  <a:pt x="84" y="571"/>
                </a:cubicBezTo>
                <a:cubicBezTo>
                  <a:pt x="85" y="570"/>
                  <a:pt x="85" y="570"/>
                  <a:pt x="85" y="570"/>
                </a:cubicBezTo>
                <a:cubicBezTo>
                  <a:pt x="87" y="568"/>
                  <a:pt x="87" y="566"/>
                  <a:pt x="85" y="564"/>
                </a:cubicBezTo>
                <a:cubicBezTo>
                  <a:pt x="83" y="563"/>
                  <a:pt x="81" y="563"/>
                  <a:pt x="79" y="565"/>
                </a:cubicBezTo>
                <a:cubicBezTo>
                  <a:pt x="79" y="565"/>
                  <a:pt x="79" y="565"/>
                  <a:pt x="79" y="565"/>
                </a:cubicBezTo>
                <a:cubicBezTo>
                  <a:pt x="77" y="567"/>
                  <a:pt x="77" y="570"/>
                  <a:pt x="79" y="571"/>
                </a:cubicBezTo>
                <a:cubicBezTo>
                  <a:pt x="79" y="572"/>
                  <a:pt x="80" y="572"/>
                  <a:pt x="81" y="572"/>
                </a:cubicBezTo>
                <a:close/>
                <a:moveTo>
                  <a:pt x="56" y="599"/>
                </a:moveTo>
                <a:cubicBezTo>
                  <a:pt x="56" y="599"/>
                  <a:pt x="57" y="599"/>
                  <a:pt x="57" y="599"/>
                </a:cubicBezTo>
                <a:cubicBezTo>
                  <a:pt x="58" y="598"/>
                  <a:pt x="58" y="598"/>
                  <a:pt x="59" y="598"/>
                </a:cubicBezTo>
                <a:cubicBezTo>
                  <a:pt x="59" y="597"/>
                  <a:pt x="59" y="597"/>
                  <a:pt x="59" y="597"/>
                </a:cubicBezTo>
                <a:cubicBezTo>
                  <a:pt x="61" y="595"/>
                  <a:pt x="61" y="593"/>
                  <a:pt x="59" y="591"/>
                </a:cubicBezTo>
                <a:cubicBezTo>
                  <a:pt x="59" y="591"/>
                  <a:pt x="58" y="591"/>
                  <a:pt x="57" y="590"/>
                </a:cubicBezTo>
                <a:cubicBezTo>
                  <a:pt x="56" y="590"/>
                  <a:pt x="55" y="590"/>
                  <a:pt x="54" y="591"/>
                </a:cubicBezTo>
                <a:cubicBezTo>
                  <a:pt x="53" y="592"/>
                  <a:pt x="53" y="592"/>
                  <a:pt x="53" y="592"/>
                </a:cubicBezTo>
                <a:cubicBezTo>
                  <a:pt x="51" y="594"/>
                  <a:pt x="51" y="596"/>
                  <a:pt x="53" y="598"/>
                </a:cubicBezTo>
                <a:cubicBezTo>
                  <a:pt x="54" y="599"/>
                  <a:pt x="55" y="599"/>
                  <a:pt x="56" y="599"/>
                </a:cubicBezTo>
                <a:close/>
                <a:moveTo>
                  <a:pt x="28" y="618"/>
                </a:moveTo>
                <a:cubicBezTo>
                  <a:pt x="27" y="619"/>
                  <a:pt x="27" y="619"/>
                  <a:pt x="27" y="619"/>
                </a:cubicBezTo>
                <a:cubicBezTo>
                  <a:pt x="26" y="621"/>
                  <a:pt x="26" y="623"/>
                  <a:pt x="27" y="625"/>
                </a:cubicBezTo>
                <a:cubicBezTo>
                  <a:pt x="28" y="626"/>
                  <a:pt x="29" y="626"/>
                  <a:pt x="30" y="626"/>
                </a:cubicBezTo>
                <a:cubicBezTo>
                  <a:pt x="30" y="626"/>
                  <a:pt x="30" y="626"/>
                  <a:pt x="30" y="626"/>
                </a:cubicBezTo>
                <a:cubicBezTo>
                  <a:pt x="30" y="626"/>
                  <a:pt x="30" y="626"/>
                  <a:pt x="30" y="626"/>
                </a:cubicBezTo>
                <a:cubicBezTo>
                  <a:pt x="31" y="626"/>
                  <a:pt x="32" y="625"/>
                  <a:pt x="33" y="625"/>
                </a:cubicBezTo>
                <a:cubicBezTo>
                  <a:pt x="34" y="624"/>
                  <a:pt x="34" y="624"/>
                  <a:pt x="34" y="624"/>
                </a:cubicBezTo>
                <a:cubicBezTo>
                  <a:pt x="35" y="622"/>
                  <a:pt x="35" y="620"/>
                  <a:pt x="34" y="618"/>
                </a:cubicBezTo>
                <a:cubicBezTo>
                  <a:pt x="32" y="617"/>
                  <a:pt x="29" y="617"/>
                  <a:pt x="28" y="618"/>
                </a:cubicBezTo>
                <a:close/>
                <a:moveTo>
                  <a:pt x="2" y="645"/>
                </a:moveTo>
                <a:cubicBezTo>
                  <a:pt x="1" y="646"/>
                  <a:pt x="1" y="646"/>
                  <a:pt x="1" y="646"/>
                </a:cubicBezTo>
                <a:cubicBezTo>
                  <a:pt x="0" y="648"/>
                  <a:pt x="0" y="650"/>
                  <a:pt x="1" y="652"/>
                </a:cubicBezTo>
                <a:cubicBezTo>
                  <a:pt x="2" y="652"/>
                  <a:pt x="3" y="653"/>
                  <a:pt x="4" y="653"/>
                </a:cubicBezTo>
                <a:cubicBezTo>
                  <a:pt x="5" y="653"/>
                  <a:pt x="6" y="652"/>
                  <a:pt x="7" y="652"/>
                </a:cubicBezTo>
                <a:cubicBezTo>
                  <a:pt x="8" y="651"/>
                  <a:pt x="8" y="651"/>
                  <a:pt x="8" y="651"/>
                </a:cubicBezTo>
                <a:cubicBezTo>
                  <a:pt x="9" y="649"/>
                  <a:pt x="9" y="647"/>
                  <a:pt x="8" y="645"/>
                </a:cubicBezTo>
                <a:cubicBezTo>
                  <a:pt x="6" y="643"/>
                  <a:pt x="4" y="644"/>
                  <a:pt x="2" y="645"/>
                </a:cubicBezTo>
                <a:close/>
                <a:moveTo>
                  <a:pt x="689" y="26"/>
                </a:moveTo>
                <a:cubicBezTo>
                  <a:pt x="689" y="26"/>
                  <a:pt x="689" y="26"/>
                  <a:pt x="689" y="26"/>
                </a:cubicBezTo>
                <a:cubicBezTo>
                  <a:pt x="687" y="26"/>
                  <a:pt x="686" y="26"/>
                  <a:pt x="684" y="27"/>
                </a:cubicBezTo>
                <a:cubicBezTo>
                  <a:pt x="685" y="27"/>
                  <a:pt x="685" y="27"/>
                  <a:pt x="686" y="27"/>
                </a:cubicBezTo>
                <a:cubicBezTo>
                  <a:pt x="687" y="27"/>
                  <a:pt x="688" y="27"/>
                  <a:pt x="689" y="26"/>
                </a:cubicBezTo>
                <a:close/>
                <a:moveTo>
                  <a:pt x="660" y="54"/>
                </a:moveTo>
                <a:cubicBezTo>
                  <a:pt x="660" y="54"/>
                  <a:pt x="660" y="54"/>
                  <a:pt x="660" y="54"/>
                </a:cubicBezTo>
                <a:cubicBezTo>
                  <a:pt x="660" y="54"/>
                  <a:pt x="660" y="54"/>
                  <a:pt x="660" y="54"/>
                </a:cubicBezTo>
                <a:cubicBezTo>
                  <a:pt x="661" y="54"/>
                  <a:pt x="662" y="54"/>
                  <a:pt x="663" y="53"/>
                </a:cubicBezTo>
                <a:cubicBezTo>
                  <a:pt x="664" y="52"/>
                  <a:pt x="664" y="52"/>
                  <a:pt x="664" y="52"/>
                </a:cubicBezTo>
                <a:cubicBezTo>
                  <a:pt x="665" y="50"/>
                  <a:pt x="665" y="48"/>
                  <a:pt x="664" y="46"/>
                </a:cubicBezTo>
                <a:cubicBezTo>
                  <a:pt x="662" y="45"/>
                  <a:pt x="660" y="45"/>
                  <a:pt x="658" y="46"/>
                </a:cubicBezTo>
                <a:cubicBezTo>
                  <a:pt x="657" y="47"/>
                  <a:pt x="657" y="47"/>
                  <a:pt x="657" y="47"/>
                </a:cubicBezTo>
                <a:cubicBezTo>
                  <a:pt x="656" y="49"/>
                  <a:pt x="656" y="51"/>
                  <a:pt x="657" y="53"/>
                </a:cubicBezTo>
                <a:cubicBezTo>
                  <a:pt x="658" y="54"/>
                  <a:pt x="659" y="54"/>
                  <a:pt x="660" y="54"/>
                </a:cubicBezTo>
                <a:close/>
                <a:moveTo>
                  <a:pt x="634" y="81"/>
                </a:moveTo>
                <a:cubicBezTo>
                  <a:pt x="635" y="81"/>
                  <a:pt x="636" y="80"/>
                  <a:pt x="637" y="80"/>
                </a:cubicBezTo>
                <a:cubicBezTo>
                  <a:pt x="638" y="79"/>
                  <a:pt x="638" y="79"/>
                  <a:pt x="638" y="79"/>
                </a:cubicBezTo>
                <a:cubicBezTo>
                  <a:pt x="640" y="77"/>
                  <a:pt x="640" y="75"/>
                  <a:pt x="638" y="73"/>
                </a:cubicBezTo>
                <a:cubicBezTo>
                  <a:pt x="636" y="72"/>
                  <a:pt x="634" y="72"/>
                  <a:pt x="632" y="73"/>
                </a:cubicBezTo>
                <a:cubicBezTo>
                  <a:pt x="631" y="74"/>
                  <a:pt x="631" y="74"/>
                  <a:pt x="631" y="74"/>
                </a:cubicBezTo>
                <a:cubicBezTo>
                  <a:pt x="630" y="76"/>
                  <a:pt x="630" y="78"/>
                  <a:pt x="632" y="80"/>
                </a:cubicBezTo>
                <a:cubicBezTo>
                  <a:pt x="632" y="81"/>
                  <a:pt x="633" y="81"/>
                  <a:pt x="634" y="81"/>
                </a:cubicBezTo>
                <a:close/>
                <a:moveTo>
                  <a:pt x="609" y="108"/>
                </a:moveTo>
                <a:cubicBezTo>
                  <a:pt x="610" y="108"/>
                  <a:pt x="611" y="107"/>
                  <a:pt x="611" y="107"/>
                </a:cubicBezTo>
                <a:cubicBezTo>
                  <a:pt x="612" y="106"/>
                  <a:pt x="612" y="106"/>
                  <a:pt x="612" y="106"/>
                </a:cubicBezTo>
                <a:cubicBezTo>
                  <a:pt x="614" y="104"/>
                  <a:pt x="614" y="102"/>
                  <a:pt x="612" y="100"/>
                </a:cubicBezTo>
                <a:cubicBezTo>
                  <a:pt x="611" y="98"/>
                  <a:pt x="608" y="99"/>
                  <a:pt x="607" y="100"/>
                </a:cubicBezTo>
                <a:cubicBezTo>
                  <a:pt x="606" y="101"/>
                  <a:pt x="606" y="101"/>
                  <a:pt x="606" y="101"/>
                </a:cubicBezTo>
                <a:cubicBezTo>
                  <a:pt x="604" y="103"/>
                  <a:pt x="604" y="105"/>
                  <a:pt x="606" y="107"/>
                </a:cubicBezTo>
                <a:cubicBezTo>
                  <a:pt x="607" y="107"/>
                  <a:pt x="608" y="108"/>
                  <a:pt x="609" y="108"/>
                </a:cubicBezTo>
                <a:close/>
                <a:moveTo>
                  <a:pt x="581" y="134"/>
                </a:moveTo>
                <a:cubicBezTo>
                  <a:pt x="582" y="135"/>
                  <a:pt x="582" y="135"/>
                  <a:pt x="583" y="135"/>
                </a:cubicBezTo>
                <a:cubicBezTo>
                  <a:pt x="583" y="135"/>
                  <a:pt x="583" y="135"/>
                  <a:pt x="583" y="135"/>
                </a:cubicBezTo>
                <a:cubicBezTo>
                  <a:pt x="583" y="135"/>
                  <a:pt x="583" y="135"/>
                  <a:pt x="583" y="135"/>
                </a:cubicBezTo>
                <a:cubicBezTo>
                  <a:pt x="584" y="135"/>
                  <a:pt x="585" y="134"/>
                  <a:pt x="586" y="133"/>
                </a:cubicBezTo>
                <a:cubicBezTo>
                  <a:pt x="587" y="133"/>
                  <a:pt x="587" y="133"/>
                  <a:pt x="587" y="133"/>
                </a:cubicBezTo>
                <a:cubicBezTo>
                  <a:pt x="588" y="131"/>
                  <a:pt x="588" y="128"/>
                  <a:pt x="586" y="127"/>
                </a:cubicBezTo>
                <a:cubicBezTo>
                  <a:pt x="585" y="126"/>
                  <a:pt x="583" y="125"/>
                  <a:pt x="581" y="127"/>
                </a:cubicBezTo>
                <a:cubicBezTo>
                  <a:pt x="581" y="127"/>
                  <a:pt x="581" y="127"/>
                  <a:pt x="581" y="127"/>
                </a:cubicBezTo>
                <a:cubicBezTo>
                  <a:pt x="580" y="128"/>
                  <a:pt x="580" y="128"/>
                  <a:pt x="580" y="128"/>
                </a:cubicBezTo>
                <a:cubicBezTo>
                  <a:pt x="578" y="129"/>
                  <a:pt x="579" y="132"/>
                  <a:pt x="580" y="134"/>
                </a:cubicBezTo>
                <a:cubicBezTo>
                  <a:pt x="580" y="134"/>
                  <a:pt x="581" y="134"/>
                  <a:pt x="581" y="134"/>
                </a:cubicBezTo>
                <a:close/>
                <a:moveTo>
                  <a:pt x="557" y="162"/>
                </a:moveTo>
                <a:cubicBezTo>
                  <a:pt x="558" y="162"/>
                  <a:pt x="559" y="161"/>
                  <a:pt x="560" y="160"/>
                </a:cubicBezTo>
                <a:cubicBezTo>
                  <a:pt x="561" y="159"/>
                  <a:pt x="561" y="159"/>
                  <a:pt x="561" y="159"/>
                </a:cubicBezTo>
                <a:cubicBezTo>
                  <a:pt x="562" y="158"/>
                  <a:pt x="562" y="155"/>
                  <a:pt x="561" y="154"/>
                </a:cubicBezTo>
                <a:cubicBezTo>
                  <a:pt x="559" y="152"/>
                  <a:pt x="557" y="152"/>
                  <a:pt x="555" y="154"/>
                </a:cubicBezTo>
                <a:cubicBezTo>
                  <a:pt x="554" y="155"/>
                  <a:pt x="554" y="155"/>
                  <a:pt x="554" y="155"/>
                </a:cubicBezTo>
                <a:cubicBezTo>
                  <a:pt x="553" y="156"/>
                  <a:pt x="553" y="159"/>
                  <a:pt x="554" y="160"/>
                </a:cubicBezTo>
                <a:cubicBezTo>
                  <a:pt x="555" y="161"/>
                  <a:pt x="556" y="162"/>
                  <a:pt x="557" y="162"/>
                </a:cubicBezTo>
                <a:close/>
                <a:moveTo>
                  <a:pt x="531" y="188"/>
                </a:moveTo>
                <a:cubicBezTo>
                  <a:pt x="531" y="188"/>
                  <a:pt x="531" y="188"/>
                  <a:pt x="531" y="188"/>
                </a:cubicBezTo>
                <a:cubicBezTo>
                  <a:pt x="531" y="188"/>
                  <a:pt x="531" y="188"/>
                  <a:pt x="531" y="188"/>
                </a:cubicBezTo>
                <a:cubicBezTo>
                  <a:pt x="532" y="188"/>
                  <a:pt x="534" y="188"/>
                  <a:pt x="534" y="187"/>
                </a:cubicBezTo>
                <a:cubicBezTo>
                  <a:pt x="535" y="186"/>
                  <a:pt x="535" y="186"/>
                  <a:pt x="535" y="186"/>
                </a:cubicBezTo>
                <a:cubicBezTo>
                  <a:pt x="537" y="185"/>
                  <a:pt x="537" y="182"/>
                  <a:pt x="535" y="181"/>
                </a:cubicBezTo>
                <a:cubicBezTo>
                  <a:pt x="533" y="179"/>
                  <a:pt x="531" y="179"/>
                  <a:pt x="529" y="181"/>
                </a:cubicBezTo>
                <a:cubicBezTo>
                  <a:pt x="529" y="182"/>
                  <a:pt x="529" y="182"/>
                  <a:pt x="529" y="182"/>
                </a:cubicBezTo>
                <a:cubicBezTo>
                  <a:pt x="527" y="183"/>
                  <a:pt x="527" y="186"/>
                  <a:pt x="529" y="187"/>
                </a:cubicBezTo>
                <a:cubicBezTo>
                  <a:pt x="529" y="188"/>
                  <a:pt x="530" y="188"/>
                  <a:pt x="531" y="188"/>
                </a:cubicBezTo>
                <a:close/>
                <a:moveTo>
                  <a:pt x="506" y="215"/>
                </a:moveTo>
                <a:cubicBezTo>
                  <a:pt x="506" y="215"/>
                  <a:pt x="507" y="215"/>
                  <a:pt x="507" y="215"/>
                </a:cubicBezTo>
                <a:cubicBezTo>
                  <a:pt x="508" y="215"/>
                  <a:pt x="508" y="214"/>
                  <a:pt x="509" y="214"/>
                </a:cubicBezTo>
                <a:cubicBezTo>
                  <a:pt x="509" y="213"/>
                  <a:pt x="509" y="213"/>
                  <a:pt x="509" y="213"/>
                </a:cubicBezTo>
                <a:cubicBezTo>
                  <a:pt x="511" y="212"/>
                  <a:pt x="511" y="209"/>
                  <a:pt x="509" y="207"/>
                </a:cubicBezTo>
                <a:cubicBezTo>
                  <a:pt x="509" y="207"/>
                  <a:pt x="508" y="207"/>
                  <a:pt x="507" y="207"/>
                </a:cubicBezTo>
                <a:cubicBezTo>
                  <a:pt x="506" y="206"/>
                  <a:pt x="505" y="207"/>
                  <a:pt x="504" y="208"/>
                </a:cubicBezTo>
                <a:cubicBezTo>
                  <a:pt x="503" y="208"/>
                  <a:pt x="503" y="208"/>
                  <a:pt x="503" y="208"/>
                </a:cubicBezTo>
                <a:cubicBezTo>
                  <a:pt x="501" y="210"/>
                  <a:pt x="501" y="213"/>
                  <a:pt x="503" y="214"/>
                </a:cubicBezTo>
                <a:cubicBezTo>
                  <a:pt x="504" y="215"/>
                  <a:pt x="505" y="215"/>
                  <a:pt x="506" y="215"/>
                </a:cubicBezTo>
                <a:close/>
                <a:moveTo>
                  <a:pt x="480" y="242"/>
                </a:moveTo>
                <a:cubicBezTo>
                  <a:pt x="480" y="242"/>
                  <a:pt x="480" y="242"/>
                  <a:pt x="480" y="242"/>
                </a:cubicBezTo>
                <a:cubicBezTo>
                  <a:pt x="480" y="242"/>
                  <a:pt x="480" y="242"/>
                  <a:pt x="480" y="242"/>
                </a:cubicBezTo>
                <a:cubicBezTo>
                  <a:pt x="481" y="242"/>
                  <a:pt x="482" y="242"/>
                  <a:pt x="483" y="241"/>
                </a:cubicBezTo>
                <a:cubicBezTo>
                  <a:pt x="484" y="240"/>
                  <a:pt x="484" y="240"/>
                  <a:pt x="484" y="240"/>
                </a:cubicBezTo>
                <a:cubicBezTo>
                  <a:pt x="485" y="238"/>
                  <a:pt x="485" y="236"/>
                  <a:pt x="484" y="234"/>
                </a:cubicBezTo>
                <a:cubicBezTo>
                  <a:pt x="482" y="233"/>
                  <a:pt x="479" y="233"/>
                  <a:pt x="478" y="234"/>
                </a:cubicBezTo>
                <a:cubicBezTo>
                  <a:pt x="477" y="235"/>
                  <a:pt x="477" y="235"/>
                  <a:pt x="477" y="235"/>
                </a:cubicBezTo>
                <a:cubicBezTo>
                  <a:pt x="476" y="237"/>
                  <a:pt x="476" y="239"/>
                  <a:pt x="477" y="241"/>
                </a:cubicBezTo>
                <a:cubicBezTo>
                  <a:pt x="478" y="242"/>
                  <a:pt x="479" y="242"/>
                  <a:pt x="480" y="242"/>
                </a:cubicBezTo>
                <a:close/>
                <a:moveTo>
                  <a:pt x="454" y="269"/>
                </a:moveTo>
                <a:cubicBezTo>
                  <a:pt x="454" y="269"/>
                  <a:pt x="454" y="269"/>
                  <a:pt x="454" y="269"/>
                </a:cubicBezTo>
                <a:cubicBezTo>
                  <a:pt x="454" y="269"/>
                  <a:pt x="454" y="269"/>
                  <a:pt x="454" y="269"/>
                </a:cubicBezTo>
                <a:cubicBezTo>
                  <a:pt x="455" y="269"/>
                  <a:pt x="456" y="269"/>
                  <a:pt x="457" y="268"/>
                </a:cubicBezTo>
                <a:cubicBezTo>
                  <a:pt x="458" y="267"/>
                  <a:pt x="458" y="267"/>
                  <a:pt x="458" y="267"/>
                </a:cubicBezTo>
                <a:cubicBezTo>
                  <a:pt x="459" y="265"/>
                  <a:pt x="459" y="263"/>
                  <a:pt x="458" y="261"/>
                </a:cubicBezTo>
                <a:cubicBezTo>
                  <a:pt x="456" y="260"/>
                  <a:pt x="454" y="260"/>
                  <a:pt x="452" y="261"/>
                </a:cubicBezTo>
                <a:cubicBezTo>
                  <a:pt x="451" y="262"/>
                  <a:pt x="451" y="262"/>
                  <a:pt x="451" y="262"/>
                </a:cubicBezTo>
                <a:cubicBezTo>
                  <a:pt x="450" y="264"/>
                  <a:pt x="450" y="266"/>
                  <a:pt x="451" y="268"/>
                </a:cubicBezTo>
                <a:cubicBezTo>
                  <a:pt x="452" y="269"/>
                  <a:pt x="453" y="269"/>
                  <a:pt x="454" y="269"/>
                </a:cubicBezTo>
                <a:close/>
                <a:moveTo>
                  <a:pt x="429" y="296"/>
                </a:moveTo>
                <a:cubicBezTo>
                  <a:pt x="430" y="296"/>
                  <a:pt x="431" y="295"/>
                  <a:pt x="431" y="295"/>
                </a:cubicBezTo>
                <a:cubicBezTo>
                  <a:pt x="432" y="294"/>
                  <a:pt x="432" y="294"/>
                  <a:pt x="432" y="294"/>
                </a:cubicBezTo>
                <a:cubicBezTo>
                  <a:pt x="434" y="292"/>
                  <a:pt x="434" y="290"/>
                  <a:pt x="432" y="288"/>
                </a:cubicBezTo>
                <a:cubicBezTo>
                  <a:pt x="431" y="287"/>
                  <a:pt x="428" y="287"/>
                  <a:pt x="426" y="288"/>
                </a:cubicBezTo>
                <a:cubicBezTo>
                  <a:pt x="426" y="289"/>
                  <a:pt x="426" y="289"/>
                  <a:pt x="426" y="289"/>
                </a:cubicBezTo>
                <a:cubicBezTo>
                  <a:pt x="424" y="291"/>
                  <a:pt x="424" y="293"/>
                  <a:pt x="426" y="295"/>
                </a:cubicBezTo>
                <a:cubicBezTo>
                  <a:pt x="427" y="295"/>
                  <a:pt x="428" y="296"/>
                  <a:pt x="429" y="296"/>
                </a:cubicBezTo>
                <a:close/>
                <a:moveTo>
                  <a:pt x="403" y="323"/>
                </a:moveTo>
                <a:cubicBezTo>
                  <a:pt x="403" y="323"/>
                  <a:pt x="403" y="323"/>
                  <a:pt x="403" y="323"/>
                </a:cubicBezTo>
                <a:cubicBezTo>
                  <a:pt x="403" y="323"/>
                  <a:pt x="403" y="323"/>
                  <a:pt x="403" y="323"/>
                </a:cubicBezTo>
                <a:cubicBezTo>
                  <a:pt x="404" y="323"/>
                  <a:pt x="405" y="322"/>
                  <a:pt x="406" y="321"/>
                </a:cubicBezTo>
                <a:cubicBezTo>
                  <a:pt x="407" y="321"/>
                  <a:pt x="407" y="321"/>
                  <a:pt x="407" y="321"/>
                </a:cubicBezTo>
                <a:cubicBezTo>
                  <a:pt x="408" y="319"/>
                  <a:pt x="408" y="316"/>
                  <a:pt x="406" y="315"/>
                </a:cubicBezTo>
                <a:cubicBezTo>
                  <a:pt x="405" y="313"/>
                  <a:pt x="402" y="313"/>
                  <a:pt x="401" y="315"/>
                </a:cubicBezTo>
                <a:cubicBezTo>
                  <a:pt x="400" y="316"/>
                  <a:pt x="400" y="316"/>
                  <a:pt x="400" y="316"/>
                </a:cubicBezTo>
                <a:cubicBezTo>
                  <a:pt x="398" y="318"/>
                  <a:pt x="398" y="320"/>
                  <a:pt x="400" y="322"/>
                </a:cubicBezTo>
                <a:cubicBezTo>
                  <a:pt x="401" y="322"/>
                  <a:pt x="402" y="323"/>
                  <a:pt x="403" y="323"/>
                </a:cubicBezTo>
                <a:close/>
                <a:moveTo>
                  <a:pt x="377" y="350"/>
                </a:moveTo>
                <a:cubicBezTo>
                  <a:pt x="378" y="350"/>
                  <a:pt x="379" y="349"/>
                  <a:pt x="380" y="348"/>
                </a:cubicBezTo>
                <a:cubicBezTo>
                  <a:pt x="381" y="347"/>
                  <a:pt x="381" y="347"/>
                  <a:pt x="381" y="347"/>
                </a:cubicBezTo>
                <a:cubicBezTo>
                  <a:pt x="382" y="346"/>
                  <a:pt x="382" y="343"/>
                  <a:pt x="381" y="342"/>
                </a:cubicBezTo>
                <a:cubicBezTo>
                  <a:pt x="379" y="340"/>
                  <a:pt x="377" y="340"/>
                  <a:pt x="375" y="342"/>
                </a:cubicBezTo>
                <a:cubicBezTo>
                  <a:pt x="374" y="343"/>
                  <a:pt x="374" y="343"/>
                  <a:pt x="374" y="343"/>
                </a:cubicBezTo>
                <a:cubicBezTo>
                  <a:pt x="373" y="344"/>
                  <a:pt x="373" y="347"/>
                  <a:pt x="374" y="348"/>
                </a:cubicBezTo>
                <a:cubicBezTo>
                  <a:pt x="375" y="349"/>
                  <a:pt x="376" y="350"/>
                  <a:pt x="377" y="350"/>
                </a:cubicBezTo>
                <a:close/>
                <a:moveTo>
                  <a:pt x="351" y="376"/>
                </a:moveTo>
                <a:cubicBezTo>
                  <a:pt x="351" y="376"/>
                  <a:pt x="351" y="376"/>
                  <a:pt x="351" y="376"/>
                </a:cubicBezTo>
                <a:cubicBezTo>
                  <a:pt x="351" y="376"/>
                  <a:pt x="351" y="376"/>
                  <a:pt x="351" y="376"/>
                </a:cubicBezTo>
                <a:cubicBezTo>
                  <a:pt x="352" y="376"/>
                  <a:pt x="353" y="376"/>
                  <a:pt x="354" y="375"/>
                </a:cubicBezTo>
                <a:cubicBezTo>
                  <a:pt x="355" y="374"/>
                  <a:pt x="355" y="374"/>
                  <a:pt x="355" y="374"/>
                </a:cubicBezTo>
                <a:cubicBezTo>
                  <a:pt x="357" y="373"/>
                  <a:pt x="357" y="370"/>
                  <a:pt x="355" y="369"/>
                </a:cubicBezTo>
                <a:cubicBezTo>
                  <a:pt x="353" y="367"/>
                  <a:pt x="351" y="367"/>
                  <a:pt x="349" y="369"/>
                </a:cubicBezTo>
                <a:cubicBezTo>
                  <a:pt x="348" y="370"/>
                  <a:pt x="348" y="370"/>
                  <a:pt x="348" y="370"/>
                </a:cubicBezTo>
                <a:cubicBezTo>
                  <a:pt x="347" y="371"/>
                  <a:pt x="347" y="374"/>
                  <a:pt x="349" y="375"/>
                </a:cubicBezTo>
                <a:cubicBezTo>
                  <a:pt x="349" y="376"/>
                  <a:pt x="350" y="376"/>
                  <a:pt x="351" y="376"/>
                </a:cubicBezTo>
                <a:close/>
                <a:moveTo>
                  <a:pt x="323" y="402"/>
                </a:moveTo>
                <a:cubicBezTo>
                  <a:pt x="324" y="403"/>
                  <a:pt x="325" y="403"/>
                  <a:pt x="326" y="403"/>
                </a:cubicBezTo>
                <a:cubicBezTo>
                  <a:pt x="327" y="403"/>
                  <a:pt x="328" y="403"/>
                  <a:pt x="328" y="402"/>
                </a:cubicBezTo>
                <a:cubicBezTo>
                  <a:pt x="329" y="401"/>
                  <a:pt x="329" y="401"/>
                  <a:pt x="329" y="401"/>
                </a:cubicBezTo>
                <a:cubicBezTo>
                  <a:pt x="331" y="400"/>
                  <a:pt x="331" y="397"/>
                  <a:pt x="329" y="396"/>
                </a:cubicBezTo>
                <a:cubicBezTo>
                  <a:pt x="328" y="394"/>
                  <a:pt x="325" y="394"/>
                  <a:pt x="324" y="396"/>
                </a:cubicBezTo>
                <a:cubicBezTo>
                  <a:pt x="323" y="397"/>
                  <a:pt x="323" y="397"/>
                  <a:pt x="323" y="397"/>
                </a:cubicBezTo>
                <a:cubicBezTo>
                  <a:pt x="323" y="397"/>
                  <a:pt x="323" y="397"/>
                  <a:pt x="323" y="397"/>
                </a:cubicBezTo>
                <a:cubicBezTo>
                  <a:pt x="321" y="398"/>
                  <a:pt x="321" y="400"/>
                  <a:pt x="323" y="402"/>
                </a:cubicBezTo>
                <a:cubicBezTo>
                  <a:pt x="323" y="402"/>
                  <a:pt x="323" y="402"/>
                  <a:pt x="323" y="402"/>
                </a:cubicBezTo>
                <a:close/>
                <a:moveTo>
                  <a:pt x="300" y="430"/>
                </a:moveTo>
                <a:cubicBezTo>
                  <a:pt x="301" y="430"/>
                  <a:pt x="302" y="430"/>
                  <a:pt x="303" y="429"/>
                </a:cubicBezTo>
                <a:cubicBezTo>
                  <a:pt x="304" y="428"/>
                  <a:pt x="304" y="428"/>
                  <a:pt x="304" y="428"/>
                </a:cubicBezTo>
                <a:cubicBezTo>
                  <a:pt x="305" y="426"/>
                  <a:pt x="305" y="424"/>
                  <a:pt x="303" y="422"/>
                </a:cubicBezTo>
                <a:cubicBezTo>
                  <a:pt x="302" y="421"/>
                  <a:pt x="299" y="421"/>
                  <a:pt x="298" y="423"/>
                </a:cubicBezTo>
                <a:cubicBezTo>
                  <a:pt x="297" y="423"/>
                  <a:pt x="297" y="423"/>
                  <a:pt x="297" y="423"/>
                </a:cubicBezTo>
                <a:cubicBezTo>
                  <a:pt x="295" y="425"/>
                  <a:pt x="296" y="428"/>
                  <a:pt x="297" y="429"/>
                </a:cubicBezTo>
                <a:cubicBezTo>
                  <a:pt x="298" y="430"/>
                  <a:pt x="299" y="430"/>
                  <a:pt x="300" y="430"/>
                </a:cubicBezTo>
                <a:close/>
                <a:moveTo>
                  <a:pt x="274" y="457"/>
                </a:moveTo>
                <a:cubicBezTo>
                  <a:pt x="274" y="457"/>
                  <a:pt x="274" y="457"/>
                  <a:pt x="274" y="457"/>
                </a:cubicBezTo>
                <a:cubicBezTo>
                  <a:pt x="274" y="457"/>
                  <a:pt x="274" y="457"/>
                  <a:pt x="274" y="457"/>
                </a:cubicBezTo>
                <a:cubicBezTo>
                  <a:pt x="275" y="457"/>
                  <a:pt x="276" y="457"/>
                  <a:pt x="277" y="456"/>
                </a:cubicBezTo>
                <a:cubicBezTo>
                  <a:pt x="278" y="455"/>
                  <a:pt x="278" y="455"/>
                  <a:pt x="278" y="455"/>
                </a:cubicBezTo>
                <a:cubicBezTo>
                  <a:pt x="279" y="453"/>
                  <a:pt x="279" y="451"/>
                  <a:pt x="278" y="449"/>
                </a:cubicBezTo>
                <a:cubicBezTo>
                  <a:pt x="276" y="448"/>
                  <a:pt x="274" y="448"/>
                  <a:pt x="272" y="449"/>
                </a:cubicBezTo>
                <a:cubicBezTo>
                  <a:pt x="271" y="450"/>
                  <a:pt x="271" y="450"/>
                  <a:pt x="271" y="450"/>
                </a:cubicBezTo>
                <a:cubicBezTo>
                  <a:pt x="270" y="452"/>
                  <a:pt x="270" y="454"/>
                  <a:pt x="271" y="456"/>
                </a:cubicBezTo>
                <a:cubicBezTo>
                  <a:pt x="272" y="457"/>
                  <a:pt x="273" y="457"/>
                  <a:pt x="274" y="457"/>
                </a:cubicBezTo>
                <a:close/>
                <a:moveTo>
                  <a:pt x="249" y="475"/>
                </a:moveTo>
                <a:cubicBezTo>
                  <a:pt x="248" y="475"/>
                  <a:pt x="247" y="476"/>
                  <a:pt x="246" y="476"/>
                </a:cubicBezTo>
                <a:cubicBezTo>
                  <a:pt x="246" y="477"/>
                  <a:pt x="246" y="477"/>
                  <a:pt x="246" y="477"/>
                </a:cubicBezTo>
                <a:cubicBezTo>
                  <a:pt x="244" y="479"/>
                  <a:pt x="244" y="481"/>
                  <a:pt x="246" y="483"/>
                </a:cubicBezTo>
                <a:cubicBezTo>
                  <a:pt x="246" y="484"/>
                  <a:pt x="247" y="484"/>
                  <a:pt x="248" y="484"/>
                </a:cubicBezTo>
                <a:cubicBezTo>
                  <a:pt x="248" y="484"/>
                  <a:pt x="249" y="484"/>
                  <a:pt x="249" y="484"/>
                </a:cubicBezTo>
                <a:cubicBezTo>
                  <a:pt x="250" y="484"/>
                  <a:pt x="251" y="483"/>
                  <a:pt x="251" y="483"/>
                </a:cubicBezTo>
                <a:cubicBezTo>
                  <a:pt x="252" y="482"/>
                  <a:pt x="252" y="482"/>
                  <a:pt x="252" y="482"/>
                </a:cubicBezTo>
                <a:cubicBezTo>
                  <a:pt x="254" y="480"/>
                  <a:pt x="254" y="478"/>
                  <a:pt x="252" y="476"/>
                </a:cubicBezTo>
                <a:cubicBezTo>
                  <a:pt x="251" y="475"/>
                  <a:pt x="250" y="475"/>
                  <a:pt x="249" y="475"/>
                </a:cubicBezTo>
                <a:close/>
                <a:moveTo>
                  <a:pt x="221" y="503"/>
                </a:moveTo>
                <a:cubicBezTo>
                  <a:pt x="220" y="504"/>
                  <a:pt x="220" y="504"/>
                  <a:pt x="220" y="504"/>
                </a:cubicBezTo>
                <a:cubicBezTo>
                  <a:pt x="218" y="506"/>
                  <a:pt x="218" y="508"/>
                  <a:pt x="220" y="510"/>
                </a:cubicBezTo>
                <a:cubicBezTo>
                  <a:pt x="221" y="510"/>
                  <a:pt x="222" y="511"/>
                  <a:pt x="223" y="511"/>
                </a:cubicBezTo>
                <a:cubicBezTo>
                  <a:pt x="223" y="511"/>
                  <a:pt x="223" y="511"/>
                  <a:pt x="223" y="511"/>
                </a:cubicBezTo>
                <a:cubicBezTo>
                  <a:pt x="223" y="511"/>
                  <a:pt x="223" y="511"/>
                  <a:pt x="223" y="511"/>
                </a:cubicBezTo>
                <a:cubicBezTo>
                  <a:pt x="224" y="511"/>
                  <a:pt x="225" y="510"/>
                  <a:pt x="226" y="510"/>
                </a:cubicBezTo>
                <a:cubicBezTo>
                  <a:pt x="226" y="509"/>
                  <a:pt x="226" y="509"/>
                  <a:pt x="226" y="509"/>
                </a:cubicBezTo>
                <a:cubicBezTo>
                  <a:pt x="228" y="507"/>
                  <a:pt x="228" y="505"/>
                  <a:pt x="226" y="503"/>
                </a:cubicBezTo>
                <a:cubicBezTo>
                  <a:pt x="225" y="502"/>
                  <a:pt x="222" y="502"/>
                  <a:pt x="221" y="503"/>
                </a:cubicBezTo>
                <a:close/>
                <a:moveTo>
                  <a:pt x="195" y="530"/>
                </a:moveTo>
                <a:cubicBezTo>
                  <a:pt x="194" y="531"/>
                  <a:pt x="194" y="531"/>
                  <a:pt x="194" y="531"/>
                </a:cubicBezTo>
                <a:cubicBezTo>
                  <a:pt x="193" y="532"/>
                  <a:pt x="193" y="535"/>
                  <a:pt x="194" y="537"/>
                </a:cubicBezTo>
                <a:cubicBezTo>
                  <a:pt x="195" y="537"/>
                  <a:pt x="196" y="538"/>
                  <a:pt x="197" y="538"/>
                </a:cubicBezTo>
                <a:cubicBezTo>
                  <a:pt x="198" y="538"/>
                  <a:pt x="199" y="537"/>
                  <a:pt x="200" y="536"/>
                </a:cubicBezTo>
                <a:cubicBezTo>
                  <a:pt x="201" y="536"/>
                  <a:pt x="201" y="536"/>
                  <a:pt x="201" y="536"/>
                </a:cubicBezTo>
                <a:cubicBezTo>
                  <a:pt x="202" y="534"/>
                  <a:pt x="202" y="531"/>
                  <a:pt x="201" y="530"/>
                </a:cubicBezTo>
                <a:cubicBezTo>
                  <a:pt x="199" y="528"/>
                  <a:pt x="196" y="528"/>
                  <a:pt x="195" y="530"/>
                </a:cubicBezTo>
                <a:close/>
                <a:moveTo>
                  <a:pt x="175" y="557"/>
                </a:moveTo>
                <a:cubicBezTo>
                  <a:pt x="173" y="555"/>
                  <a:pt x="171" y="555"/>
                  <a:pt x="169" y="557"/>
                </a:cubicBezTo>
                <a:cubicBezTo>
                  <a:pt x="168" y="558"/>
                  <a:pt x="168" y="558"/>
                  <a:pt x="168" y="558"/>
                </a:cubicBezTo>
                <a:cubicBezTo>
                  <a:pt x="167" y="559"/>
                  <a:pt x="167" y="562"/>
                  <a:pt x="168" y="563"/>
                </a:cubicBezTo>
                <a:cubicBezTo>
                  <a:pt x="169" y="564"/>
                  <a:pt x="170" y="565"/>
                  <a:pt x="171" y="565"/>
                </a:cubicBezTo>
                <a:cubicBezTo>
                  <a:pt x="172" y="565"/>
                  <a:pt x="173" y="564"/>
                  <a:pt x="174" y="563"/>
                </a:cubicBezTo>
                <a:cubicBezTo>
                  <a:pt x="175" y="563"/>
                  <a:pt x="175" y="563"/>
                  <a:pt x="175" y="563"/>
                </a:cubicBezTo>
                <a:cubicBezTo>
                  <a:pt x="175" y="562"/>
                  <a:pt x="175" y="562"/>
                  <a:pt x="175" y="562"/>
                </a:cubicBezTo>
                <a:cubicBezTo>
                  <a:pt x="176" y="561"/>
                  <a:pt x="176" y="558"/>
                  <a:pt x="175" y="557"/>
                </a:cubicBezTo>
                <a:cubicBezTo>
                  <a:pt x="175" y="557"/>
                  <a:pt x="175" y="557"/>
                  <a:pt x="175" y="557"/>
                </a:cubicBezTo>
                <a:close/>
                <a:moveTo>
                  <a:pt x="143" y="584"/>
                </a:moveTo>
                <a:cubicBezTo>
                  <a:pt x="143" y="585"/>
                  <a:pt x="143" y="585"/>
                  <a:pt x="143" y="585"/>
                </a:cubicBezTo>
                <a:cubicBezTo>
                  <a:pt x="141" y="586"/>
                  <a:pt x="141" y="589"/>
                  <a:pt x="143" y="590"/>
                </a:cubicBezTo>
                <a:cubicBezTo>
                  <a:pt x="144" y="591"/>
                  <a:pt x="144" y="591"/>
                  <a:pt x="145" y="591"/>
                </a:cubicBezTo>
                <a:cubicBezTo>
                  <a:pt x="145" y="591"/>
                  <a:pt x="145" y="591"/>
                  <a:pt x="146" y="591"/>
                </a:cubicBezTo>
                <a:cubicBezTo>
                  <a:pt x="146" y="591"/>
                  <a:pt x="146" y="591"/>
                  <a:pt x="146" y="591"/>
                </a:cubicBezTo>
                <a:cubicBezTo>
                  <a:pt x="147" y="591"/>
                  <a:pt x="148" y="591"/>
                  <a:pt x="148" y="590"/>
                </a:cubicBezTo>
                <a:cubicBezTo>
                  <a:pt x="149" y="589"/>
                  <a:pt x="149" y="589"/>
                  <a:pt x="149" y="589"/>
                </a:cubicBezTo>
                <a:cubicBezTo>
                  <a:pt x="151" y="588"/>
                  <a:pt x="151" y="585"/>
                  <a:pt x="149" y="584"/>
                </a:cubicBezTo>
                <a:cubicBezTo>
                  <a:pt x="148" y="582"/>
                  <a:pt x="145" y="582"/>
                  <a:pt x="143" y="584"/>
                </a:cubicBezTo>
                <a:close/>
                <a:moveTo>
                  <a:pt x="118" y="611"/>
                </a:moveTo>
                <a:cubicBezTo>
                  <a:pt x="117" y="612"/>
                  <a:pt x="117" y="612"/>
                  <a:pt x="117" y="612"/>
                </a:cubicBezTo>
                <a:cubicBezTo>
                  <a:pt x="115" y="613"/>
                  <a:pt x="115" y="616"/>
                  <a:pt x="117" y="617"/>
                </a:cubicBezTo>
                <a:cubicBezTo>
                  <a:pt x="118" y="618"/>
                  <a:pt x="119" y="618"/>
                  <a:pt x="120" y="618"/>
                </a:cubicBezTo>
                <a:cubicBezTo>
                  <a:pt x="121" y="618"/>
                  <a:pt x="122" y="618"/>
                  <a:pt x="123" y="617"/>
                </a:cubicBezTo>
                <a:cubicBezTo>
                  <a:pt x="123" y="616"/>
                  <a:pt x="123" y="616"/>
                  <a:pt x="123" y="616"/>
                </a:cubicBezTo>
                <a:cubicBezTo>
                  <a:pt x="125" y="615"/>
                  <a:pt x="125" y="612"/>
                  <a:pt x="123" y="611"/>
                </a:cubicBezTo>
                <a:cubicBezTo>
                  <a:pt x="122" y="609"/>
                  <a:pt x="119" y="609"/>
                  <a:pt x="118" y="611"/>
                </a:cubicBezTo>
                <a:close/>
                <a:moveTo>
                  <a:pt x="92" y="638"/>
                </a:moveTo>
                <a:cubicBezTo>
                  <a:pt x="91" y="638"/>
                  <a:pt x="91" y="638"/>
                  <a:pt x="91" y="638"/>
                </a:cubicBezTo>
                <a:cubicBezTo>
                  <a:pt x="90" y="640"/>
                  <a:pt x="90" y="643"/>
                  <a:pt x="91" y="644"/>
                </a:cubicBezTo>
                <a:cubicBezTo>
                  <a:pt x="92" y="645"/>
                  <a:pt x="93" y="645"/>
                  <a:pt x="94" y="645"/>
                </a:cubicBezTo>
                <a:cubicBezTo>
                  <a:pt x="94" y="645"/>
                  <a:pt x="94" y="645"/>
                  <a:pt x="94" y="645"/>
                </a:cubicBezTo>
                <a:cubicBezTo>
                  <a:pt x="94" y="645"/>
                  <a:pt x="94" y="645"/>
                  <a:pt x="94" y="645"/>
                </a:cubicBezTo>
                <a:cubicBezTo>
                  <a:pt x="95" y="645"/>
                  <a:pt x="96" y="645"/>
                  <a:pt x="97" y="644"/>
                </a:cubicBezTo>
                <a:cubicBezTo>
                  <a:pt x="98" y="643"/>
                  <a:pt x="98" y="643"/>
                  <a:pt x="98" y="643"/>
                </a:cubicBezTo>
                <a:cubicBezTo>
                  <a:pt x="99" y="641"/>
                  <a:pt x="99" y="639"/>
                  <a:pt x="98" y="637"/>
                </a:cubicBezTo>
                <a:cubicBezTo>
                  <a:pt x="96" y="636"/>
                  <a:pt x="94" y="636"/>
                  <a:pt x="92" y="638"/>
                </a:cubicBezTo>
                <a:close/>
                <a:moveTo>
                  <a:pt x="66" y="664"/>
                </a:moveTo>
                <a:cubicBezTo>
                  <a:pt x="65" y="665"/>
                  <a:pt x="65" y="665"/>
                  <a:pt x="65" y="665"/>
                </a:cubicBezTo>
                <a:cubicBezTo>
                  <a:pt x="64" y="667"/>
                  <a:pt x="64" y="669"/>
                  <a:pt x="66" y="671"/>
                </a:cubicBezTo>
                <a:cubicBezTo>
                  <a:pt x="66" y="672"/>
                  <a:pt x="67" y="672"/>
                  <a:pt x="68" y="672"/>
                </a:cubicBezTo>
                <a:cubicBezTo>
                  <a:pt x="69" y="672"/>
                  <a:pt x="70" y="672"/>
                  <a:pt x="71" y="671"/>
                </a:cubicBezTo>
                <a:cubicBezTo>
                  <a:pt x="72" y="670"/>
                  <a:pt x="72" y="670"/>
                  <a:pt x="72" y="670"/>
                </a:cubicBezTo>
                <a:cubicBezTo>
                  <a:pt x="74" y="668"/>
                  <a:pt x="74" y="666"/>
                  <a:pt x="72" y="664"/>
                </a:cubicBezTo>
                <a:cubicBezTo>
                  <a:pt x="70" y="663"/>
                  <a:pt x="68" y="663"/>
                  <a:pt x="66" y="664"/>
                </a:cubicBezTo>
                <a:close/>
                <a:moveTo>
                  <a:pt x="41" y="691"/>
                </a:moveTo>
                <a:cubicBezTo>
                  <a:pt x="40" y="692"/>
                  <a:pt x="40" y="692"/>
                  <a:pt x="40" y="692"/>
                </a:cubicBezTo>
                <a:cubicBezTo>
                  <a:pt x="38" y="694"/>
                  <a:pt x="38" y="696"/>
                  <a:pt x="40" y="698"/>
                </a:cubicBezTo>
                <a:cubicBezTo>
                  <a:pt x="41" y="699"/>
                  <a:pt x="42" y="699"/>
                  <a:pt x="43" y="699"/>
                </a:cubicBezTo>
                <a:cubicBezTo>
                  <a:pt x="44" y="699"/>
                  <a:pt x="45" y="698"/>
                  <a:pt x="45" y="698"/>
                </a:cubicBezTo>
                <a:cubicBezTo>
                  <a:pt x="46" y="697"/>
                  <a:pt x="46" y="697"/>
                  <a:pt x="46" y="697"/>
                </a:cubicBezTo>
                <a:cubicBezTo>
                  <a:pt x="48" y="695"/>
                  <a:pt x="48" y="693"/>
                  <a:pt x="46" y="691"/>
                </a:cubicBezTo>
                <a:cubicBezTo>
                  <a:pt x="45" y="690"/>
                  <a:pt x="42" y="690"/>
                  <a:pt x="41" y="691"/>
                </a:cubicBezTo>
                <a:close/>
                <a:moveTo>
                  <a:pt x="15" y="718"/>
                </a:moveTo>
                <a:cubicBezTo>
                  <a:pt x="14" y="719"/>
                  <a:pt x="14" y="719"/>
                  <a:pt x="14" y="719"/>
                </a:cubicBezTo>
                <a:cubicBezTo>
                  <a:pt x="12" y="721"/>
                  <a:pt x="13" y="723"/>
                  <a:pt x="14" y="725"/>
                </a:cubicBezTo>
                <a:cubicBezTo>
                  <a:pt x="15" y="725"/>
                  <a:pt x="16" y="726"/>
                  <a:pt x="17" y="726"/>
                </a:cubicBezTo>
                <a:cubicBezTo>
                  <a:pt x="17" y="726"/>
                  <a:pt x="17" y="726"/>
                  <a:pt x="17" y="726"/>
                </a:cubicBezTo>
                <a:cubicBezTo>
                  <a:pt x="17" y="726"/>
                  <a:pt x="17" y="726"/>
                  <a:pt x="17" y="726"/>
                </a:cubicBezTo>
                <a:cubicBezTo>
                  <a:pt x="18" y="726"/>
                  <a:pt x="19" y="725"/>
                  <a:pt x="20" y="725"/>
                </a:cubicBezTo>
                <a:cubicBezTo>
                  <a:pt x="21" y="724"/>
                  <a:pt x="21" y="724"/>
                  <a:pt x="21" y="724"/>
                </a:cubicBezTo>
                <a:cubicBezTo>
                  <a:pt x="22" y="722"/>
                  <a:pt x="22" y="720"/>
                  <a:pt x="20" y="718"/>
                </a:cubicBezTo>
                <a:cubicBezTo>
                  <a:pt x="19" y="716"/>
                  <a:pt x="16" y="717"/>
                  <a:pt x="15" y="718"/>
                </a:cubicBezTo>
                <a:close/>
                <a:moveTo>
                  <a:pt x="750" y="45"/>
                </a:moveTo>
                <a:cubicBezTo>
                  <a:pt x="750" y="45"/>
                  <a:pt x="751" y="45"/>
                  <a:pt x="751" y="45"/>
                </a:cubicBezTo>
                <a:cubicBezTo>
                  <a:pt x="752" y="45"/>
                  <a:pt x="753" y="45"/>
                  <a:pt x="754" y="44"/>
                </a:cubicBezTo>
                <a:cubicBezTo>
                  <a:pt x="755" y="43"/>
                  <a:pt x="755" y="43"/>
                  <a:pt x="755" y="43"/>
                </a:cubicBezTo>
                <a:cubicBezTo>
                  <a:pt x="756" y="41"/>
                  <a:pt x="756" y="39"/>
                  <a:pt x="755" y="37"/>
                </a:cubicBezTo>
                <a:cubicBezTo>
                  <a:pt x="753" y="36"/>
                  <a:pt x="752" y="36"/>
                  <a:pt x="750" y="37"/>
                </a:cubicBezTo>
                <a:cubicBezTo>
                  <a:pt x="750" y="37"/>
                  <a:pt x="749" y="37"/>
                  <a:pt x="749" y="37"/>
                </a:cubicBezTo>
                <a:cubicBezTo>
                  <a:pt x="748" y="38"/>
                  <a:pt x="748" y="38"/>
                  <a:pt x="748" y="38"/>
                </a:cubicBezTo>
                <a:cubicBezTo>
                  <a:pt x="747" y="40"/>
                  <a:pt x="747" y="42"/>
                  <a:pt x="748" y="44"/>
                </a:cubicBezTo>
                <a:cubicBezTo>
                  <a:pt x="749" y="44"/>
                  <a:pt x="749" y="45"/>
                  <a:pt x="750" y="45"/>
                </a:cubicBezTo>
                <a:close/>
                <a:moveTo>
                  <a:pt x="725" y="72"/>
                </a:moveTo>
                <a:cubicBezTo>
                  <a:pt x="726" y="72"/>
                  <a:pt x="727" y="72"/>
                  <a:pt x="728" y="71"/>
                </a:cubicBezTo>
                <a:cubicBezTo>
                  <a:pt x="729" y="70"/>
                  <a:pt x="729" y="70"/>
                  <a:pt x="729" y="70"/>
                </a:cubicBezTo>
                <a:cubicBezTo>
                  <a:pt x="731" y="68"/>
                  <a:pt x="730" y="66"/>
                  <a:pt x="729" y="64"/>
                </a:cubicBezTo>
                <a:cubicBezTo>
                  <a:pt x="727" y="63"/>
                  <a:pt x="725" y="63"/>
                  <a:pt x="723" y="64"/>
                </a:cubicBezTo>
                <a:cubicBezTo>
                  <a:pt x="722" y="65"/>
                  <a:pt x="722" y="65"/>
                  <a:pt x="722" y="65"/>
                </a:cubicBezTo>
                <a:cubicBezTo>
                  <a:pt x="721" y="67"/>
                  <a:pt x="721" y="69"/>
                  <a:pt x="723" y="71"/>
                </a:cubicBezTo>
                <a:cubicBezTo>
                  <a:pt x="723" y="72"/>
                  <a:pt x="724" y="72"/>
                  <a:pt x="725" y="72"/>
                </a:cubicBezTo>
                <a:close/>
                <a:moveTo>
                  <a:pt x="700" y="99"/>
                </a:moveTo>
                <a:cubicBezTo>
                  <a:pt x="701" y="99"/>
                  <a:pt x="702" y="98"/>
                  <a:pt x="702" y="98"/>
                </a:cubicBezTo>
                <a:cubicBezTo>
                  <a:pt x="703" y="97"/>
                  <a:pt x="703" y="97"/>
                  <a:pt x="703" y="97"/>
                </a:cubicBezTo>
                <a:cubicBezTo>
                  <a:pt x="705" y="95"/>
                  <a:pt x="705" y="93"/>
                  <a:pt x="703" y="91"/>
                </a:cubicBezTo>
                <a:cubicBezTo>
                  <a:pt x="702" y="90"/>
                  <a:pt x="699" y="90"/>
                  <a:pt x="698" y="91"/>
                </a:cubicBezTo>
                <a:cubicBezTo>
                  <a:pt x="697" y="92"/>
                  <a:pt x="697" y="92"/>
                  <a:pt x="697" y="92"/>
                </a:cubicBezTo>
                <a:cubicBezTo>
                  <a:pt x="695" y="94"/>
                  <a:pt x="695" y="96"/>
                  <a:pt x="697" y="98"/>
                </a:cubicBezTo>
                <a:cubicBezTo>
                  <a:pt x="698" y="98"/>
                  <a:pt x="699" y="99"/>
                  <a:pt x="700" y="99"/>
                </a:cubicBezTo>
                <a:close/>
                <a:moveTo>
                  <a:pt x="674" y="126"/>
                </a:moveTo>
                <a:cubicBezTo>
                  <a:pt x="674" y="126"/>
                  <a:pt x="674" y="126"/>
                  <a:pt x="674" y="126"/>
                </a:cubicBezTo>
                <a:cubicBezTo>
                  <a:pt x="674" y="126"/>
                  <a:pt x="674" y="126"/>
                  <a:pt x="674" y="126"/>
                </a:cubicBezTo>
                <a:cubicBezTo>
                  <a:pt x="674" y="126"/>
                  <a:pt x="674" y="126"/>
                  <a:pt x="674" y="126"/>
                </a:cubicBezTo>
                <a:cubicBezTo>
                  <a:pt x="675" y="125"/>
                  <a:pt x="676" y="125"/>
                  <a:pt x="677" y="124"/>
                </a:cubicBezTo>
                <a:cubicBezTo>
                  <a:pt x="678" y="124"/>
                  <a:pt x="678" y="124"/>
                  <a:pt x="678" y="124"/>
                </a:cubicBezTo>
                <a:cubicBezTo>
                  <a:pt x="679" y="122"/>
                  <a:pt x="679" y="119"/>
                  <a:pt x="677" y="118"/>
                </a:cubicBezTo>
                <a:cubicBezTo>
                  <a:pt x="677" y="117"/>
                  <a:pt x="676" y="117"/>
                  <a:pt x="674" y="117"/>
                </a:cubicBezTo>
                <a:cubicBezTo>
                  <a:pt x="673" y="117"/>
                  <a:pt x="673" y="117"/>
                  <a:pt x="672" y="118"/>
                </a:cubicBezTo>
                <a:cubicBezTo>
                  <a:pt x="671" y="119"/>
                  <a:pt x="671" y="119"/>
                  <a:pt x="671" y="119"/>
                </a:cubicBezTo>
                <a:cubicBezTo>
                  <a:pt x="669" y="121"/>
                  <a:pt x="669" y="123"/>
                  <a:pt x="671" y="125"/>
                </a:cubicBezTo>
                <a:cubicBezTo>
                  <a:pt x="672" y="125"/>
                  <a:pt x="673" y="126"/>
                  <a:pt x="674" y="126"/>
                </a:cubicBezTo>
                <a:close/>
                <a:moveTo>
                  <a:pt x="648" y="153"/>
                </a:moveTo>
                <a:cubicBezTo>
                  <a:pt x="648" y="153"/>
                  <a:pt x="648" y="153"/>
                  <a:pt x="648" y="153"/>
                </a:cubicBezTo>
                <a:cubicBezTo>
                  <a:pt x="648" y="153"/>
                  <a:pt x="648" y="153"/>
                  <a:pt x="648" y="153"/>
                </a:cubicBezTo>
                <a:cubicBezTo>
                  <a:pt x="649" y="153"/>
                  <a:pt x="650" y="152"/>
                  <a:pt x="651" y="151"/>
                </a:cubicBezTo>
                <a:cubicBezTo>
                  <a:pt x="652" y="150"/>
                  <a:pt x="652" y="150"/>
                  <a:pt x="652" y="150"/>
                </a:cubicBezTo>
                <a:cubicBezTo>
                  <a:pt x="653" y="149"/>
                  <a:pt x="653" y="146"/>
                  <a:pt x="652" y="145"/>
                </a:cubicBezTo>
                <a:cubicBezTo>
                  <a:pt x="650" y="143"/>
                  <a:pt x="648" y="143"/>
                  <a:pt x="646" y="145"/>
                </a:cubicBezTo>
                <a:cubicBezTo>
                  <a:pt x="645" y="146"/>
                  <a:pt x="645" y="146"/>
                  <a:pt x="645" y="146"/>
                </a:cubicBezTo>
                <a:cubicBezTo>
                  <a:pt x="644" y="147"/>
                  <a:pt x="644" y="150"/>
                  <a:pt x="645" y="151"/>
                </a:cubicBezTo>
                <a:cubicBezTo>
                  <a:pt x="646" y="152"/>
                  <a:pt x="647" y="153"/>
                  <a:pt x="648" y="153"/>
                </a:cubicBezTo>
                <a:close/>
                <a:moveTo>
                  <a:pt x="622" y="179"/>
                </a:moveTo>
                <a:cubicBezTo>
                  <a:pt x="623" y="179"/>
                  <a:pt x="625" y="179"/>
                  <a:pt x="625" y="178"/>
                </a:cubicBezTo>
                <a:cubicBezTo>
                  <a:pt x="626" y="177"/>
                  <a:pt x="626" y="177"/>
                  <a:pt x="626" y="177"/>
                </a:cubicBezTo>
                <a:cubicBezTo>
                  <a:pt x="628" y="176"/>
                  <a:pt x="628" y="173"/>
                  <a:pt x="626" y="172"/>
                </a:cubicBezTo>
                <a:cubicBezTo>
                  <a:pt x="624" y="170"/>
                  <a:pt x="622" y="170"/>
                  <a:pt x="620" y="172"/>
                </a:cubicBezTo>
                <a:cubicBezTo>
                  <a:pt x="620" y="173"/>
                  <a:pt x="620" y="173"/>
                  <a:pt x="620" y="173"/>
                </a:cubicBezTo>
                <a:cubicBezTo>
                  <a:pt x="618" y="174"/>
                  <a:pt x="618" y="177"/>
                  <a:pt x="620" y="178"/>
                </a:cubicBezTo>
                <a:cubicBezTo>
                  <a:pt x="620" y="179"/>
                  <a:pt x="621" y="179"/>
                  <a:pt x="622" y="179"/>
                </a:cubicBezTo>
                <a:close/>
                <a:moveTo>
                  <a:pt x="597" y="206"/>
                </a:moveTo>
                <a:cubicBezTo>
                  <a:pt x="597" y="206"/>
                  <a:pt x="598" y="206"/>
                  <a:pt x="599" y="206"/>
                </a:cubicBezTo>
                <a:cubicBezTo>
                  <a:pt x="599" y="205"/>
                  <a:pt x="599" y="205"/>
                  <a:pt x="600" y="205"/>
                </a:cubicBezTo>
                <a:cubicBezTo>
                  <a:pt x="600" y="204"/>
                  <a:pt x="600" y="204"/>
                  <a:pt x="600" y="204"/>
                </a:cubicBezTo>
                <a:cubicBezTo>
                  <a:pt x="602" y="203"/>
                  <a:pt x="602" y="200"/>
                  <a:pt x="600" y="199"/>
                </a:cubicBezTo>
                <a:cubicBezTo>
                  <a:pt x="600" y="198"/>
                  <a:pt x="599" y="198"/>
                  <a:pt x="599" y="198"/>
                </a:cubicBezTo>
                <a:cubicBezTo>
                  <a:pt x="597" y="197"/>
                  <a:pt x="596" y="197"/>
                  <a:pt x="595" y="199"/>
                </a:cubicBezTo>
                <a:cubicBezTo>
                  <a:pt x="594" y="200"/>
                  <a:pt x="594" y="200"/>
                  <a:pt x="594" y="200"/>
                </a:cubicBezTo>
                <a:cubicBezTo>
                  <a:pt x="592" y="201"/>
                  <a:pt x="592" y="204"/>
                  <a:pt x="594" y="205"/>
                </a:cubicBezTo>
                <a:cubicBezTo>
                  <a:pt x="595" y="206"/>
                  <a:pt x="596" y="206"/>
                  <a:pt x="597" y="206"/>
                </a:cubicBezTo>
                <a:close/>
                <a:moveTo>
                  <a:pt x="569" y="226"/>
                </a:moveTo>
                <a:cubicBezTo>
                  <a:pt x="568" y="226"/>
                  <a:pt x="568" y="226"/>
                  <a:pt x="568" y="226"/>
                </a:cubicBezTo>
                <a:cubicBezTo>
                  <a:pt x="567" y="228"/>
                  <a:pt x="567" y="231"/>
                  <a:pt x="568" y="232"/>
                </a:cubicBezTo>
                <a:cubicBezTo>
                  <a:pt x="569" y="233"/>
                  <a:pt x="570" y="233"/>
                  <a:pt x="571" y="233"/>
                </a:cubicBezTo>
                <a:cubicBezTo>
                  <a:pt x="572" y="233"/>
                  <a:pt x="573" y="233"/>
                  <a:pt x="574" y="232"/>
                </a:cubicBezTo>
                <a:cubicBezTo>
                  <a:pt x="575" y="231"/>
                  <a:pt x="575" y="231"/>
                  <a:pt x="575" y="231"/>
                </a:cubicBezTo>
                <a:cubicBezTo>
                  <a:pt x="576" y="229"/>
                  <a:pt x="576" y="227"/>
                  <a:pt x="575" y="225"/>
                </a:cubicBezTo>
                <a:cubicBezTo>
                  <a:pt x="573" y="224"/>
                  <a:pt x="570" y="224"/>
                  <a:pt x="569" y="226"/>
                </a:cubicBezTo>
                <a:close/>
                <a:moveTo>
                  <a:pt x="543" y="252"/>
                </a:moveTo>
                <a:cubicBezTo>
                  <a:pt x="542" y="253"/>
                  <a:pt x="542" y="253"/>
                  <a:pt x="542" y="253"/>
                </a:cubicBezTo>
                <a:cubicBezTo>
                  <a:pt x="541" y="255"/>
                  <a:pt x="541" y="257"/>
                  <a:pt x="542" y="259"/>
                </a:cubicBezTo>
                <a:cubicBezTo>
                  <a:pt x="543" y="260"/>
                  <a:pt x="544" y="260"/>
                  <a:pt x="545" y="260"/>
                </a:cubicBezTo>
                <a:cubicBezTo>
                  <a:pt x="545" y="260"/>
                  <a:pt x="545" y="260"/>
                  <a:pt x="545" y="260"/>
                </a:cubicBezTo>
                <a:cubicBezTo>
                  <a:pt x="545" y="260"/>
                  <a:pt x="545" y="260"/>
                  <a:pt x="545" y="260"/>
                </a:cubicBezTo>
                <a:cubicBezTo>
                  <a:pt x="546" y="260"/>
                  <a:pt x="547" y="260"/>
                  <a:pt x="548" y="259"/>
                </a:cubicBezTo>
                <a:cubicBezTo>
                  <a:pt x="549" y="258"/>
                  <a:pt x="549" y="258"/>
                  <a:pt x="549" y="258"/>
                </a:cubicBezTo>
                <a:cubicBezTo>
                  <a:pt x="550" y="256"/>
                  <a:pt x="550" y="254"/>
                  <a:pt x="549" y="252"/>
                </a:cubicBezTo>
                <a:cubicBezTo>
                  <a:pt x="547" y="251"/>
                  <a:pt x="545" y="251"/>
                  <a:pt x="543" y="252"/>
                </a:cubicBezTo>
                <a:close/>
                <a:moveTo>
                  <a:pt x="523" y="279"/>
                </a:moveTo>
                <a:cubicBezTo>
                  <a:pt x="522" y="278"/>
                  <a:pt x="519" y="278"/>
                  <a:pt x="517" y="279"/>
                </a:cubicBezTo>
                <a:cubicBezTo>
                  <a:pt x="517" y="280"/>
                  <a:pt x="517" y="280"/>
                  <a:pt x="517" y="280"/>
                </a:cubicBezTo>
                <a:cubicBezTo>
                  <a:pt x="515" y="282"/>
                  <a:pt x="515" y="284"/>
                  <a:pt x="517" y="286"/>
                </a:cubicBezTo>
                <a:cubicBezTo>
                  <a:pt x="518" y="287"/>
                  <a:pt x="518" y="287"/>
                  <a:pt x="519" y="287"/>
                </a:cubicBezTo>
                <a:cubicBezTo>
                  <a:pt x="519" y="287"/>
                  <a:pt x="519" y="287"/>
                  <a:pt x="520" y="287"/>
                </a:cubicBezTo>
                <a:cubicBezTo>
                  <a:pt x="520" y="287"/>
                  <a:pt x="520" y="287"/>
                  <a:pt x="520" y="287"/>
                </a:cubicBezTo>
                <a:cubicBezTo>
                  <a:pt x="521" y="287"/>
                  <a:pt x="522" y="286"/>
                  <a:pt x="522" y="286"/>
                </a:cubicBezTo>
                <a:cubicBezTo>
                  <a:pt x="523" y="285"/>
                  <a:pt x="523" y="285"/>
                  <a:pt x="523" y="285"/>
                </a:cubicBezTo>
                <a:cubicBezTo>
                  <a:pt x="523" y="285"/>
                  <a:pt x="523" y="285"/>
                  <a:pt x="523" y="285"/>
                </a:cubicBezTo>
                <a:cubicBezTo>
                  <a:pt x="525" y="283"/>
                  <a:pt x="525" y="281"/>
                  <a:pt x="523" y="279"/>
                </a:cubicBezTo>
                <a:cubicBezTo>
                  <a:pt x="523" y="279"/>
                  <a:pt x="523" y="279"/>
                  <a:pt x="523" y="279"/>
                </a:cubicBezTo>
                <a:close/>
                <a:moveTo>
                  <a:pt x="492" y="306"/>
                </a:moveTo>
                <a:cubicBezTo>
                  <a:pt x="491" y="307"/>
                  <a:pt x="491" y="307"/>
                  <a:pt x="491" y="307"/>
                </a:cubicBezTo>
                <a:cubicBezTo>
                  <a:pt x="489" y="309"/>
                  <a:pt x="489" y="311"/>
                  <a:pt x="491" y="313"/>
                </a:cubicBezTo>
                <a:cubicBezTo>
                  <a:pt x="492" y="313"/>
                  <a:pt x="493" y="314"/>
                  <a:pt x="494" y="314"/>
                </a:cubicBezTo>
                <a:cubicBezTo>
                  <a:pt x="495" y="314"/>
                  <a:pt x="496" y="313"/>
                  <a:pt x="497" y="313"/>
                </a:cubicBezTo>
                <a:cubicBezTo>
                  <a:pt x="498" y="312"/>
                  <a:pt x="498" y="312"/>
                  <a:pt x="498" y="312"/>
                </a:cubicBezTo>
                <a:cubicBezTo>
                  <a:pt x="499" y="310"/>
                  <a:pt x="499" y="308"/>
                  <a:pt x="497" y="306"/>
                </a:cubicBezTo>
                <a:cubicBezTo>
                  <a:pt x="496" y="305"/>
                  <a:pt x="493" y="305"/>
                  <a:pt x="492" y="306"/>
                </a:cubicBezTo>
                <a:close/>
                <a:moveTo>
                  <a:pt x="466" y="333"/>
                </a:moveTo>
                <a:cubicBezTo>
                  <a:pt x="465" y="334"/>
                  <a:pt x="465" y="334"/>
                  <a:pt x="465" y="334"/>
                </a:cubicBezTo>
                <a:cubicBezTo>
                  <a:pt x="464" y="335"/>
                  <a:pt x="464" y="338"/>
                  <a:pt x="465" y="340"/>
                </a:cubicBezTo>
                <a:cubicBezTo>
                  <a:pt x="466" y="340"/>
                  <a:pt x="467" y="341"/>
                  <a:pt x="468" y="341"/>
                </a:cubicBezTo>
                <a:cubicBezTo>
                  <a:pt x="469" y="341"/>
                  <a:pt x="470" y="340"/>
                  <a:pt x="471" y="339"/>
                </a:cubicBezTo>
                <a:cubicBezTo>
                  <a:pt x="472" y="339"/>
                  <a:pt x="472" y="339"/>
                  <a:pt x="472" y="339"/>
                </a:cubicBezTo>
                <a:cubicBezTo>
                  <a:pt x="473" y="337"/>
                  <a:pt x="473" y="334"/>
                  <a:pt x="472" y="333"/>
                </a:cubicBezTo>
                <a:cubicBezTo>
                  <a:pt x="470" y="331"/>
                  <a:pt x="468" y="331"/>
                  <a:pt x="466" y="333"/>
                </a:cubicBezTo>
                <a:close/>
                <a:moveTo>
                  <a:pt x="440" y="360"/>
                </a:moveTo>
                <a:cubicBezTo>
                  <a:pt x="439" y="361"/>
                  <a:pt x="439" y="361"/>
                  <a:pt x="439" y="361"/>
                </a:cubicBezTo>
                <a:cubicBezTo>
                  <a:pt x="438" y="362"/>
                  <a:pt x="438" y="365"/>
                  <a:pt x="440" y="366"/>
                </a:cubicBezTo>
                <a:cubicBezTo>
                  <a:pt x="440" y="367"/>
                  <a:pt x="441" y="368"/>
                  <a:pt x="442" y="368"/>
                </a:cubicBezTo>
                <a:cubicBezTo>
                  <a:pt x="443" y="368"/>
                  <a:pt x="444" y="367"/>
                  <a:pt x="445" y="366"/>
                </a:cubicBezTo>
                <a:cubicBezTo>
                  <a:pt x="446" y="365"/>
                  <a:pt x="446" y="365"/>
                  <a:pt x="446" y="365"/>
                </a:cubicBezTo>
                <a:cubicBezTo>
                  <a:pt x="448" y="364"/>
                  <a:pt x="448" y="361"/>
                  <a:pt x="446" y="360"/>
                </a:cubicBezTo>
                <a:cubicBezTo>
                  <a:pt x="444" y="358"/>
                  <a:pt x="442" y="358"/>
                  <a:pt x="440" y="360"/>
                </a:cubicBezTo>
                <a:close/>
                <a:moveTo>
                  <a:pt x="415" y="387"/>
                </a:moveTo>
                <a:cubicBezTo>
                  <a:pt x="414" y="388"/>
                  <a:pt x="414" y="388"/>
                  <a:pt x="414" y="388"/>
                </a:cubicBezTo>
                <a:cubicBezTo>
                  <a:pt x="412" y="389"/>
                  <a:pt x="412" y="392"/>
                  <a:pt x="414" y="393"/>
                </a:cubicBezTo>
                <a:cubicBezTo>
                  <a:pt x="415" y="394"/>
                  <a:pt x="416" y="394"/>
                  <a:pt x="417" y="394"/>
                </a:cubicBezTo>
                <a:cubicBezTo>
                  <a:pt x="418" y="394"/>
                  <a:pt x="419" y="394"/>
                  <a:pt x="420" y="393"/>
                </a:cubicBezTo>
                <a:cubicBezTo>
                  <a:pt x="420" y="392"/>
                  <a:pt x="420" y="392"/>
                  <a:pt x="420" y="392"/>
                </a:cubicBezTo>
                <a:cubicBezTo>
                  <a:pt x="422" y="391"/>
                  <a:pt x="422" y="388"/>
                  <a:pt x="420" y="387"/>
                </a:cubicBezTo>
                <a:cubicBezTo>
                  <a:pt x="419" y="385"/>
                  <a:pt x="416" y="385"/>
                  <a:pt x="415" y="387"/>
                </a:cubicBezTo>
                <a:close/>
                <a:moveTo>
                  <a:pt x="389" y="414"/>
                </a:moveTo>
                <a:cubicBezTo>
                  <a:pt x="388" y="415"/>
                  <a:pt x="388" y="415"/>
                  <a:pt x="388" y="415"/>
                </a:cubicBezTo>
                <a:cubicBezTo>
                  <a:pt x="386" y="416"/>
                  <a:pt x="387" y="419"/>
                  <a:pt x="388" y="420"/>
                </a:cubicBezTo>
                <a:cubicBezTo>
                  <a:pt x="389" y="421"/>
                  <a:pt x="390" y="421"/>
                  <a:pt x="391" y="421"/>
                </a:cubicBezTo>
                <a:cubicBezTo>
                  <a:pt x="391" y="421"/>
                  <a:pt x="391" y="421"/>
                  <a:pt x="391" y="421"/>
                </a:cubicBezTo>
                <a:cubicBezTo>
                  <a:pt x="391" y="421"/>
                  <a:pt x="391" y="421"/>
                  <a:pt x="391" y="421"/>
                </a:cubicBezTo>
                <a:cubicBezTo>
                  <a:pt x="392" y="421"/>
                  <a:pt x="393" y="421"/>
                  <a:pt x="394" y="420"/>
                </a:cubicBezTo>
                <a:cubicBezTo>
                  <a:pt x="395" y="419"/>
                  <a:pt x="395" y="419"/>
                  <a:pt x="395" y="419"/>
                </a:cubicBezTo>
                <a:cubicBezTo>
                  <a:pt x="396" y="418"/>
                  <a:pt x="396" y="415"/>
                  <a:pt x="394" y="414"/>
                </a:cubicBezTo>
                <a:cubicBezTo>
                  <a:pt x="393" y="412"/>
                  <a:pt x="390" y="412"/>
                  <a:pt x="389" y="414"/>
                </a:cubicBezTo>
                <a:close/>
                <a:moveTo>
                  <a:pt x="363" y="441"/>
                </a:moveTo>
                <a:cubicBezTo>
                  <a:pt x="362" y="441"/>
                  <a:pt x="362" y="441"/>
                  <a:pt x="362" y="441"/>
                </a:cubicBezTo>
                <a:cubicBezTo>
                  <a:pt x="361" y="443"/>
                  <a:pt x="361" y="446"/>
                  <a:pt x="362" y="447"/>
                </a:cubicBezTo>
                <a:cubicBezTo>
                  <a:pt x="363" y="448"/>
                  <a:pt x="364" y="448"/>
                  <a:pt x="365" y="448"/>
                </a:cubicBezTo>
                <a:cubicBezTo>
                  <a:pt x="366" y="448"/>
                  <a:pt x="367" y="448"/>
                  <a:pt x="368" y="447"/>
                </a:cubicBezTo>
                <a:cubicBezTo>
                  <a:pt x="369" y="446"/>
                  <a:pt x="369" y="446"/>
                  <a:pt x="369" y="446"/>
                </a:cubicBezTo>
                <a:cubicBezTo>
                  <a:pt x="370" y="444"/>
                  <a:pt x="370" y="442"/>
                  <a:pt x="369" y="440"/>
                </a:cubicBezTo>
                <a:cubicBezTo>
                  <a:pt x="367" y="439"/>
                  <a:pt x="365" y="439"/>
                  <a:pt x="363" y="441"/>
                </a:cubicBezTo>
                <a:close/>
                <a:moveTo>
                  <a:pt x="337" y="467"/>
                </a:moveTo>
                <a:cubicBezTo>
                  <a:pt x="337" y="468"/>
                  <a:pt x="337" y="468"/>
                  <a:pt x="337" y="468"/>
                </a:cubicBezTo>
                <a:cubicBezTo>
                  <a:pt x="335" y="470"/>
                  <a:pt x="335" y="472"/>
                  <a:pt x="337" y="474"/>
                </a:cubicBezTo>
                <a:cubicBezTo>
                  <a:pt x="337" y="475"/>
                  <a:pt x="338" y="475"/>
                  <a:pt x="339" y="475"/>
                </a:cubicBezTo>
                <a:cubicBezTo>
                  <a:pt x="340" y="475"/>
                  <a:pt x="342" y="475"/>
                  <a:pt x="342" y="474"/>
                </a:cubicBezTo>
                <a:cubicBezTo>
                  <a:pt x="343" y="473"/>
                  <a:pt x="343" y="473"/>
                  <a:pt x="343" y="473"/>
                </a:cubicBezTo>
                <a:cubicBezTo>
                  <a:pt x="345" y="471"/>
                  <a:pt x="345" y="469"/>
                  <a:pt x="343" y="467"/>
                </a:cubicBezTo>
                <a:cubicBezTo>
                  <a:pt x="341" y="466"/>
                  <a:pt x="339" y="466"/>
                  <a:pt x="337" y="467"/>
                </a:cubicBezTo>
                <a:close/>
                <a:moveTo>
                  <a:pt x="312" y="494"/>
                </a:moveTo>
                <a:cubicBezTo>
                  <a:pt x="311" y="495"/>
                  <a:pt x="311" y="495"/>
                  <a:pt x="311" y="495"/>
                </a:cubicBezTo>
                <a:cubicBezTo>
                  <a:pt x="309" y="497"/>
                  <a:pt x="309" y="499"/>
                  <a:pt x="311" y="501"/>
                </a:cubicBezTo>
                <a:cubicBezTo>
                  <a:pt x="312" y="502"/>
                  <a:pt x="313" y="502"/>
                  <a:pt x="314" y="502"/>
                </a:cubicBezTo>
                <a:cubicBezTo>
                  <a:pt x="315" y="502"/>
                  <a:pt x="316" y="501"/>
                  <a:pt x="317" y="501"/>
                </a:cubicBezTo>
                <a:cubicBezTo>
                  <a:pt x="317" y="500"/>
                  <a:pt x="317" y="500"/>
                  <a:pt x="317" y="500"/>
                </a:cubicBezTo>
                <a:cubicBezTo>
                  <a:pt x="319" y="498"/>
                  <a:pt x="319" y="496"/>
                  <a:pt x="317" y="494"/>
                </a:cubicBezTo>
                <a:cubicBezTo>
                  <a:pt x="316" y="493"/>
                  <a:pt x="313" y="493"/>
                  <a:pt x="312" y="494"/>
                </a:cubicBezTo>
                <a:close/>
                <a:moveTo>
                  <a:pt x="286" y="521"/>
                </a:moveTo>
                <a:cubicBezTo>
                  <a:pt x="285" y="522"/>
                  <a:pt x="285" y="522"/>
                  <a:pt x="285" y="522"/>
                </a:cubicBezTo>
                <a:cubicBezTo>
                  <a:pt x="284" y="524"/>
                  <a:pt x="284" y="526"/>
                  <a:pt x="285" y="528"/>
                </a:cubicBezTo>
                <a:cubicBezTo>
                  <a:pt x="286" y="528"/>
                  <a:pt x="287" y="529"/>
                  <a:pt x="288" y="529"/>
                </a:cubicBezTo>
                <a:cubicBezTo>
                  <a:pt x="288" y="529"/>
                  <a:pt x="288" y="529"/>
                  <a:pt x="288" y="529"/>
                </a:cubicBezTo>
                <a:cubicBezTo>
                  <a:pt x="288" y="529"/>
                  <a:pt x="288" y="529"/>
                  <a:pt x="288" y="529"/>
                </a:cubicBezTo>
                <a:cubicBezTo>
                  <a:pt x="289" y="529"/>
                  <a:pt x="290" y="528"/>
                  <a:pt x="291" y="528"/>
                </a:cubicBezTo>
                <a:cubicBezTo>
                  <a:pt x="292" y="527"/>
                  <a:pt x="292" y="527"/>
                  <a:pt x="292" y="527"/>
                </a:cubicBezTo>
                <a:cubicBezTo>
                  <a:pt x="293" y="525"/>
                  <a:pt x="293" y="523"/>
                  <a:pt x="292" y="521"/>
                </a:cubicBezTo>
                <a:cubicBezTo>
                  <a:pt x="290" y="519"/>
                  <a:pt x="287" y="520"/>
                  <a:pt x="286" y="521"/>
                </a:cubicBezTo>
                <a:close/>
                <a:moveTo>
                  <a:pt x="260" y="548"/>
                </a:moveTo>
                <a:cubicBezTo>
                  <a:pt x="259" y="549"/>
                  <a:pt x="259" y="549"/>
                  <a:pt x="259" y="549"/>
                </a:cubicBezTo>
                <a:cubicBezTo>
                  <a:pt x="259" y="549"/>
                  <a:pt x="259" y="550"/>
                  <a:pt x="259" y="550"/>
                </a:cubicBezTo>
                <a:cubicBezTo>
                  <a:pt x="258" y="551"/>
                  <a:pt x="258" y="552"/>
                  <a:pt x="259" y="553"/>
                </a:cubicBezTo>
                <a:cubicBezTo>
                  <a:pt x="259" y="554"/>
                  <a:pt x="259" y="554"/>
                  <a:pt x="260" y="555"/>
                </a:cubicBezTo>
                <a:cubicBezTo>
                  <a:pt x="260" y="555"/>
                  <a:pt x="261" y="556"/>
                  <a:pt x="262" y="556"/>
                </a:cubicBezTo>
                <a:cubicBezTo>
                  <a:pt x="262" y="556"/>
                  <a:pt x="262" y="556"/>
                  <a:pt x="262" y="556"/>
                </a:cubicBezTo>
                <a:cubicBezTo>
                  <a:pt x="262" y="556"/>
                  <a:pt x="262" y="556"/>
                  <a:pt x="262" y="556"/>
                </a:cubicBezTo>
                <a:cubicBezTo>
                  <a:pt x="263" y="556"/>
                  <a:pt x="264" y="555"/>
                  <a:pt x="265" y="554"/>
                </a:cubicBezTo>
                <a:cubicBezTo>
                  <a:pt x="266" y="554"/>
                  <a:pt x="266" y="554"/>
                  <a:pt x="266" y="554"/>
                </a:cubicBezTo>
                <a:cubicBezTo>
                  <a:pt x="268" y="552"/>
                  <a:pt x="267" y="549"/>
                  <a:pt x="266" y="548"/>
                </a:cubicBezTo>
                <a:cubicBezTo>
                  <a:pt x="264" y="546"/>
                  <a:pt x="262" y="546"/>
                  <a:pt x="260" y="548"/>
                </a:cubicBezTo>
                <a:close/>
                <a:moveTo>
                  <a:pt x="234" y="575"/>
                </a:moveTo>
                <a:cubicBezTo>
                  <a:pt x="234" y="576"/>
                  <a:pt x="234" y="576"/>
                  <a:pt x="234" y="576"/>
                </a:cubicBezTo>
                <a:cubicBezTo>
                  <a:pt x="232" y="577"/>
                  <a:pt x="232" y="580"/>
                  <a:pt x="234" y="581"/>
                </a:cubicBezTo>
                <a:cubicBezTo>
                  <a:pt x="235" y="582"/>
                  <a:pt x="236" y="583"/>
                  <a:pt x="237" y="583"/>
                </a:cubicBezTo>
                <a:cubicBezTo>
                  <a:pt x="238" y="583"/>
                  <a:pt x="239" y="582"/>
                  <a:pt x="239" y="581"/>
                </a:cubicBezTo>
                <a:cubicBezTo>
                  <a:pt x="240" y="580"/>
                  <a:pt x="240" y="580"/>
                  <a:pt x="240" y="580"/>
                </a:cubicBezTo>
                <a:cubicBezTo>
                  <a:pt x="242" y="579"/>
                  <a:pt x="242" y="576"/>
                  <a:pt x="240" y="575"/>
                </a:cubicBezTo>
                <a:cubicBezTo>
                  <a:pt x="239" y="573"/>
                  <a:pt x="236" y="573"/>
                  <a:pt x="234" y="575"/>
                </a:cubicBezTo>
                <a:close/>
                <a:moveTo>
                  <a:pt x="209" y="602"/>
                </a:moveTo>
                <a:cubicBezTo>
                  <a:pt x="208" y="603"/>
                  <a:pt x="208" y="603"/>
                  <a:pt x="208" y="603"/>
                </a:cubicBezTo>
                <a:cubicBezTo>
                  <a:pt x="206" y="604"/>
                  <a:pt x="206" y="607"/>
                  <a:pt x="208" y="608"/>
                </a:cubicBezTo>
                <a:cubicBezTo>
                  <a:pt x="209" y="609"/>
                  <a:pt x="210" y="609"/>
                  <a:pt x="211" y="609"/>
                </a:cubicBezTo>
                <a:cubicBezTo>
                  <a:pt x="212" y="609"/>
                  <a:pt x="213" y="609"/>
                  <a:pt x="214" y="608"/>
                </a:cubicBezTo>
                <a:cubicBezTo>
                  <a:pt x="215" y="607"/>
                  <a:pt x="215" y="607"/>
                  <a:pt x="215" y="607"/>
                </a:cubicBezTo>
                <a:cubicBezTo>
                  <a:pt x="216" y="606"/>
                  <a:pt x="216" y="603"/>
                  <a:pt x="214" y="602"/>
                </a:cubicBezTo>
                <a:cubicBezTo>
                  <a:pt x="213" y="600"/>
                  <a:pt x="210" y="600"/>
                  <a:pt x="209" y="602"/>
                </a:cubicBezTo>
                <a:close/>
                <a:moveTo>
                  <a:pt x="183" y="629"/>
                </a:moveTo>
                <a:cubicBezTo>
                  <a:pt x="183" y="629"/>
                  <a:pt x="183" y="629"/>
                  <a:pt x="183" y="629"/>
                </a:cubicBezTo>
                <a:cubicBezTo>
                  <a:pt x="182" y="629"/>
                  <a:pt x="182" y="629"/>
                  <a:pt x="182" y="629"/>
                </a:cubicBezTo>
                <a:cubicBezTo>
                  <a:pt x="181" y="631"/>
                  <a:pt x="181" y="634"/>
                  <a:pt x="182" y="635"/>
                </a:cubicBezTo>
                <a:cubicBezTo>
                  <a:pt x="183" y="635"/>
                  <a:pt x="183" y="635"/>
                  <a:pt x="183" y="636"/>
                </a:cubicBezTo>
                <a:cubicBezTo>
                  <a:pt x="184" y="636"/>
                  <a:pt x="184" y="636"/>
                  <a:pt x="185" y="636"/>
                </a:cubicBezTo>
                <a:cubicBezTo>
                  <a:pt x="186" y="636"/>
                  <a:pt x="187" y="636"/>
                  <a:pt x="188" y="635"/>
                </a:cubicBezTo>
                <a:cubicBezTo>
                  <a:pt x="189" y="634"/>
                  <a:pt x="189" y="634"/>
                  <a:pt x="189" y="634"/>
                </a:cubicBezTo>
                <a:cubicBezTo>
                  <a:pt x="190" y="633"/>
                  <a:pt x="190" y="630"/>
                  <a:pt x="189" y="628"/>
                </a:cubicBezTo>
                <a:cubicBezTo>
                  <a:pt x="187" y="627"/>
                  <a:pt x="185" y="627"/>
                  <a:pt x="183" y="629"/>
                </a:cubicBezTo>
                <a:close/>
                <a:moveTo>
                  <a:pt x="157" y="655"/>
                </a:moveTo>
                <a:cubicBezTo>
                  <a:pt x="156" y="656"/>
                  <a:pt x="156" y="656"/>
                  <a:pt x="156" y="656"/>
                </a:cubicBezTo>
                <a:cubicBezTo>
                  <a:pt x="155" y="658"/>
                  <a:pt x="155" y="660"/>
                  <a:pt x="157" y="662"/>
                </a:cubicBezTo>
                <a:cubicBezTo>
                  <a:pt x="157" y="663"/>
                  <a:pt x="158" y="663"/>
                  <a:pt x="159" y="663"/>
                </a:cubicBezTo>
                <a:cubicBezTo>
                  <a:pt x="160" y="663"/>
                  <a:pt x="161" y="663"/>
                  <a:pt x="162" y="662"/>
                </a:cubicBezTo>
                <a:cubicBezTo>
                  <a:pt x="163" y="661"/>
                  <a:pt x="163" y="661"/>
                  <a:pt x="163" y="661"/>
                </a:cubicBezTo>
                <a:cubicBezTo>
                  <a:pt x="165" y="659"/>
                  <a:pt x="165" y="657"/>
                  <a:pt x="163" y="655"/>
                </a:cubicBezTo>
                <a:cubicBezTo>
                  <a:pt x="161" y="654"/>
                  <a:pt x="159" y="654"/>
                  <a:pt x="157" y="655"/>
                </a:cubicBezTo>
                <a:close/>
                <a:moveTo>
                  <a:pt x="132" y="682"/>
                </a:moveTo>
                <a:cubicBezTo>
                  <a:pt x="131" y="683"/>
                  <a:pt x="131" y="683"/>
                  <a:pt x="131" y="683"/>
                </a:cubicBezTo>
                <a:cubicBezTo>
                  <a:pt x="129" y="685"/>
                  <a:pt x="129" y="687"/>
                  <a:pt x="131" y="689"/>
                </a:cubicBezTo>
                <a:cubicBezTo>
                  <a:pt x="132" y="690"/>
                  <a:pt x="133" y="690"/>
                  <a:pt x="134" y="690"/>
                </a:cubicBezTo>
                <a:cubicBezTo>
                  <a:pt x="134" y="690"/>
                  <a:pt x="134" y="690"/>
                  <a:pt x="134" y="690"/>
                </a:cubicBezTo>
                <a:cubicBezTo>
                  <a:pt x="134" y="690"/>
                  <a:pt x="134" y="690"/>
                  <a:pt x="134" y="690"/>
                </a:cubicBezTo>
                <a:cubicBezTo>
                  <a:pt x="135" y="690"/>
                  <a:pt x="136" y="690"/>
                  <a:pt x="137" y="689"/>
                </a:cubicBezTo>
                <a:cubicBezTo>
                  <a:pt x="137" y="688"/>
                  <a:pt x="137" y="688"/>
                  <a:pt x="137" y="688"/>
                </a:cubicBezTo>
                <a:cubicBezTo>
                  <a:pt x="139" y="686"/>
                  <a:pt x="139" y="684"/>
                  <a:pt x="137" y="682"/>
                </a:cubicBezTo>
                <a:cubicBezTo>
                  <a:pt x="136" y="681"/>
                  <a:pt x="133" y="681"/>
                  <a:pt x="132" y="682"/>
                </a:cubicBezTo>
                <a:close/>
                <a:moveTo>
                  <a:pt x="107" y="708"/>
                </a:moveTo>
                <a:cubicBezTo>
                  <a:pt x="107" y="708"/>
                  <a:pt x="106" y="709"/>
                  <a:pt x="106" y="709"/>
                </a:cubicBezTo>
                <a:cubicBezTo>
                  <a:pt x="105" y="710"/>
                  <a:pt x="105" y="710"/>
                  <a:pt x="105" y="710"/>
                </a:cubicBezTo>
                <a:cubicBezTo>
                  <a:pt x="104" y="712"/>
                  <a:pt x="104" y="714"/>
                  <a:pt x="105" y="716"/>
                </a:cubicBezTo>
                <a:cubicBezTo>
                  <a:pt x="106" y="716"/>
                  <a:pt x="107" y="717"/>
                  <a:pt x="107" y="717"/>
                </a:cubicBezTo>
                <a:cubicBezTo>
                  <a:pt x="108" y="717"/>
                  <a:pt x="108" y="717"/>
                  <a:pt x="108" y="717"/>
                </a:cubicBezTo>
                <a:cubicBezTo>
                  <a:pt x="109" y="717"/>
                  <a:pt x="110" y="716"/>
                  <a:pt x="111" y="716"/>
                </a:cubicBezTo>
                <a:cubicBezTo>
                  <a:pt x="112" y="715"/>
                  <a:pt x="112" y="715"/>
                  <a:pt x="112" y="715"/>
                </a:cubicBezTo>
                <a:cubicBezTo>
                  <a:pt x="113" y="713"/>
                  <a:pt x="113" y="711"/>
                  <a:pt x="112" y="709"/>
                </a:cubicBezTo>
                <a:cubicBezTo>
                  <a:pt x="110" y="708"/>
                  <a:pt x="109" y="708"/>
                  <a:pt x="107" y="708"/>
                </a:cubicBezTo>
                <a:close/>
                <a:moveTo>
                  <a:pt x="80" y="736"/>
                </a:moveTo>
                <a:cubicBezTo>
                  <a:pt x="79" y="737"/>
                  <a:pt x="79" y="737"/>
                  <a:pt x="79" y="737"/>
                </a:cubicBezTo>
                <a:cubicBezTo>
                  <a:pt x="78" y="739"/>
                  <a:pt x="78" y="741"/>
                  <a:pt x="79" y="743"/>
                </a:cubicBezTo>
                <a:cubicBezTo>
                  <a:pt x="80" y="743"/>
                  <a:pt x="81" y="744"/>
                  <a:pt x="82" y="744"/>
                </a:cubicBezTo>
                <a:cubicBezTo>
                  <a:pt x="83" y="744"/>
                  <a:pt x="84" y="743"/>
                  <a:pt x="85" y="743"/>
                </a:cubicBezTo>
                <a:cubicBezTo>
                  <a:pt x="86" y="742"/>
                  <a:pt x="86" y="742"/>
                  <a:pt x="86" y="742"/>
                </a:cubicBezTo>
                <a:cubicBezTo>
                  <a:pt x="87" y="740"/>
                  <a:pt x="87" y="738"/>
                  <a:pt x="86" y="736"/>
                </a:cubicBezTo>
                <a:cubicBezTo>
                  <a:pt x="84" y="734"/>
                  <a:pt x="82" y="735"/>
                  <a:pt x="80" y="736"/>
                </a:cubicBezTo>
                <a:close/>
                <a:moveTo>
                  <a:pt x="54" y="763"/>
                </a:moveTo>
                <a:cubicBezTo>
                  <a:pt x="54" y="764"/>
                  <a:pt x="54" y="764"/>
                  <a:pt x="54" y="764"/>
                </a:cubicBezTo>
                <a:cubicBezTo>
                  <a:pt x="52" y="765"/>
                  <a:pt x="52" y="768"/>
                  <a:pt x="54" y="770"/>
                </a:cubicBezTo>
                <a:cubicBezTo>
                  <a:pt x="54" y="770"/>
                  <a:pt x="55" y="771"/>
                  <a:pt x="56" y="771"/>
                </a:cubicBezTo>
                <a:cubicBezTo>
                  <a:pt x="58" y="771"/>
                  <a:pt x="59" y="770"/>
                  <a:pt x="59" y="769"/>
                </a:cubicBezTo>
                <a:cubicBezTo>
                  <a:pt x="60" y="769"/>
                  <a:pt x="60" y="769"/>
                  <a:pt x="60" y="769"/>
                </a:cubicBezTo>
                <a:cubicBezTo>
                  <a:pt x="62" y="767"/>
                  <a:pt x="62" y="764"/>
                  <a:pt x="60" y="763"/>
                </a:cubicBezTo>
                <a:cubicBezTo>
                  <a:pt x="58" y="761"/>
                  <a:pt x="56" y="761"/>
                  <a:pt x="54" y="763"/>
                </a:cubicBezTo>
                <a:close/>
                <a:moveTo>
                  <a:pt x="812" y="68"/>
                </a:moveTo>
                <a:cubicBezTo>
                  <a:pt x="813" y="68"/>
                  <a:pt x="814" y="68"/>
                  <a:pt x="815" y="67"/>
                </a:cubicBezTo>
                <a:cubicBezTo>
                  <a:pt x="815" y="66"/>
                  <a:pt x="815" y="66"/>
                  <a:pt x="815" y="66"/>
                </a:cubicBezTo>
                <a:cubicBezTo>
                  <a:pt x="817" y="64"/>
                  <a:pt x="817" y="62"/>
                  <a:pt x="815" y="60"/>
                </a:cubicBezTo>
                <a:cubicBezTo>
                  <a:pt x="814" y="59"/>
                  <a:pt x="811" y="59"/>
                  <a:pt x="810" y="60"/>
                </a:cubicBezTo>
                <a:cubicBezTo>
                  <a:pt x="809" y="61"/>
                  <a:pt x="809" y="61"/>
                  <a:pt x="809" y="61"/>
                </a:cubicBezTo>
                <a:cubicBezTo>
                  <a:pt x="807" y="63"/>
                  <a:pt x="807" y="65"/>
                  <a:pt x="809" y="67"/>
                </a:cubicBezTo>
                <a:cubicBezTo>
                  <a:pt x="810" y="68"/>
                  <a:pt x="811" y="68"/>
                  <a:pt x="812" y="68"/>
                </a:cubicBezTo>
                <a:close/>
                <a:moveTo>
                  <a:pt x="785" y="95"/>
                </a:moveTo>
                <a:cubicBezTo>
                  <a:pt x="785" y="95"/>
                  <a:pt x="786" y="95"/>
                  <a:pt x="786" y="95"/>
                </a:cubicBezTo>
                <a:cubicBezTo>
                  <a:pt x="787" y="95"/>
                  <a:pt x="788" y="94"/>
                  <a:pt x="789" y="94"/>
                </a:cubicBezTo>
                <a:cubicBezTo>
                  <a:pt x="790" y="93"/>
                  <a:pt x="790" y="93"/>
                  <a:pt x="790" y="93"/>
                </a:cubicBezTo>
                <a:cubicBezTo>
                  <a:pt x="791" y="91"/>
                  <a:pt x="791" y="89"/>
                  <a:pt x="790" y="87"/>
                </a:cubicBezTo>
                <a:cubicBezTo>
                  <a:pt x="788" y="86"/>
                  <a:pt x="786" y="86"/>
                  <a:pt x="785" y="86"/>
                </a:cubicBezTo>
                <a:cubicBezTo>
                  <a:pt x="785" y="87"/>
                  <a:pt x="784" y="87"/>
                  <a:pt x="784" y="87"/>
                </a:cubicBezTo>
                <a:cubicBezTo>
                  <a:pt x="783" y="88"/>
                  <a:pt x="783" y="88"/>
                  <a:pt x="783" y="88"/>
                </a:cubicBezTo>
                <a:cubicBezTo>
                  <a:pt x="782" y="90"/>
                  <a:pt x="782" y="92"/>
                  <a:pt x="783" y="94"/>
                </a:cubicBezTo>
                <a:cubicBezTo>
                  <a:pt x="784" y="94"/>
                  <a:pt x="784" y="94"/>
                  <a:pt x="785" y="95"/>
                </a:cubicBezTo>
                <a:close/>
                <a:moveTo>
                  <a:pt x="760" y="122"/>
                </a:moveTo>
                <a:cubicBezTo>
                  <a:pt x="761" y="122"/>
                  <a:pt x="762" y="121"/>
                  <a:pt x="763" y="120"/>
                </a:cubicBezTo>
                <a:cubicBezTo>
                  <a:pt x="764" y="120"/>
                  <a:pt x="764" y="120"/>
                  <a:pt x="764" y="120"/>
                </a:cubicBezTo>
                <a:cubicBezTo>
                  <a:pt x="765" y="118"/>
                  <a:pt x="765" y="115"/>
                  <a:pt x="764" y="114"/>
                </a:cubicBezTo>
                <a:cubicBezTo>
                  <a:pt x="762" y="112"/>
                  <a:pt x="760" y="112"/>
                  <a:pt x="758" y="114"/>
                </a:cubicBezTo>
                <a:cubicBezTo>
                  <a:pt x="757" y="115"/>
                  <a:pt x="757" y="115"/>
                  <a:pt x="757" y="115"/>
                </a:cubicBezTo>
                <a:cubicBezTo>
                  <a:pt x="756" y="117"/>
                  <a:pt x="756" y="119"/>
                  <a:pt x="757" y="121"/>
                </a:cubicBezTo>
                <a:cubicBezTo>
                  <a:pt x="758" y="121"/>
                  <a:pt x="759" y="122"/>
                  <a:pt x="760" y="122"/>
                </a:cubicBezTo>
                <a:close/>
                <a:moveTo>
                  <a:pt x="734" y="149"/>
                </a:moveTo>
                <a:cubicBezTo>
                  <a:pt x="736" y="149"/>
                  <a:pt x="737" y="148"/>
                  <a:pt x="737" y="147"/>
                </a:cubicBezTo>
                <a:cubicBezTo>
                  <a:pt x="738" y="146"/>
                  <a:pt x="738" y="146"/>
                  <a:pt x="738" y="146"/>
                </a:cubicBezTo>
                <a:cubicBezTo>
                  <a:pt x="740" y="145"/>
                  <a:pt x="740" y="142"/>
                  <a:pt x="738" y="141"/>
                </a:cubicBezTo>
                <a:cubicBezTo>
                  <a:pt x="736" y="139"/>
                  <a:pt x="734" y="139"/>
                  <a:pt x="732" y="141"/>
                </a:cubicBezTo>
                <a:cubicBezTo>
                  <a:pt x="732" y="142"/>
                  <a:pt x="732" y="142"/>
                  <a:pt x="732" y="142"/>
                </a:cubicBezTo>
                <a:cubicBezTo>
                  <a:pt x="730" y="143"/>
                  <a:pt x="730" y="146"/>
                  <a:pt x="732" y="147"/>
                </a:cubicBezTo>
                <a:cubicBezTo>
                  <a:pt x="732" y="148"/>
                  <a:pt x="733" y="149"/>
                  <a:pt x="734" y="149"/>
                </a:cubicBezTo>
                <a:close/>
                <a:moveTo>
                  <a:pt x="709" y="175"/>
                </a:moveTo>
                <a:cubicBezTo>
                  <a:pt x="709" y="175"/>
                  <a:pt x="709" y="175"/>
                  <a:pt x="709" y="175"/>
                </a:cubicBezTo>
                <a:cubicBezTo>
                  <a:pt x="710" y="175"/>
                  <a:pt x="711" y="175"/>
                  <a:pt x="712" y="174"/>
                </a:cubicBezTo>
                <a:cubicBezTo>
                  <a:pt x="712" y="173"/>
                  <a:pt x="712" y="173"/>
                  <a:pt x="712" y="173"/>
                </a:cubicBezTo>
                <a:cubicBezTo>
                  <a:pt x="714" y="172"/>
                  <a:pt x="714" y="169"/>
                  <a:pt x="712" y="168"/>
                </a:cubicBezTo>
                <a:cubicBezTo>
                  <a:pt x="712" y="167"/>
                  <a:pt x="710" y="167"/>
                  <a:pt x="709" y="167"/>
                </a:cubicBezTo>
                <a:cubicBezTo>
                  <a:pt x="708" y="167"/>
                  <a:pt x="707" y="167"/>
                  <a:pt x="707" y="168"/>
                </a:cubicBezTo>
                <a:cubicBezTo>
                  <a:pt x="706" y="169"/>
                  <a:pt x="706" y="169"/>
                  <a:pt x="706" y="169"/>
                </a:cubicBezTo>
                <a:cubicBezTo>
                  <a:pt x="704" y="170"/>
                  <a:pt x="704" y="173"/>
                  <a:pt x="706" y="174"/>
                </a:cubicBezTo>
                <a:cubicBezTo>
                  <a:pt x="707" y="175"/>
                  <a:pt x="708" y="175"/>
                  <a:pt x="709" y="175"/>
                </a:cubicBezTo>
                <a:close/>
                <a:moveTo>
                  <a:pt x="683" y="202"/>
                </a:moveTo>
                <a:cubicBezTo>
                  <a:pt x="684" y="202"/>
                  <a:pt x="685" y="202"/>
                  <a:pt x="686" y="201"/>
                </a:cubicBezTo>
                <a:cubicBezTo>
                  <a:pt x="687" y="200"/>
                  <a:pt x="687" y="200"/>
                  <a:pt x="687" y="200"/>
                </a:cubicBezTo>
                <a:cubicBezTo>
                  <a:pt x="688" y="199"/>
                  <a:pt x="688" y="196"/>
                  <a:pt x="687" y="195"/>
                </a:cubicBezTo>
                <a:cubicBezTo>
                  <a:pt x="685" y="193"/>
                  <a:pt x="683" y="193"/>
                  <a:pt x="681" y="195"/>
                </a:cubicBezTo>
                <a:cubicBezTo>
                  <a:pt x="680" y="196"/>
                  <a:pt x="680" y="196"/>
                  <a:pt x="680" y="196"/>
                </a:cubicBezTo>
                <a:cubicBezTo>
                  <a:pt x="679" y="197"/>
                  <a:pt x="679" y="200"/>
                  <a:pt x="680" y="201"/>
                </a:cubicBezTo>
                <a:cubicBezTo>
                  <a:pt x="681" y="202"/>
                  <a:pt x="682" y="202"/>
                  <a:pt x="683" y="202"/>
                </a:cubicBezTo>
                <a:close/>
                <a:moveTo>
                  <a:pt x="657" y="229"/>
                </a:moveTo>
                <a:cubicBezTo>
                  <a:pt x="658" y="229"/>
                  <a:pt x="659" y="229"/>
                  <a:pt x="660" y="228"/>
                </a:cubicBezTo>
                <a:cubicBezTo>
                  <a:pt x="661" y="227"/>
                  <a:pt x="661" y="227"/>
                  <a:pt x="661" y="227"/>
                </a:cubicBezTo>
                <a:cubicBezTo>
                  <a:pt x="663" y="226"/>
                  <a:pt x="663" y="223"/>
                  <a:pt x="661" y="221"/>
                </a:cubicBezTo>
                <a:cubicBezTo>
                  <a:pt x="659" y="220"/>
                  <a:pt x="657" y="220"/>
                  <a:pt x="655" y="222"/>
                </a:cubicBezTo>
                <a:cubicBezTo>
                  <a:pt x="654" y="222"/>
                  <a:pt x="654" y="222"/>
                  <a:pt x="654" y="222"/>
                </a:cubicBezTo>
                <a:cubicBezTo>
                  <a:pt x="653" y="224"/>
                  <a:pt x="653" y="227"/>
                  <a:pt x="655" y="228"/>
                </a:cubicBezTo>
                <a:cubicBezTo>
                  <a:pt x="655" y="229"/>
                  <a:pt x="656" y="229"/>
                  <a:pt x="657" y="229"/>
                </a:cubicBezTo>
                <a:close/>
                <a:moveTo>
                  <a:pt x="632" y="256"/>
                </a:moveTo>
                <a:cubicBezTo>
                  <a:pt x="632" y="256"/>
                  <a:pt x="633" y="256"/>
                  <a:pt x="634" y="255"/>
                </a:cubicBezTo>
                <a:cubicBezTo>
                  <a:pt x="634" y="255"/>
                  <a:pt x="634" y="255"/>
                  <a:pt x="634" y="255"/>
                </a:cubicBezTo>
                <a:cubicBezTo>
                  <a:pt x="635" y="254"/>
                  <a:pt x="635" y="254"/>
                  <a:pt x="635" y="254"/>
                </a:cubicBezTo>
                <a:cubicBezTo>
                  <a:pt x="637" y="252"/>
                  <a:pt x="637" y="250"/>
                  <a:pt x="635" y="248"/>
                </a:cubicBezTo>
                <a:cubicBezTo>
                  <a:pt x="635" y="248"/>
                  <a:pt x="634" y="248"/>
                  <a:pt x="634" y="247"/>
                </a:cubicBezTo>
                <a:cubicBezTo>
                  <a:pt x="632" y="247"/>
                  <a:pt x="631" y="247"/>
                  <a:pt x="630" y="248"/>
                </a:cubicBezTo>
                <a:cubicBezTo>
                  <a:pt x="629" y="249"/>
                  <a:pt x="629" y="249"/>
                  <a:pt x="629" y="249"/>
                </a:cubicBezTo>
                <a:cubicBezTo>
                  <a:pt x="627" y="251"/>
                  <a:pt x="627" y="253"/>
                  <a:pt x="629" y="255"/>
                </a:cubicBezTo>
                <a:cubicBezTo>
                  <a:pt x="630" y="256"/>
                  <a:pt x="631" y="256"/>
                  <a:pt x="632" y="256"/>
                </a:cubicBezTo>
                <a:close/>
                <a:moveTo>
                  <a:pt x="606" y="283"/>
                </a:moveTo>
                <a:cubicBezTo>
                  <a:pt x="607" y="283"/>
                  <a:pt x="608" y="283"/>
                  <a:pt x="609" y="282"/>
                </a:cubicBezTo>
                <a:cubicBezTo>
                  <a:pt x="610" y="281"/>
                  <a:pt x="610" y="281"/>
                  <a:pt x="610" y="281"/>
                </a:cubicBezTo>
                <a:cubicBezTo>
                  <a:pt x="611" y="279"/>
                  <a:pt x="611" y="277"/>
                  <a:pt x="609" y="275"/>
                </a:cubicBezTo>
                <a:cubicBezTo>
                  <a:pt x="608" y="274"/>
                  <a:pt x="605" y="274"/>
                  <a:pt x="604" y="275"/>
                </a:cubicBezTo>
                <a:cubicBezTo>
                  <a:pt x="603" y="276"/>
                  <a:pt x="603" y="276"/>
                  <a:pt x="603" y="276"/>
                </a:cubicBezTo>
                <a:cubicBezTo>
                  <a:pt x="601" y="278"/>
                  <a:pt x="602" y="280"/>
                  <a:pt x="603" y="282"/>
                </a:cubicBezTo>
                <a:cubicBezTo>
                  <a:pt x="604" y="283"/>
                  <a:pt x="605" y="283"/>
                  <a:pt x="606" y="283"/>
                </a:cubicBezTo>
                <a:close/>
                <a:moveTo>
                  <a:pt x="580" y="310"/>
                </a:moveTo>
                <a:cubicBezTo>
                  <a:pt x="581" y="310"/>
                  <a:pt x="582" y="309"/>
                  <a:pt x="583" y="309"/>
                </a:cubicBezTo>
                <a:cubicBezTo>
                  <a:pt x="584" y="308"/>
                  <a:pt x="584" y="308"/>
                  <a:pt x="584" y="308"/>
                </a:cubicBezTo>
                <a:cubicBezTo>
                  <a:pt x="585" y="306"/>
                  <a:pt x="585" y="304"/>
                  <a:pt x="584" y="302"/>
                </a:cubicBezTo>
                <a:cubicBezTo>
                  <a:pt x="582" y="301"/>
                  <a:pt x="580" y="301"/>
                  <a:pt x="578" y="302"/>
                </a:cubicBezTo>
                <a:cubicBezTo>
                  <a:pt x="577" y="303"/>
                  <a:pt x="577" y="303"/>
                  <a:pt x="577" y="303"/>
                </a:cubicBezTo>
                <a:cubicBezTo>
                  <a:pt x="576" y="305"/>
                  <a:pt x="576" y="307"/>
                  <a:pt x="577" y="309"/>
                </a:cubicBezTo>
                <a:cubicBezTo>
                  <a:pt x="578" y="309"/>
                  <a:pt x="579" y="310"/>
                  <a:pt x="580" y="310"/>
                </a:cubicBezTo>
                <a:close/>
                <a:moveTo>
                  <a:pt x="554" y="337"/>
                </a:moveTo>
                <a:cubicBezTo>
                  <a:pt x="555" y="337"/>
                  <a:pt x="557" y="336"/>
                  <a:pt x="557" y="335"/>
                </a:cubicBezTo>
                <a:cubicBezTo>
                  <a:pt x="558" y="335"/>
                  <a:pt x="558" y="335"/>
                  <a:pt x="558" y="335"/>
                </a:cubicBezTo>
                <a:cubicBezTo>
                  <a:pt x="558" y="335"/>
                  <a:pt x="558" y="335"/>
                  <a:pt x="558" y="335"/>
                </a:cubicBezTo>
                <a:cubicBezTo>
                  <a:pt x="560" y="333"/>
                  <a:pt x="560" y="331"/>
                  <a:pt x="558" y="329"/>
                </a:cubicBezTo>
                <a:cubicBezTo>
                  <a:pt x="558" y="329"/>
                  <a:pt x="558" y="329"/>
                  <a:pt x="558" y="329"/>
                </a:cubicBezTo>
                <a:cubicBezTo>
                  <a:pt x="556" y="327"/>
                  <a:pt x="554" y="327"/>
                  <a:pt x="552" y="329"/>
                </a:cubicBezTo>
                <a:cubicBezTo>
                  <a:pt x="552" y="330"/>
                  <a:pt x="552" y="330"/>
                  <a:pt x="552" y="330"/>
                </a:cubicBezTo>
                <a:cubicBezTo>
                  <a:pt x="550" y="332"/>
                  <a:pt x="550" y="334"/>
                  <a:pt x="552" y="336"/>
                </a:cubicBezTo>
                <a:cubicBezTo>
                  <a:pt x="552" y="336"/>
                  <a:pt x="553" y="337"/>
                  <a:pt x="554" y="337"/>
                </a:cubicBezTo>
                <a:close/>
                <a:moveTo>
                  <a:pt x="529" y="364"/>
                </a:moveTo>
                <a:cubicBezTo>
                  <a:pt x="529" y="364"/>
                  <a:pt x="529" y="364"/>
                  <a:pt x="529" y="364"/>
                </a:cubicBezTo>
                <a:cubicBezTo>
                  <a:pt x="529" y="364"/>
                  <a:pt x="529" y="364"/>
                  <a:pt x="529" y="364"/>
                </a:cubicBezTo>
                <a:cubicBezTo>
                  <a:pt x="530" y="364"/>
                  <a:pt x="531" y="363"/>
                  <a:pt x="532" y="362"/>
                </a:cubicBezTo>
                <a:cubicBezTo>
                  <a:pt x="532" y="361"/>
                  <a:pt x="532" y="361"/>
                  <a:pt x="532" y="361"/>
                </a:cubicBezTo>
                <a:cubicBezTo>
                  <a:pt x="534" y="360"/>
                  <a:pt x="534" y="357"/>
                  <a:pt x="532" y="356"/>
                </a:cubicBezTo>
                <a:cubicBezTo>
                  <a:pt x="531" y="354"/>
                  <a:pt x="528" y="354"/>
                  <a:pt x="527" y="356"/>
                </a:cubicBezTo>
                <a:cubicBezTo>
                  <a:pt x="526" y="357"/>
                  <a:pt x="526" y="357"/>
                  <a:pt x="526" y="357"/>
                </a:cubicBezTo>
                <a:cubicBezTo>
                  <a:pt x="524" y="358"/>
                  <a:pt x="524" y="361"/>
                  <a:pt x="526" y="362"/>
                </a:cubicBezTo>
                <a:cubicBezTo>
                  <a:pt x="527" y="363"/>
                  <a:pt x="528" y="364"/>
                  <a:pt x="529" y="364"/>
                </a:cubicBezTo>
                <a:close/>
                <a:moveTo>
                  <a:pt x="503" y="390"/>
                </a:moveTo>
                <a:cubicBezTo>
                  <a:pt x="503" y="390"/>
                  <a:pt x="503" y="390"/>
                  <a:pt x="503" y="390"/>
                </a:cubicBezTo>
                <a:cubicBezTo>
                  <a:pt x="503" y="390"/>
                  <a:pt x="503" y="390"/>
                  <a:pt x="503" y="390"/>
                </a:cubicBezTo>
                <a:cubicBezTo>
                  <a:pt x="504" y="390"/>
                  <a:pt x="505" y="390"/>
                  <a:pt x="506" y="389"/>
                </a:cubicBezTo>
                <a:cubicBezTo>
                  <a:pt x="507" y="388"/>
                  <a:pt x="507" y="388"/>
                  <a:pt x="507" y="388"/>
                </a:cubicBezTo>
                <a:cubicBezTo>
                  <a:pt x="508" y="387"/>
                  <a:pt x="508" y="384"/>
                  <a:pt x="507" y="383"/>
                </a:cubicBezTo>
                <a:cubicBezTo>
                  <a:pt x="505" y="381"/>
                  <a:pt x="502" y="381"/>
                  <a:pt x="501" y="383"/>
                </a:cubicBezTo>
                <a:cubicBezTo>
                  <a:pt x="500" y="384"/>
                  <a:pt x="500" y="384"/>
                  <a:pt x="500" y="384"/>
                </a:cubicBezTo>
                <a:cubicBezTo>
                  <a:pt x="499" y="385"/>
                  <a:pt x="499" y="388"/>
                  <a:pt x="500" y="389"/>
                </a:cubicBezTo>
                <a:cubicBezTo>
                  <a:pt x="501" y="390"/>
                  <a:pt x="502" y="390"/>
                  <a:pt x="503" y="390"/>
                </a:cubicBezTo>
                <a:close/>
                <a:moveTo>
                  <a:pt x="481" y="415"/>
                </a:moveTo>
                <a:cubicBezTo>
                  <a:pt x="482" y="414"/>
                  <a:pt x="482" y="411"/>
                  <a:pt x="481" y="410"/>
                </a:cubicBezTo>
                <a:cubicBezTo>
                  <a:pt x="479" y="408"/>
                  <a:pt x="477" y="408"/>
                  <a:pt x="475" y="410"/>
                </a:cubicBezTo>
                <a:cubicBezTo>
                  <a:pt x="474" y="411"/>
                  <a:pt x="474" y="411"/>
                  <a:pt x="474" y="411"/>
                </a:cubicBezTo>
                <a:cubicBezTo>
                  <a:pt x="473" y="412"/>
                  <a:pt x="473" y="415"/>
                  <a:pt x="474" y="416"/>
                </a:cubicBezTo>
                <a:cubicBezTo>
                  <a:pt x="475" y="417"/>
                  <a:pt x="476" y="417"/>
                  <a:pt x="477" y="417"/>
                </a:cubicBezTo>
                <a:cubicBezTo>
                  <a:pt x="477" y="417"/>
                  <a:pt x="477" y="417"/>
                  <a:pt x="477" y="417"/>
                </a:cubicBezTo>
                <a:cubicBezTo>
                  <a:pt x="477" y="417"/>
                  <a:pt x="477" y="417"/>
                  <a:pt x="477" y="417"/>
                </a:cubicBezTo>
                <a:cubicBezTo>
                  <a:pt x="478" y="417"/>
                  <a:pt x="479" y="417"/>
                  <a:pt x="480" y="416"/>
                </a:cubicBezTo>
                <a:lnTo>
                  <a:pt x="481" y="415"/>
                </a:lnTo>
                <a:close/>
                <a:moveTo>
                  <a:pt x="455" y="442"/>
                </a:moveTo>
                <a:cubicBezTo>
                  <a:pt x="457" y="441"/>
                  <a:pt x="457" y="438"/>
                  <a:pt x="455" y="436"/>
                </a:cubicBezTo>
                <a:cubicBezTo>
                  <a:pt x="454" y="435"/>
                  <a:pt x="451" y="435"/>
                  <a:pt x="449" y="437"/>
                </a:cubicBezTo>
                <a:cubicBezTo>
                  <a:pt x="449" y="437"/>
                  <a:pt x="449" y="437"/>
                  <a:pt x="449" y="437"/>
                </a:cubicBezTo>
                <a:cubicBezTo>
                  <a:pt x="447" y="439"/>
                  <a:pt x="447" y="442"/>
                  <a:pt x="449" y="443"/>
                </a:cubicBezTo>
                <a:cubicBezTo>
                  <a:pt x="450" y="444"/>
                  <a:pt x="451" y="444"/>
                  <a:pt x="452" y="444"/>
                </a:cubicBezTo>
                <a:cubicBezTo>
                  <a:pt x="452" y="444"/>
                  <a:pt x="452" y="444"/>
                  <a:pt x="452" y="444"/>
                </a:cubicBezTo>
                <a:cubicBezTo>
                  <a:pt x="452" y="444"/>
                  <a:pt x="452" y="444"/>
                  <a:pt x="452" y="444"/>
                </a:cubicBezTo>
                <a:cubicBezTo>
                  <a:pt x="453" y="444"/>
                  <a:pt x="454" y="444"/>
                  <a:pt x="454" y="443"/>
                </a:cubicBezTo>
                <a:lnTo>
                  <a:pt x="455" y="442"/>
                </a:lnTo>
                <a:close/>
                <a:moveTo>
                  <a:pt x="430" y="469"/>
                </a:moveTo>
                <a:cubicBezTo>
                  <a:pt x="431" y="467"/>
                  <a:pt x="431" y="465"/>
                  <a:pt x="429" y="463"/>
                </a:cubicBezTo>
                <a:cubicBezTo>
                  <a:pt x="428" y="462"/>
                  <a:pt x="425" y="462"/>
                  <a:pt x="424" y="463"/>
                </a:cubicBezTo>
                <a:cubicBezTo>
                  <a:pt x="423" y="464"/>
                  <a:pt x="423" y="464"/>
                  <a:pt x="423" y="464"/>
                </a:cubicBezTo>
                <a:cubicBezTo>
                  <a:pt x="421" y="466"/>
                  <a:pt x="421" y="468"/>
                  <a:pt x="423" y="470"/>
                </a:cubicBezTo>
                <a:cubicBezTo>
                  <a:pt x="424" y="471"/>
                  <a:pt x="425" y="471"/>
                  <a:pt x="426" y="471"/>
                </a:cubicBezTo>
                <a:cubicBezTo>
                  <a:pt x="427" y="471"/>
                  <a:pt x="428" y="471"/>
                  <a:pt x="429" y="470"/>
                </a:cubicBezTo>
                <a:lnTo>
                  <a:pt x="430" y="469"/>
                </a:lnTo>
                <a:close/>
                <a:moveTo>
                  <a:pt x="404" y="496"/>
                </a:moveTo>
                <a:cubicBezTo>
                  <a:pt x="405" y="494"/>
                  <a:pt x="405" y="492"/>
                  <a:pt x="404" y="490"/>
                </a:cubicBezTo>
                <a:cubicBezTo>
                  <a:pt x="402" y="489"/>
                  <a:pt x="400" y="489"/>
                  <a:pt x="398" y="490"/>
                </a:cubicBezTo>
                <a:cubicBezTo>
                  <a:pt x="397" y="491"/>
                  <a:pt x="397" y="491"/>
                  <a:pt x="397" y="491"/>
                </a:cubicBezTo>
                <a:cubicBezTo>
                  <a:pt x="396" y="493"/>
                  <a:pt x="396" y="495"/>
                  <a:pt x="397" y="497"/>
                </a:cubicBezTo>
                <a:cubicBezTo>
                  <a:pt x="398" y="498"/>
                  <a:pt x="399" y="498"/>
                  <a:pt x="400" y="498"/>
                </a:cubicBezTo>
                <a:cubicBezTo>
                  <a:pt x="401" y="498"/>
                  <a:pt x="402" y="498"/>
                  <a:pt x="403" y="497"/>
                </a:cubicBezTo>
                <a:lnTo>
                  <a:pt x="404" y="496"/>
                </a:lnTo>
                <a:close/>
                <a:moveTo>
                  <a:pt x="378" y="523"/>
                </a:moveTo>
                <a:cubicBezTo>
                  <a:pt x="380" y="521"/>
                  <a:pt x="380" y="519"/>
                  <a:pt x="378" y="517"/>
                </a:cubicBezTo>
                <a:cubicBezTo>
                  <a:pt x="376" y="516"/>
                  <a:pt x="374" y="516"/>
                  <a:pt x="372" y="517"/>
                </a:cubicBezTo>
                <a:cubicBezTo>
                  <a:pt x="371" y="518"/>
                  <a:pt x="371" y="518"/>
                  <a:pt x="371" y="518"/>
                </a:cubicBezTo>
                <a:cubicBezTo>
                  <a:pt x="370" y="520"/>
                  <a:pt x="370" y="522"/>
                  <a:pt x="372" y="524"/>
                </a:cubicBezTo>
                <a:cubicBezTo>
                  <a:pt x="372" y="524"/>
                  <a:pt x="373" y="525"/>
                  <a:pt x="374" y="525"/>
                </a:cubicBezTo>
                <a:cubicBezTo>
                  <a:pt x="375" y="525"/>
                  <a:pt x="376" y="524"/>
                  <a:pt x="377" y="524"/>
                </a:cubicBezTo>
                <a:lnTo>
                  <a:pt x="378" y="523"/>
                </a:lnTo>
                <a:close/>
                <a:moveTo>
                  <a:pt x="352" y="550"/>
                </a:moveTo>
                <a:cubicBezTo>
                  <a:pt x="354" y="548"/>
                  <a:pt x="354" y="545"/>
                  <a:pt x="352" y="544"/>
                </a:cubicBezTo>
                <a:cubicBezTo>
                  <a:pt x="351" y="542"/>
                  <a:pt x="348" y="542"/>
                  <a:pt x="347" y="544"/>
                </a:cubicBezTo>
                <a:cubicBezTo>
                  <a:pt x="346" y="545"/>
                  <a:pt x="346" y="545"/>
                  <a:pt x="346" y="545"/>
                </a:cubicBezTo>
                <a:cubicBezTo>
                  <a:pt x="344" y="547"/>
                  <a:pt x="344" y="549"/>
                  <a:pt x="346" y="551"/>
                </a:cubicBezTo>
                <a:cubicBezTo>
                  <a:pt x="347" y="551"/>
                  <a:pt x="348" y="552"/>
                  <a:pt x="349" y="552"/>
                </a:cubicBezTo>
                <a:cubicBezTo>
                  <a:pt x="350" y="552"/>
                  <a:pt x="351" y="551"/>
                  <a:pt x="352" y="550"/>
                </a:cubicBezTo>
                <a:close/>
                <a:moveTo>
                  <a:pt x="327" y="576"/>
                </a:moveTo>
                <a:cubicBezTo>
                  <a:pt x="328" y="575"/>
                  <a:pt x="328" y="572"/>
                  <a:pt x="327" y="571"/>
                </a:cubicBezTo>
                <a:cubicBezTo>
                  <a:pt x="325" y="569"/>
                  <a:pt x="322" y="569"/>
                  <a:pt x="321" y="571"/>
                </a:cubicBezTo>
                <a:cubicBezTo>
                  <a:pt x="320" y="572"/>
                  <a:pt x="320" y="572"/>
                  <a:pt x="320" y="572"/>
                </a:cubicBezTo>
                <a:cubicBezTo>
                  <a:pt x="319" y="573"/>
                  <a:pt x="319" y="576"/>
                  <a:pt x="320" y="577"/>
                </a:cubicBezTo>
                <a:cubicBezTo>
                  <a:pt x="321" y="578"/>
                  <a:pt x="322" y="579"/>
                  <a:pt x="323" y="579"/>
                </a:cubicBezTo>
                <a:cubicBezTo>
                  <a:pt x="324" y="579"/>
                  <a:pt x="325" y="578"/>
                  <a:pt x="326" y="577"/>
                </a:cubicBezTo>
                <a:lnTo>
                  <a:pt x="327" y="576"/>
                </a:lnTo>
                <a:close/>
                <a:moveTo>
                  <a:pt x="301" y="603"/>
                </a:moveTo>
                <a:cubicBezTo>
                  <a:pt x="302" y="602"/>
                  <a:pt x="302" y="599"/>
                  <a:pt x="301" y="598"/>
                </a:cubicBezTo>
                <a:cubicBezTo>
                  <a:pt x="299" y="596"/>
                  <a:pt x="297" y="596"/>
                  <a:pt x="295" y="598"/>
                </a:cubicBezTo>
                <a:cubicBezTo>
                  <a:pt x="294" y="599"/>
                  <a:pt x="294" y="599"/>
                  <a:pt x="294" y="599"/>
                </a:cubicBezTo>
                <a:cubicBezTo>
                  <a:pt x="294" y="599"/>
                  <a:pt x="294" y="599"/>
                  <a:pt x="294" y="600"/>
                </a:cubicBezTo>
                <a:cubicBezTo>
                  <a:pt x="293" y="601"/>
                  <a:pt x="293" y="602"/>
                  <a:pt x="294" y="603"/>
                </a:cubicBezTo>
                <a:cubicBezTo>
                  <a:pt x="294" y="604"/>
                  <a:pt x="294" y="604"/>
                  <a:pt x="294" y="604"/>
                </a:cubicBezTo>
                <a:cubicBezTo>
                  <a:pt x="295" y="605"/>
                  <a:pt x="296" y="605"/>
                  <a:pt x="297" y="605"/>
                </a:cubicBezTo>
                <a:cubicBezTo>
                  <a:pt x="298" y="605"/>
                  <a:pt x="299" y="605"/>
                  <a:pt x="300" y="604"/>
                </a:cubicBezTo>
                <a:lnTo>
                  <a:pt x="301" y="603"/>
                </a:lnTo>
                <a:close/>
                <a:moveTo>
                  <a:pt x="275" y="630"/>
                </a:moveTo>
                <a:cubicBezTo>
                  <a:pt x="277" y="629"/>
                  <a:pt x="277" y="626"/>
                  <a:pt x="275" y="625"/>
                </a:cubicBezTo>
                <a:cubicBezTo>
                  <a:pt x="273" y="623"/>
                  <a:pt x="271" y="623"/>
                  <a:pt x="269" y="625"/>
                </a:cubicBezTo>
                <a:cubicBezTo>
                  <a:pt x="269" y="626"/>
                  <a:pt x="269" y="626"/>
                  <a:pt x="269" y="626"/>
                </a:cubicBezTo>
                <a:cubicBezTo>
                  <a:pt x="267" y="627"/>
                  <a:pt x="267" y="630"/>
                  <a:pt x="269" y="631"/>
                </a:cubicBezTo>
                <a:cubicBezTo>
                  <a:pt x="269" y="632"/>
                  <a:pt x="270" y="632"/>
                  <a:pt x="271" y="632"/>
                </a:cubicBezTo>
                <a:cubicBezTo>
                  <a:pt x="273" y="632"/>
                  <a:pt x="274" y="632"/>
                  <a:pt x="274" y="631"/>
                </a:cubicBezTo>
                <a:lnTo>
                  <a:pt x="275" y="630"/>
                </a:lnTo>
                <a:close/>
                <a:moveTo>
                  <a:pt x="244" y="652"/>
                </a:moveTo>
                <a:cubicBezTo>
                  <a:pt x="243" y="652"/>
                  <a:pt x="243" y="652"/>
                  <a:pt x="243" y="652"/>
                </a:cubicBezTo>
                <a:cubicBezTo>
                  <a:pt x="241" y="654"/>
                  <a:pt x="241" y="657"/>
                  <a:pt x="243" y="658"/>
                </a:cubicBezTo>
                <a:cubicBezTo>
                  <a:pt x="244" y="659"/>
                  <a:pt x="245" y="659"/>
                  <a:pt x="246" y="659"/>
                </a:cubicBezTo>
                <a:cubicBezTo>
                  <a:pt x="247" y="659"/>
                  <a:pt x="248" y="659"/>
                  <a:pt x="249" y="658"/>
                </a:cubicBezTo>
                <a:cubicBezTo>
                  <a:pt x="249" y="657"/>
                  <a:pt x="249" y="657"/>
                  <a:pt x="249" y="657"/>
                </a:cubicBezTo>
                <a:cubicBezTo>
                  <a:pt x="251" y="656"/>
                  <a:pt x="251" y="653"/>
                  <a:pt x="249" y="651"/>
                </a:cubicBezTo>
                <a:cubicBezTo>
                  <a:pt x="248" y="650"/>
                  <a:pt x="245" y="650"/>
                  <a:pt x="244" y="652"/>
                </a:cubicBezTo>
                <a:close/>
                <a:moveTo>
                  <a:pt x="218" y="678"/>
                </a:moveTo>
                <a:cubicBezTo>
                  <a:pt x="218" y="678"/>
                  <a:pt x="218" y="678"/>
                  <a:pt x="218" y="678"/>
                </a:cubicBezTo>
                <a:cubicBezTo>
                  <a:pt x="217" y="679"/>
                  <a:pt x="217" y="679"/>
                  <a:pt x="217" y="679"/>
                </a:cubicBezTo>
                <a:cubicBezTo>
                  <a:pt x="216" y="681"/>
                  <a:pt x="216" y="683"/>
                  <a:pt x="217" y="685"/>
                </a:cubicBezTo>
                <a:cubicBezTo>
                  <a:pt x="217" y="685"/>
                  <a:pt x="218" y="685"/>
                  <a:pt x="218" y="685"/>
                </a:cubicBezTo>
                <a:cubicBezTo>
                  <a:pt x="219" y="686"/>
                  <a:pt x="219" y="686"/>
                  <a:pt x="220" y="686"/>
                </a:cubicBezTo>
                <a:cubicBezTo>
                  <a:pt x="220" y="686"/>
                  <a:pt x="220" y="686"/>
                  <a:pt x="220" y="686"/>
                </a:cubicBezTo>
                <a:cubicBezTo>
                  <a:pt x="220" y="686"/>
                  <a:pt x="220" y="686"/>
                  <a:pt x="220" y="686"/>
                </a:cubicBezTo>
                <a:cubicBezTo>
                  <a:pt x="221" y="686"/>
                  <a:pt x="222" y="686"/>
                  <a:pt x="223" y="685"/>
                </a:cubicBezTo>
                <a:cubicBezTo>
                  <a:pt x="224" y="684"/>
                  <a:pt x="224" y="684"/>
                  <a:pt x="224" y="684"/>
                </a:cubicBezTo>
                <a:cubicBezTo>
                  <a:pt x="225" y="682"/>
                  <a:pt x="225" y="680"/>
                  <a:pt x="224" y="678"/>
                </a:cubicBezTo>
                <a:cubicBezTo>
                  <a:pt x="222" y="677"/>
                  <a:pt x="219" y="677"/>
                  <a:pt x="218" y="678"/>
                </a:cubicBezTo>
                <a:close/>
                <a:moveTo>
                  <a:pt x="192" y="705"/>
                </a:moveTo>
                <a:cubicBezTo>
                  <a:pt x="191" y="706"/>
                  <a:pt x="191" y="706"/>
                  <a:pt x="191" y="706"/>
                </a:cubicBezTo>
                <a:cubicBezTo>
                  <a:pt x="190" y="708"/>
                  <a:pt x="190" y="710"/>
                  <a:pt x="192" y="712"/>
                </a:cubicBezTo>
                <a:cubicBezTo>
                  <a:pt x="192" y="713"/>
                  <a:pt x="193" y="713"/>
                  <a:pt x="194" y="713"/>
                </a:cubicBezTo>
                <a:cubicBezTo>
                  <a:pt x="194" y="713"/>
                  <a:pt x="194" y="713"/>
                  <a:pt x="194" y="713"/>
                </a:cubicBezTo>
                <a:cubicBezTo>
                  <a:pt x="194" y="713"/>
                  <a:pt x="194" y="713"/>
                  <a:pt x="194" y="713"/>
                </a:cubicBezTo>
                <a:cubicBezTo>
                  <a:pt x="195" y="713"/>
                  <a:pt x="196" y="713"/>
                  <a:pt x="197" y="712"/>
                </a:cubicBezTo>
                <a:cubicBezTo>
                  <a:pt x="198" y="711"/>
                  <a:pt x="198" y="711"/>
                  <a:pt x="198" y="711"/>
                </a:cubicBezTo>
                <a:cubicBezTo>
                  <a:pt x="200" y="709"/>
                  <a:pt x="200" y="707"/>
                  <a:pt x="198" y="705"/>
                </a:cubicBezTo>
                <a:cubicBezTo>
                  <a:pt x="196" y="704"/>
                  <a:pt x="194" y="704"/>
                  <a:pt x="192" y="705"/>
                </a:cubicBezTo>
                <a:close/>
                <a:moveTo>
                  <a:pt x="167" y="732"/>
                </a:moveTo>
                <a:cubicBezTo>
                  <a:pt x="166" y="733"/>
                  <a:pt x="166" y="733"/>
                  <a:pt x="166" y="733"/>
                </a:cubicBezTo>
                <a:cubicBezTo>
                  <a:pt x="164" y="735"/>
                  <a:pt x="164" y="737"/>
                  <a:pt x="166" y="739"/>
                </a:cubicBezTo>
                <a:cubicBezTo>
                  <a:pt x="167" y="739"/>
                  <a:pt x="168" y="740"/>
                  <a:pt x="169" y="740"/>
                </a:cubicBezTo>
                <a:cubicBezTo>
                  <a:pt x="169" y="740"/>
                  <a:pt x="169" y="740"/>
                  <a:pt x="169" y="740"/>
                </a:cubicBezTo>
                <a:cubicBezTo>
                  <a:pt x="169" y="740"/>
                  <a:pt x="169" y="740"/>
                  <a:pt x="169" y="740"/>
                </a:cubicBezTo>
                <a:cubicBezTo>
                  <a:pt x="170" y="740"/>
                  <a:pt x="171" y="739"/>
                  <a:pt x="171" y="739"/>
                </a:cubicBezTo>
                <a:cubicBezTo>
                  <a:pt x="172" y="738"/>
                  <a:pt x="172" y="738"/>
                  <a:pt x="172" y="738"/>
                </a:cubicBezTo>
                <a:cubicBezTo>
                  <a:pt x="174" y="736"/>
                  <a:pt x="174" y="734"/>
                  <a:pt x="172" y="732"/>
                </a:cubicBezTo>
                <a:cubicBezTo>
                  <a:pt x="171" y="731"/>
                  <a:pt x="168" y="731"/>
                  <a:pt x="167" y="732"/>
                </a:cubicBezTo>
                <a:close/>
                <a:moveTo>
                  <a:pt x="142" y="758"/>
                </a:moveTo>
                <a:cubicBezTo>
                  <a:pt x="142" y="758"/>
                  <a:pt x="141" y="759"/>
                  <a:pt x="141" y="759"/>
                </a:cubicBezTo>
                <a:cubicBezTo>
                  <a:pt x="140" y="760"/>
                  <a:pt x="140" y="760"/>
                  <a:pt x="140" y="760"/>
                </a:cubicBezTo>
                <a:cubicBezTo>
                  <a:pt x="138" y="762"/>
                  <a:pt x="139" y="764"/>
                  <a:pt x="140" y="766"/>
                </a:cubicBezTo>
                <a:cubicBezTo>
                  <a:pt x="141" y="766"/>
                  <a:pt x="142" y="766"/>
                  <a:pt x="142" y="767"/>
                </a:cubicBezTo>
                <a:cubicBezTo>
                  <a:pt x="143" y="767"/>
                  <a:pt x="143" y="767"/>
                  <a:pt x="143" y="767"/>
                </a:cubicBezTo>
                <a:cubicBezTo>
                  <a:pt x="143" y="767"/>
                  <a:pt x="143" y="767"/>
                  <a:pt x="143" y="767"/>
                </a:cubicBezTo>
                <a:cubicBezTo>
                  <a:pt x="143" y="767"/>
                  <a:pt x="143" y="767"/>
                  <a:pt x="143" y="767"/>
                </a:cubicBezTo>
                <a:cubicBezTo>
                  <a:pt x="144" y="767"/>
                  <a:pt x="145" y="766"/>
                  <a:pt x="146" y="765"/>
                </a:cubicBezTo>
                <a:cubicBezTo>
                  <a:pt x="147" y="765"/>
                  <a:pt x="147" y="765"/>
                  <a:pt x="147" y="765"/>
                </a:cubicBezTo>
                <a:cubicBezTo>
                  <a:pt x="148" y="763"/>
                  <a:pt x="148" y="760"/>
                  <a:pt x="146" y="759"/>
                </a:cubicBezTo>
                <a:cubicBezTo>
                  <a:pt x="145" y="758"/>
                  <a:pt x="144" y="758"/>
                  <a:pt x="142" y="758"/>
                </a:cubicBezTo>
                <a:close/>
                <a:moveTo>
                  <a:pt x="115" y="786"/>
                </a:moveTo>
                <a:cubicBezTo>
                  <a:pt x="114" y="787"/>
                  <a:pt x="114" y="787"/>
                  <a:pt x="114" y="787"/>
                </a:cubicBezTo>
                <a:cubicBezTo>
                  <a:pt x="113" y="788"/>
                  <a:pt x="113" y="791"/>
                  <a:pt x="114" y="792"/>
                </a:cubicBezTo>
                <a:cubicBezTo>
                  <a:pt x="115" y="793"/>
                  <a:pt x="116" y="794"/>
                  <a:pt x="117" y="794"/>
                </a:cubicBezTo>
                <a:cubicBezTo>
                  <a:pt x="117" y="794"/>
                  <a:pt x="117" y="794"/>
                  <a:pt x="117" y="794"/>
                </a:cubicBezTo>
                <a:cubicBezTo>
                  <a:pt x="117" y="794"/>
                  <a:pt x="117" y="794"/>
                  <a:pt x="117" y="794"/>
                </a:cubicBezTo>
                <a:cubicBezTo>
                  <a:pt x="118" y="794"/>
                  <a:pt x="119" y="793"/>
                  <a:pt x="120" y="792"/>
                </a:cubicBezTo>
                <a:cubicBezTo>
                  <a:pt x="121" y="791"/>
                  <a:pt x="121" y="791"/>
                  <a:pt x="121" y="791"/>
                </a:cubicBezTo>
                <a:cubicBezTo>
                  <a:pt x="122" y="790"/>
                  <a:pt x="122" y="787"/>
                  <a:pt x="121" y="786"/>
                </a:cubicBezTo>
                <a:cubicBezTo>
                  <a:pt x="119" y="784"/>
                  <a:pt x="117" y="784"/>
                  <a:pt x="115" y="786"/>
                </a:cubicBezTo>
                <a:close/>
                <a:moveTo>
                  <a:pt x="89" y="813"/>
                </a:moveTo>
                <a:cubicBezTo>
                  <a:pt x="89" y="814"/>
                  <a:pt x="89" y="814"/>
                  <a:pt x="89" y="814"/>
                </a:cubicBezTo>
                <a:cubicBezTo>
                  <a:pt x="88" y="814"/>
                  <a:pt x="88" y="814"/>
                  <a:pt x="88" y="815"/>
                </a:cubicBezTo>
                <a:cubicBezTo>
                  <a:pt x="90" y="816"/>
                  <a:pt x="93" y="817"/>
                  <a:pt x="96" y="817"/>
                </a:cubicBezTo>
                <a:cubicBezTo>
                  <a:pt x="97" y="816"/>
                  <a:pt x="96" y="814"/>
                  <a:pt x="95" y="813"/>
                </a:cubicBezTo>
                <a:cubicBezTo>
                  <a:pt x="93" y="811"/>
                  <a:pt x="91" y="811"/>
                  <a:pt x="89" y="813"/>
                </a:cubicBezTo>
                <a:close/>
                <a:moveTo>
                  <a:pt x="877" y="86"/>
                </a:moveTo>
                <a:cubicBezTo>
                  <a:pt x="877" y="86"/>
                  <a:pt x="877" y="86"/>
                  <a:pt x="877" y="86"/>
                </a:cubicBezTo>
                <a:cubicBezTo>
                  <a:pt x="877" y="86"/>
                  <a:pt x="877" y="86"/>
                  <a:pt x="877" y="86"/>
                </a:cubicBezTo>
                <a:cubicBezTo>
                  <a:pt x="877" y="86"/>
                  <a:pt x="877" y="86"/>
                  <a:pt x="877" y="86"/>
                </a:cubicBezTo>
                <a:cubicBezTo>
                  <a:pt x="876" y="84"/>
                  <a:pt x="875" y="82"/>
                  <a:pt x="874" y="80"/>
                </a:cubicBezTo>
                <a:cubicBezTo>
                  <a:pt x="873" y="81"/>
                  <a:pt x="873" y="83"/>
                  <a:pt x="874" y="85"/>
                </a:cubicBezTo>
                <a:cubicBezTo>
                  <a:pt x="875" y="85"/>
                  <a:pt x="876" y="86"/>
                  <a:pt x="877" y="86"/>
                </a:cubicBezTo>
                <a:close/>
                <a:moveTo>
                  <a:pt x="851" y="113"/>
                </a:moveTo>
                <a:cubicBezTo>
                  <a:pt x="852" y="113"/>
                  <a:pt x="853" y="112"/>
                  <a:pt x="854" y="111"/>
                </a:cubicBezTo>
                <a:cubicBezTo>
                  <a:pt x="855" y="111"/>
                  <a:pt x="855" y="111"/>
                  <a:pt x="855" y="111"/>
                </a:cubicBezTo>
                <a:cubicBezTo>
                  <a:pt x="856" y="109"/>
                  <a:pt x="856" y="106"/>
                  <a:pt x="855" y="105"/>
                </a:cubicBezTo>
                <a:cubicBezTo>
                  <a:pt x="853" y="103"/>
                  <a:pt x="851" y="103"/>
                  <a:pt x="849" y="105"/>
                </a:cubicBezTo>
                <a:cubicBezTo>
                  <a:pt x="848" y="106"/>
                  <a:pt x="848" y="106"/>
                  <a:pt x="848" y="106"/>
                </a:cubicBezTo>
                <a:cubicBezTo>
                  <a:pt x="847" y="108"/>
                  <a:pt x="847" y="110"/>
                  <a:pt x="848" y="112"/>
                </a:cubicBezTo>
                <a:cubicBezTo>
                  <a:pt x="849" y="112"/>
                  <a:pt x="850" y="113"/>
                  <a:pt x="851" y="113"/>
                </a:cubicBezTo>
                <a:close/>
                <a:moveTo>
                  <a:pt x="825" y="139"/>
                </a:moveTo>
                <a:cubicBezTo>
                  <a:pt x="825" y="139"/>
                  <a:pt x="825" y="140"/>
                  <a:pt x="826" y="140"/>
                </a:cubicBezTo>
                <a:cubicBezTo>
                  <a:pt x="827" y="140"/>
                  <a:pt x="828" y="139"/>
                  <a:pt x="828" y="138"/>
                </a:cubicBezTo>
                <a:cubicBezTo>
                  <a:pt x="829" y="137"/>
                  <a:pt x="829" y="137"/>
                  <a:pt x="829" y="137"/>
                </a:cubicBezTo>
                <a:cubicBezTo>
                  <a:pt x="831" y="136"/>
                  <a:pt x="831" y="133"/>
                  <a:pt x="829" y="132"/>
                </a:cubicBezTo>
                <a:cubicBezTo>
                  <a:pt x="828" y="131"/>
                  <a:pt x="826" y="130"/>
                  <a:pt x="825" y="131"/>
                </a:cubicBezTo>
                <a:cubicBezTo>
                  <a:pt x="824" y="131"/>
                  <a:pt x="824" y="132"/>
                  <a:pt x="823" y="132"/>
                </a:cubicBezTo>
                <a:cubicBezTo>
                  <a:pt x="823" y="133"/>
                  <a:pt x="823" y="133"/>
                  <a:pt x="823" y="133"/>
                </a:cubicBezTo>
                <a:cubicBezTo>
                  <a:pt x="821" y="134"/>
                  <a:pt x="821" y="137"/>
                  <a:pt x="823" y="138"/>
                </a:cubicBezTo>
                <a:cubicBezTo>
                  <a:pt x="823" y="139"/>
                  <a:pt x="824" y="139"/>
                  <a:pt x="825" y="139"/>
                </a:cubicBezTo>
                <a:close/>
                <a:moveTo>
                  <a:pt x="800" y="166"/>
                </a:moveTo>
                <a:cubicBezTo>
                  <a:pt x="801" y="166"/>
                  <a:pt x="802" y="166"/>
                  <a:pt x="803" y="165"/>
                </a:cubicBezTo>
                <a:cubicBezTo>
                  <a:pt x="804" y="164"/>
                  <a:pt x="804" y="164"/>
                  <a:pt x="804" y="164"/>
                </a:cubicBezTo>
                <a:cubicBezTo>
                  <a:pt x="805" y="163"/>
                  <a:pt x="805" y="160"/>
                  <a:pt x="803" y="159"/>
                </a:cubicBezTo>
                <a:cubicBezTo>
                  <a:pt x="802" y="157"/>
                  <a:pt x="799" y="157"/>
                  <a:pt x="798" y="159"/>
                </a:cubicBezTo>
                <a:cubicBezTo>
                  <a:pt x="797" y="160"/>
                  <a:pt x="797" y="160"/>
                  <a:pt x="797" y="160"/>
                </a:cubicBezTo>
                <a:cubicBezTo>
                  <a:pt x="795" y="161"/>
                  <a:pt x="795" y="164"/>
                  <a:pt x="797" y="165"/>
                </a:cubicBezTo>
                <a:cubicBezTo>
                  <a:pt x="798" y="166"/>
                  <a:pt x="799" y="166"/>
                  <a:pt x="800" y="166"/>
                </a:cubicBezTo>
                <a:close/>
                <a:moveTo>
                  <a:pt x="774" y="193"/>
                </a:moveTo>
                <a:cubicBezTo>
                  <a:pt x="775" y="193"/>
                  <a:pt x="776" y="193"/>
                  <a:pt x="777" y="192"/>
                </a:cubicBezTo>
                <a:cubicBezTo>
                  <a:pt x="778" y="191"/>
                  <a:pt x="778" y="191"/>
                  <a:pt x="778" y="191"/>
                </a:cubicBezTo>
                <a:cubicBezTo>
                  <a:pt x="779" y="190"/>
                  <a:pt x="779" y="187"/>
                  <a:pt x="778" y="186"/>
                </a:cubicBezTo>
                <a:cubicBezTo>
                  <a:pt x="776" y="184"/>
                  <a:pt x="774" y="184"/>
                  <a:pt x="772" y="186"/>
                </a:cubicBezTo>
                <a:cubicBezTo>
                  <a:pt x="771" y="187"/>
                  <a:pt x="771" y="187"/>
                  <a:pt x="771" y="187"/>
                </a:cubicBezTo>
                <a:cubicBezTo>
                  <a:pt x="770" y="188"/>
                  <a:pt x="770" y="191"/>
                  <a:pt x="771" y="192"/>
                </a:cubicBezTo>
                <a:cubicBezTo>
                  <a:pt x="772" y="193"/>
                  <a:pt x="773" y="193"/>
                  <a:pt x="774" y="193"/>
                </a:cubicBezTo>
                <a:close/>
                <a:moveTo>
                  <a:pt x="748" y="220"/>
                </a:moveTo>
                <a:cubicBezTo>
                  <a:pt x="749" y="220"/>
                  <a:pt x="749" y="220"/>
                  <a:pt x="749" y="220"/>
                </a:cubicBezTo>
                <a:cubicBezTo>
                  <a:pt x="750" y="220"/>
                  <a:pt x="751" y="220"/>
                  <a:pt x="751" y="219"/>
                </a:cubicBezTo>
                <a:cubicBezTo>
                  <a:pt x="752" y="218"/>
                  <a:pt x="752" y="218"/>
                  <a:pt x="752" y="218"/>
                </a:cubicBezTo>
                <a:cubicBezTo>
                  <a:pt x="754" y="217"/>
                  <a:pt x="754" y="214"/>
                  <a:pt x="752" y="212"/>
                </a:cubicBezTo>
                <a:cubicBezTo>
                  <a:pt x="751" y="212"/>
                  <a:pt x="750" y="211"/>
                  <a:pt x="749" y="211"/>
                </a:cubicBezTo>
                <a:cubicBezTo>
                  <a:pt x="748" y="211"/>
                  <a:pt x="747" y="212"/>
                  <a:pt x="746" y="213"/>
                </a:cubicBezTo>
                <a:cubicBezTo>
                  <a:pt x="745" y="213"/>
                  <a:pt x="745" y="213"/>
                  <a:pt x="745" y="213"/>
                </a:cubicBezTo>
                <a:cubicBezTo>
                  <a:pt x="744" y="215"/>
                  <a:pt x="744" y="218"/>
                  <a:pt x="746" y="219"/>
                </a:cubicBezTo>
                <a:cubicBezTo>
                  <a:pt x="746" y="220"/>
                  <a:pt x="747" y="220"/>
                  <a:pt x="748" y="220"/>
                </a:cubicBezTo>
                <a:close/>
                <a:moveTo>
                  <a:pt x="723" y="247"/>
                </a:moveTo>
                <a:cubicBezTo>
                  <a:pt x="724" y="247"/>
                  <a:pt x="725" y="247"/>
                  <a:pt x="726" y="246"/>
                </a:cubicBezTo>
                <a:cubicBezTo>
                  <a:pt x="726" y="245"/>
                  <a:pt x="726" y="245"/>
                  <a:pt x="726" y="245"/>
                </a:cubicBezTo>
                <a:cubicBezTo>
                  <a:pt x="728" y="243"/>
                  <a:pt x="728" y="241"/>
                  <a:pt x="726" y="239"/>
                </a:cubicBezTo>
                <a:cubicBezTo>
                  <a:pt x="725" y="238"/>
                  <a:pt x="722" y="238"/>
                  <a:pt x="721" y="239"/>
                </a:cubicBezTo>
                <a:cubicBezTo>
                  <a:pt x="720" y="240"/>
                  <a:pt x="720" y="240"/>
                  <a:pt x="720" y="240"/>
                </a:cubicBezTo>
                <a:cubicBezTo>
                  <a:pt x="718" y="242"/>
                  <a:pt x="718" y="244"/>
                  <a:pt x="720" y="246"/>
                </a:cubicBezTo>
                <a:cubicBezTo>
                  <a:pt x="721" y="247"/>
                  <a:pt x="722" y="247"/>
                  <a:pt x="723" y="247"/>
                </a:cubicBezTo>
                <a:close/>
                <a:moveTo>
                  <a:pt x="697" y="274"/>
                </a:moveTo>
                <a:cubicBezTo>
                  <a:pt x="697" y="274"/>
                  <a:pt x="697" y="274"/>
                  <a:pt x="697" y="274"/>
                </a:cubicBezTo>
                <a:cubicBezTo>
                  <a:pt x="697" y="274"/>
                  <a:pt x="697" y="274"/>
                  <a:pt x="697" y="274"/>
                </a:cubicBezTo>
                <a:cubicBezTo>
                  <a:pt x="698" y="274"/>
                  <a:pt x="699" y="274"/>
                  <a:pt x="700" y="273"/>
                </a:cubicBezTo>
                <a:cubicBezTo>
                  <a:pt x="701" y="272"/>
                  <a:pt x="701" y="272"/>
                  <a:pt x="701" y="272"/>
                </a:cubicBezTo>
                <a:cubicBezTo>
                  <a:pt x="702" y="270"/>
                  <a:pt x="702" y="268"/>
                  <a:pt x="701" y="266"/>
                </a:cubicBezTo>
                <a:cubicBezTo>
                  <a:pt x="699" y="265"/>
                  <a:pt x="696" y="265"/>
                  <a:pt x="695" y="266"/>
                </a:cubicBezTo>
                <a:cubicBezTo>
                  <a:pt x="694" y="267"/>
                  <a:pt x="694" y="267"/>
                  <a:pt x="694" y="267"/>
                </a:cubicBezTo>
                <a:cubicBezTo>
                  <a:pt x="692" y="269"/>
                  <a:pt x="693" y="271"/>
                  <a:pt x="694" y="273"/>
                </a:cubicBezTo>
                <a:cubicBezTo>
                  <a:pt x="695" y="274"/>
                  <a:pt x="696" y="274"/>
                  <a:pt x="697" y="274"/>
                </a:cubicBezTo>
                <a:close/>
                <a:moveTo>
                  <a:pt x="671" y="301"/>
                </a:moveTo>
                <a:cubicBezTo>
                  <a:pt x="671" y="301"/>
                  <a:pt x="671" y="301"/>
                  <a:pt x="671" y="301"/>
                </a:cubicBezTo>
                <a:cubicBezTo>
                  <a:pt x="671" y="301"/>
                  <a:pt x="671" y="301"/>
                  <a:pt x="671" y="301"/>
                </a:cubicBezTo>
                <a:cubicBezTo>
                  <a:pt x="672" y="301"/>
                  <a:pt x="673" y="301"/>
                  <a:pt x="673" y="300"/>
                </a:cubicBezTo>
                <a:cubicBezTo>
                  <a:pt x="674" y="300"/>
                  <a:pt x="674" y="300"/>
                  <a:pt x="674" y="300"/>
                </a:cubicBezTo>
                <a:cubicBezTo>
                  <a:pt x="675" y="299"/>
                  <a:pt x="675" y="299"/>
                  <a:pt x="675" y="299"/>
                </a:cubicBezTo>
                <a:cubicBezTo>
                  <a:pt x="676" y="297"/>
                  <a:pt x="676" y="295"/>
                  <a:pt x="675" y="293"/>
                </a:cubicBezTo>
                <a:cubicBezTo>
                  <a:pt x="674" y="293"/>
                  <a:pt x="674" y="292"/>
                  <a:pt x="673" y="292"/>
                </a:cubicBezTo>
                <a:cubicBezTo>
                  <a:pt x="672" y="292"/>
                  <a:pt x="670" y="292"/>
                  <a:pt x="669" y="293"/>
                </a:cubicBezTo>
                <a:cubicBezTo>
                  <a:pt x="668" y="294"/>
                  <a:pt x="668" y="294"/>
                  <a:pt x="668" y="294"/>
                </a:cubicBezTo>
                <a:cubicBezTo>
                  <a:pt x="667" y="296"/>
                  <a:pt x="667" y="298"/>
                  <a:pt x="668" y="300"/>
                </a:cubicBezTo>
                <a:cubicBezTo>
                  <a:pt x="669" y="300"/>
                  <a:pt x="670" y="301"/>
                  <a:pt x="671" y="301"/>
                </a:cubicBezTo>
                <a:close/>
                <a:moveTo>
                  <a:pt x="645" y="328"/>
                </a:moveTo>
                <a:cubicBezTo>
                  <a:pt x="645" y="328"/>
                  <a:pt x="645" y="328"/>
                  <a:pt x="645" y="328"/>
                </a:cubicBezTo>
                <a:cubicBezTo>
                  <a:pt x="645" y="328"/>
                  <a:pt x="645" y="328"/>
                  <a:pt x="645" y="328"/>
                </a:cubicBezTo>
                <a:cubicBezTo>
                  <a:pt x="647" y="328"/>
                  <a:pt x="648" y="327"/>
                  <a:pt x="648" y="326"/>
                </a:cubicBezTo>
                <a:cubicBezTo>
                  <a:pt x="649" y="326"/>
                  <a:pt x="649" y="326"/>
                  <a:pt x="649" y="326"/>
                </a:cubicBezTo>
                <a:cubicBezTo>
                  <a:pt x="651" y="324"/>
                  <a:pt x="651" y="321"/>
                  <a:pt x="649" y="320"/>
                </a:cubicBezTo>
                <a:cubicBezTo>
                  <a:pt x="647" y="318"/>
                  <a:pt x="645" y="319"/>
                  <a:pt x="643" y="320"/>
                </a:cubicBezTo>
                <a:cubicBezTo>
                  <a:pt x="643" y="321"/>
                  <a:pt x="643" y="321"/>
                  <a:pt x="643" y="321"/>
                </a:cubicBezTo>
                <a:cubicBezTo>
                  <a:pt x="641" y="323"/>
                  <a:pt x="641" y="325"/>
                  <a:pt x="643" y="327"/>
                </a:cubicBezTo>
                <a:cubicBezTo>
                  <a:pt x="643" y="327"/>
                  <a:pt x="644" y="328"/>
                  <a:pt x="645" y="328"/>
                </a:cubicBezTo>
                <a:close/>
                <a:moveTo>
                  <a:pt x="620" y="355"/>
                </a:moveTo>
                <a:cubicBezTo>
                  <a:pt x="620" y="355"/>
                  <a:pt x="620" y="355"/>
                  <a:pt x="620" y="355"/>
                </a:cubicBezTo>
                <a:cubicBezTo>
                  <a:pt x="620" y="355"/>
                  <a:pt x="620" y="355"/>
                  <a:pt x="620" y="355"/>
                </a:cubicBezTo>
                <a:cubicBezTo>
                  <a:pt x="621" y="355"/>
                  <a:pt x="622" y="354"/>
                  <a:pt x="623" y="353"/>
                </a:cubicBezTo>
                <a:cubicBezTo>
                  <a:pt x="623" y="353"/>
                  <a:pt x="623" y="353"/>
                  <a:pt x="623" y="353"/>
                </a:cubicBezTo>
                <a:cubicBezTo>
                  <a:pt x="625" y="351"/>
                  <a:pt x="625" y="348"/>
                  <a:pt x="623" y="347"/>
                </a:cubicBezTo>
                <a:cubicBezTo>
                  <a:pt x="622" y="345"/>
                  <a:pt x="619" y="345"/>
                  <a:pt x="618" y="347"/>
                </a:cubicBezTo>
                <a:cubicBezTo>
                  <a:pt x="617" y="348"/>
                  <a:pt x="617" y="348"/>
                  <a:pt x="617" y="348"/>
                </a:cubicBezTo>
                <a:cubicBezTo>
                  <a:pt x="615" y="349"/>
                  <a:pt x="615" y="352"/>
                  <a:pt x="617" y="353"/>
                </a:cubicBezTo>
                <a:cubicBezTo>
                  <a:pt x="618" y="354"/>
                  <a:pt x="619" y="355"/>
                  <a:pt x="620" y="355"/>
                </a:cubicBezTo>
                <a:close/>
                <a:moveTo>
                  <a:pt x="594" y="381"/>
                </a:moveTo>
                <a:cubicBezTo>
                  <a:pt x="594" y="381"/>
                  <a:pt x="594" y="381"/>
                  <a:pt x="594" y="381"/>
                </a:cubicBezTo>
                <a:cubicBezTo>
                  <a:pt x="594" y="381"/>
                  <a:pt x="594" y="381"/>
                  <a:pt x="594" y="381"/>
                </a:cubicBezTo>
                <a:cubicBezTo>
                  <a:pt x="595" y="381"/>
                  <a:pt x="596" y="381"/>
                  <a:pt x="597" y="380"/>
                </a:cubicBezTo>
                <a:cubicBezTo>
                  <a:pt x="598" y="379"/>
                  <a:pt x="598" y="379"/>
                  <a:pt x="598" y="379"/>
                </a:cubicBezTo>
                <a:cubicBezTo>
                  <a:pt x="598" y="379"/>
                  <a:pt x="598" y="379"/>
                  <a:pt x="598" y="379"/>
                </a:cubicBezTo>
                <a:cubicBezTo>
                  <a:pt x="599" y="378"/>
                  <a:pt x="599" y="375"/>
                  <a:pt x="598" y="374"/>
                </a:cubicBezTo>
                <a:cubicBezTo>
                  <a:pt x="598" y="374"/>
                  <a:pt x="598" y="374"/>
                  <a:pt x="598" y="374"/>
                </a:cubicBezTo>
                <a:cubicBezTo>
                  <a:pt x="596" y="372"/>
                  <a:pt x="594" y="372"/>
                  <a:pt x="592" y="374"/>
                </a:cubicBezTo>
                <a:cubicBezTo>
                  <a:pt x="591" y="375"/>
                  <a:pt x="591" y="375"/>
                  <a:pt x="591" y="375"/>
                </a:cubicBezTo>
                <a:cubicBezTo>
                  <a:pt x="590" y="376"/>
                  <a:pt x="590" y="379"/>
                  <a:pt x="591" y="380"/>
                </a:cubicBezTo>
                <a:cubicBezTo>
                  <a:pt x="592" y="381"/>
                  <a:pt x="593" y="381"/>
                  <a:pt x="594" y="381"/>
                </a:cubicBezTo>
                <a:close/>
                <a:moveTo>
                  <a:pt x="568" y="408"/>
                </a:moveTo>
                <a:cubicBezTo>
                  <a:pt x="568" y="408"/>
                  <a:pt x="568" y="408"/>
                  <a:pt x="568" y="408"/>
                </a:cubicBezTo>
                <a:cubicBezTo>
                  <a:pt x="568" y="408"/>
                  <a:pt x="568" y="408"/>
                  <a:pt x="568" y="408"/>
                </a:cubicBezTo>
                <a:cubicBezTo>
                  <a:pt x="569" y="408"/>
                  <a:pt x="570" y="408"/>
                  <a:pt x="571" y="407"/>
                </a:cubicBezTo>
                <a:cubicBezTo>
                  <a:pt x="572" y="406"/>
                  <a:pt x="572" y="406"/>
                  <a:pt x="572" y="406"/>
                </a:cubicBezTo>
                <a:cubicBezTo>
                  <a:pt x="574" y="405"/>
                  <a:pt x="574" y="402"/>
                  <a:pt x="572" y="401"/>
                </a:cubicBezTo>
                <a:cubicBezTo>
                  <a:pt x="570" y="399"/>
                  <a:pt x="568" y="399"/>
                  <a:pt x="566" y="401"/>
                </a:cubicBezTo>
                <a:cubicBezTo>
                  <a:pt x="565" y="402"/>
                  <a:pt x="565" y="402"/>
                  <a:pt x="565" y="402"/>
                </a:cubicBezTo>
                <a:cubicBezTo>
                  <a:pt x="564" y="403"/>
                  <a:pt x="564" y="406"/>
                  <a:pt x="566" y="407"/>
                </a:cubicBezTo>
                <a:cubicBezTo>
                  <a:pt x="566" y="408"/>
                  <a:pt x="567" y="408"/>
                  <a:pt x="568" y="408"/>
                </a:cubicBezTo>
                <a:close/>
                <a:moveTo>
                  <a:pt x="543" y="435"/>
                </a:moveTo>
                <a:cubicBezTo>
                  <a:pt x="544" y="435"/>
                  <a:pt x="545" y="435"/>
                  <a:pt x="545" y="434"/>
                </a:cubicBezTo>
                <a:cubicBezTo>
                  <a:pt x="546" y="433"/>
                  <a:pt x="546" y="433"/>
                  <a:pt x="546" y="433"/>
                </a:cubicBezTo>
                <a:cubicBezTo>
                  <a:pt x="548" y="432"/>
                  <a:pt x="548" y="429"/>
                  <a:pt x="546" y="427"/>
                </a:cubicBezTo>
                <a:cubicBezTo>
                  <a:pt x="545" y="426"/>
                  <a:pt x="542" y="426"/>
                  <a:pt x="541" y="428"/>
                </a:cubicBezTo>
                <a:cubicBezTo>
                  <a:pt x="540" y="428"/>
                  <a:pt x="540" y="428"/>
                  <a:pt x="540" y="428"/>
                </a:cubicBezTo>
                <a:cubicBezTo>
                  <a:pt x="538" y="430"/>
                  <a:pt x="538" y="433"/>
                  <a:pt x="540" y="434"/>
                </a:cubicBezTo>
                <a:cubicBezTo>
                  <a:pt x="541" y="435"/>
                  <a:pt x="542" y="435"/>
                  <a:pt x="543" y="435"/>
                </a:cubicBezTo>
                <a:close/>
                <a:moveTo>
                  <a:pt x="517" y="462"/>
                </a:moveTo>
                <a:cubicBezTo>
                  <a:pt x="518" y="462"/>
                  <a:pt x="519" y="462"/>
                  <a:pt x="520" y="461"/>
                </a:cubicBezTo>
                <a:cubicBezTo>
                  <a:pt x="521" y="460"/>
                  <a:pt x="521" y="460"/>
                  <a:pt x="521" y="460"/>
                </a:cubicBezTo>
                <a:cubicBezTo>
                  <a:pt x="522" y="458"/>
                  <a:pt x="522" y="456"/>
                  <a:pt x="520" y="454"/>
                </a:cubicBezTo>
                <a:cubicBezTo>
                  <a:pt x="519" y="453"/>
                  <a:pt x="516" y="453"/>
                  <a:pt x="515" y="454"/>
                </a:cubicBezTo>
                <a:cubicBezTo>
                  <a:pt x="514" y="455"/>
                  <a:pt x="514" y="455"/>
                  <a:pt x="514" y="455"/>
                </a:cubicBezTo>
                <a:cubicBezTo>
                  <a:pt x="512" y="457"/>
                  <a:pt x="513" y="459"/>
                  <a:pt x="514" y="461"/>
                </a:cubicBezTo>
                <a:cubicBezTo>
                  <a:pt x="515" y="462"/>
                  <a:pt x="516" y="462"/>
                  <a:pt x="517" y="462"/>
                </a:cubicBezTo>
                <a:close/>
                <a:moveTo>
                  <a:pt x="491" y="489"/>
                </a:moveTo>
                <a:cubicBezTo>
                  <a:pt x="492" y="489"/>
                  <a:pt x="493" y="489"/>
                  <a:pt x="494" y="488"/>
                </a:cubicBezTo>
                <a:cubicBezTo>
                  <a:pt x="495" y="487"/>
                  <a:pt x="495" y="487"/>
                  <a:pt x="495" y="487"/>
                </a:cubicBezTo>
                <a:cubicBezTo>
                  <a:pt x="496" y="485"/>
                  <a:pt x="496" y="483"/>
                  <a:pt x="495" y="481"/>
                </a:cubicBezTo>
                <a:cubicBezTo>
                  <a:pt x="493" y="480"/>
                  <a:pt x="491" y="480"/>
                  <a:pt x="489" y="481"/>
                </a:cubicBezTo>
                <a:cubicBezTo>
                  <a:pt x="488" y="482"/>
                  <a:pt x="488" y="482"/>
                  <a:pt x="488" y="482"/>
                </a:cubicBezTo>
                <a:cubicBezTo>
                  <a:pt x="487" y="484"/>
                  <a:pt x="487" y="486"/>
                  <a:pt x="488" y="488"/>
                </a:cubicBezTo>
                <a:cubicBezTo>
                  <a:pt x="489" y="489"/>
                  <a:pt x="490" y="489"/>
                  <a:pt x="491" y="489"/>
                </a:cubicBezTo>
                <a:close/>
                <a:moveTo>
                  <a:pt x="465" y="516"/>
                </a:moveTo>
                <a:cubicBezTo>
                  <a:pt x="466" y="516"/>
                  <a:pt x="468" y="515"/>
                  <a:pt x="468" y="515"/>
                </a:cubicBezTo>
                <a:cubicBezTo>
                  <a:pt x="469" y="514"/>
                  <a:pt x="469" y="514"/>
                  <a:pt x="469" y="514"/>
                </a:cubicBezTo>
                <a:cubicBezTo>
                  <a:pt x="471" y="512"/>
                  <a:pt x="471" y="510"/>
                  <a:pt x="469" y="508"/>
                </a:cubicBezTo>
                <a:cubicBezTo>
                  <a:pt x="467" y="507"/>
                  <a:pt x="465" y="507"/>
                  <a:pt x="463" y="508"/>
                </a:cubicBezTo>
                <a:cubicBezTo>
                  <a:pt x="463" y="509"/>
                  <a:pt x="463" y="509"/>
                  <a:pt x="463" y="509"/>
                </a:cubicBezTo>
                <a:cubicBezTo>
                  <a:pt x="461" y="511"/>
                  <a:pt x="461" y="513"/>
                  <a:pt x="463" y="515"/>
                </a:cubicBezTo>
                <a:cubicBezTo>
                  <a:pt x="463" y="515"/>
                  <a:pt x="464" y="516"/>
                  <a:pt x="465" y="516"/>
                </a:cubicBezTo>
                <a:close/>
                <a:moveTo>
                  <a:pt x="440" y="543"/>
                </a:moveTo>
                <a:cubicBezTo>
                  <a:pt x="441" y="543"/>
                  <a:pt x="442" y="542"/>
                  <a:pt x="443" y="542"/>
                </a:cubicBezTo>
                <a:cubicBezTo>
                  <a:pt x="443" y="541"/>
                  <a:pt x="443" y="541"/>
                  <a:pt x="443" y="541"/>
                </a:cubicBezTo>
                <a:cubicBezTo>
                  <a:pt x="445" y="539"/>
                  <a:pt x="445" y="537"/>
                  <a:pt x="443" y="535"/>
                </a:cubicBezTo>
                <a:cubicBezTo>
                  <a:pt x="442" y="533"/>
                  <a:pt x="439" y="534"/>
                  <a:pt x="438" y="535"/>
                </a:cubicBezTo>
                <a:cubicBezTo>
                  <a:pt x="437" y="536"/>
                  <a:pt x="437" y="536"/>
                  <a:pt x="437" y="536"/>
                </a:cubicBezTo>
                <a:cubicBezTo>
                  <a:pt x="435" y="538"/>
                  <a:pt x="435" y="540"/>
                  <a:pt x="437" y="542"/>
                </a:cubicBezTo>
                <a:cubicBezTo>
                  <a:pt x="438" y="542"/>
                  <a:pt x="439" y="543"/>
                  <a:pt x="440" y="543"/>
                </a:cubicBezTo>
                <a:close/>
                <a:moveTo>
                  <a:pt x="414" y="570"/>
                </a:moveTo>
                <a:cubicBezTo>
                  <a:pt x="414" y="570"/>
                  <a:pt x="414" y="570"/>
                  <a:pt x="414" y="570"/>
                </a:cubicBezTo>
                <a:cubicBezTo>
                  <a:pt x="414" y="570"/>
                  <a:pt x="414" y="570"/>
                  <a:pt x="414" y="570"/>
                </a:cubicBezTo>
                <a:cubicBezTo>
                  <a:pt x="415" y="570"/>
                  <a:pt x="416" y="569"/>
                  <a:pt x="417" y="568"/>
                </a:cubicBezTo>
                <a:cubicBezTo>
                  <a:pt x="418" y="568"/>
                  <a:pt x="418" y="568"/>
                  <a:pt x="418" y="568"/>
                </a:cubicBezTo>
                <a:cubicBezTo>
                  <a:pt x="419" y="566"/>
                  <a:pt x="419" y="563"/>
                  <a:pt x="418" y="562"/>
                </a:cubicBezTo>
                <a:cubicBezTo>
                  <a:pt x="416" y="560"/>
                  <a:pt x="413" y="560"/>
                  <a:pt x="412" y="562"/>
                </a:cubicBezTo>
                <a:cubicBezTo>
                  <a:pt x="411" y="563"/>
                  <a:pt x="411" y="563"/>
                  <a:pt x="411" y="563"/>
                </a:cubicBezTo>
                <a:cubicBezTo>
                  <a:pt x="410" y="564"/>
                  <a:pt x="410" y="567"/>
                  <a:pt x="411" y="569"/>
                </a:cubicBezTo>
                <a:cubicBezTo>
                  <a:pt x="412" y="569"/>
                  <a:pt x="413" y="570"/>
                  <a:pt x="414" y="570"/>
                </a:cubicBezTo>
                <a:close/>
                <a:moveTo>
                  <a:pt x="388" y="596"/>
                </a:moveTo>
                <a:cubicBezTo>
                  <a:pt x="388" y="596"/>
                  <a:pt x="388" y="596"/>
                  <a:pt x="388" y="596"/>
                </a:cubicBezTo>
                <a:cubicBezTo>
                  <a:pt x="388" y="596"/>
                  <a:pt x="388" y="596"/>
                  <a:pt x="388" y="596"/>
                </a:cubicBezTo>
                <a:cubicBezTo>
                  <a:pt x="389" y="596"/>
                  <a:pt x="390" y="596"/>
                  <a:pt x="391" y="595"/>
                </a:cubicBezTo>
                <a:cubicBezTo>
                  <a:pt x="392" y="594"/>
                  <a:pt x="392" y="594"/>
                  <a:pt x="392" y="594"/>
                </a:cubicBezTo>
                <a:cubicBezTo>
                  <a:pt x="394" y="593"/>
                  <a:pt x="393" y="590"/>
                  <a:pt x="392" y="589"/>
                </a:cubicBezTo>
                <a:cubicBezTo>
                  <a:pt x="390" y="587"/>
                  <a:pt x="388" y="587"/>
                  <a:pt x="386" y="589"/>
                </a:cubicBezTo>
                <a:cubicBezTo>
                  <a:pt x="385" y="590"/>
                  <a:pt x="385" y="590"/>
                  <a:pt x="385" y="590"/>
                </a:cubicBezTo>
                <a:cubicBezTo>
                  <a:pt x="384" y="591"/>
                  <a:pt x="384" y="594"/>
                  <a:pt x="386" y="595"/>
                </a:cubicBezTo>
                <a:cubicBezTo>
                  <a:pt x="386" y="596"/>
                  <a:pt x="387" y="596"/>
                  <a:pt x="388" y="596"/>
                </a:cubicBezTo>
                <a:close/>
                <a:moveTo>
                  <a:pt x="335" y="643"/>
                </a:moveTo>
                <a:cubicBezTo>
                  <a:pt x="334" y="643"/>
                  <a:pt x="334" y="643"/>
                  <a:pt x="334" y="643"/>
                </a:cubicBezTo>
                <a:cubicBezTo>
                  <a:pt x="334" y="644"/>
                  <a:pt x="333" y="644"/>
                  <a:pt x="333" y="645"/>
                </a:cubicBezTo>
                <a:cubicBezTo>
                  <a:pt x="333" y="646"/>
                  <a:pt x="333" y="647"/>
                  <a:pt x="333" y="648"/>
                </a:cubicBezTo>
                <a:cubicBezTo>
                  <a:pt x="333" y="648"/>
                  <a:pt x="334" y="649"/>
                  <a:pt x="334" y="649"/>
                </a:cubicBezTo>
                <a:cubicBezTo>
                  <a:pt x="335" y="650"/>
                  <a:pt x="336" y="650"/>
                  <a:pt x="337" y="650"/>
                </a:cubicBezTo>
                <a:cubicBezTo>
                  <a:pt x="338" y="650"/>
                  <a:pt x="339" y="650"/>
                  <a:pt x="340" y="649"/>
                </a:cubicBezTo>
                <a:cubicBezTo>
                  <a:pt x="341" y="648"/>
                  <a:pt x="341" y="648"/>
                  <a:pt x="341" y="648"/>
                </a:cubicBezTo>
                <a:cubicBezTo>
                  <a:pt x="342" y="647"/>
                  <a:pt x="342" y="644"/>
                  <a:pt x="340" y="642"/>
                </a:cubicBezTo>
                <a:cubicBezTo>
                  <a:pt x="339" y="641"/>
                  <a:pt x="336" y="641"/>
                  <a:pt x="335" y="643"/>
                </a:cubicBezTo>
                <a:close/>
                <a:moveTo>
                  <a:pt x="309" y="669"/>
                </a:moveTo>
                <a:cubicBezTo>
                  <a:pt x="308" y="670"/>
                  <a:pt x="308" y="670"/>
                  <a:pt x="308" y="670"/>
                </a:cubicBezTo>
                <a:cubicBezTo>
                  <a:pt x="307" y="672"/>
                  <a:pt x="307" y="674"/>
                  <a:pt x="308" y="676"/>
                </a:cubicBezTo>
                <a:cubicBezTo>
                  <a:pt x="309" y="677"/>
                  <a:pt x="310" y="677"/>
                  <a:pt x="311" y="677"/>
                </a:cubicBezTo>
                <a:cubicBezTo>
                  <a:pt x="312" y="677"/>
                  <a:pt x="313" y="677"/>
                  <a:pt x="314" y="676"/>
                </a:cubicBezTo>
                <a:cubicBezTo>
                  <a:pt x="315" y="675"/>
                  <a:pt x="315" y="675"/>
                  <a:pt x="315" y="675"/>
                </a:cubicBezTo>
                <a:cubicBezTo>
                  <a:pt x="316" y="673"/>
                  <a:pt x="316" y="671"/>
                  <a:pt x="315" y="669"/>
                </a:cubicBezTo>
                <a:cubicBezTo>
                  <a:pt x="313" y="668"/>
                  <a:pt x="311" y="668"/>
                  <a:pt x="309" y="669"/>
                </a:cubicBezTo>
                <a:close/>
                <a:moveTo>
                  <a:pt x="283" y="696"/>
                </a:moveTo>
                <a:cubicBezTo>
                  <a:pt x="283" y="697"/>
                  <a:pt x="283" y="697"/>
                  <a:pt x="283" y="697"/>
                </a:cubicBezTo>
                <a:cubicBezTo>
                  <a:pt x="281" y="699"/>
                  <a:pt x="281" y="701"/>
                  <a:pt x="283" y="703"/>
                </a:cubicBezTo>
                <a:cubicBezTo>
                  <a:pt x="283" y="704"/>
                  <a:pt x="284" y="704"/>
                  <a:pt x="285" y="704"/>
                </a:cubicBezTo>
                <a:cubicBezTo>
                  <a:pt x="286" y="704"/>
                  <a:pt x="288" y="704"/>
                  <a:pt x="288" y="703"/>
                </a:cubicBezTo>
                <a:cubicBezTo>
                  <a:pt x="289" y="702"/>
                  <a:pt x="289" y="702"/>
                  <a:pt x="289" y="702"/>
                </a:cubicBezTo>
                <a:cubicBezTo>
                  <a:pt x="291" y="700"/>
                  <a:pt x="291" y="698"/>
                  <a:pt x="289" y="696"/>
                </a:cubicBezTo>
                <a:cubicBezTo>
                  <a:pt x="287" y="695"/>
                  <a:pt x="285" y="695"/>
                  <a:pt x="283" y="696"/>
                </a:cubicBezTo>
                <a:close/>
                <a:moveTo>
                  <a:pt x="258" y="723"/>
                </a:moveTo>
                <a:cubicBezTo>
                  <a:pt x="258" y="723"/>
                  <a:pt x="258" y="723"/>
                  <a:pt x="258" y="723"/>
                </a:cubicBezTo>
                <a:cubicBezTo>
                  <a:pt x="257" y="724"/>
                  <a:pt x="257" y="724"/>
                  <a:pt x="257" y="724"/>
                </a:cubicBezTo>
                <a:cubicBezTo>
                  <a:pt x="255" y="726"/>
                  <a:pt x="255" y="728"/>
                  <a:pt x="257" y="730"/>
                </a:cubicBezTo>
                <a:cubicBezTo>
                  <a:pt x="257" y="730"/>
                  <a:pt x="257" y="730"/>
                  <a:pt x="258" y="730"/>
                </a:cubicBezTo>
                <a:cubicBezTo>
                  <a:pt x="258" y="731"/>
                  <a:pt x="259" y="731"/>
                  <a:pt x="260" y="731"/>
                </a:cubicBezTo>
                <a:cubicBezTo>
                  <a:pt x="261" y="731"/>
                  <a:pt x="262" y="730"/>
                  <a:pt x="263" y="730"/>
                </a:cubicBezTo>
                <a:cubicBezTo>
                  <a:pt x="263" y="729"/>
                  <a:pt x="263" y="729"/>
                  <a:pt x="263" y="729"/>
                </a:cubicBezTo>
                <a:cubicBezTo>
                  <a:pt x="265" y="727"/>
                  <a:pt x="265" y="725"/>
                  <a:pt x="263" y="723"/>
                </a:cubicBezTo>
                <a:cubicBezTo>
                  <a:pt x="262" y="722"/>
                  <a:pt x="259" y="722"/>
                  <a:pt x="258" y="723"/>
                </a:cubicBezTo>
                <a:close/>
                <a:moveTo>
                  <a:pt x="232" y="750"/>
                </a:moveTo>
                <a:cubicBezTo>
                  <a:pt x="231" y="751"/>
                  <a:pt x="231" y="751"/>
                  <a:pt x="231" y="751"/>
                </a:cubicBezTo>
                <a:cubicBezTo>
                  <a:pt x="230" y="753"/>
                  <a:pt x="230" y="755"/>
                  <a:pt x="231" y="757"/>
                </a:cubicBezTo>
                <a:cubicBezTo>
                  <a:pt x="232" y="757"/>
                  <a:pt x="233" y="758"/>
                  <a:pt x="234" y="758"/>
                </a:cubicBezTo>
                <a:cubicBezTo>
                  <a:pt x="235" y="758"/>
                  <a:pt x="236" y="757"/>
                  <a:pt x="237" y="757"/>
                </a:cubicBezTo>
                <a:cubicBezTo>
                  <a:pt x="238" y="756"/>
                  <a:pt x="238" y="756"/>
                  <a:pt x="238" y="756"/>
                </a:cubicBezTo>
                <a:cubicBezTo>
                  <a:pt x="239" y="754"/>
                  <a:pt x="239" y="752"/>
                  <a:pt x="238" y="750"/>
                </a:cubicBezTo>
                <a:cubicBezTo>
                  <a:pt x="236" y="748"/>
                  <a:pt x="233" y="749"/>
                  <a:pt x="232" y="750"/>
                </a:cubicBezTo>
                <a:close/>
                <a:moveTo>
                  <a:pt x="206" y="777"/>
                </a:moveTo>
                <a:cubicBezTo>
                  <a:pt x="205" y="778"/>
                  <a:pt x="205" y="778"/>
                  <a:pt x="205" y="778"/>
                </a:cubicBezTo>
                <a:cubicBezTo>
                  <a:pt x="204" y="779"/>
                  <a:pt x="204" y="782"/>
                  <a:pt x="205" y="784"/>
                </a:cubicBezTo>
                <a:cubicBezTo>
                  <a:pt x="206" y="784"/>
                  <a:pt x="207" y="785"/>
                  <a:pt x="208" y="785"/>
                </a:cubicBezTo>
                <a:cubicBezTo>
                  <a:pt x="209" y="785"/>
                  <a:pt x="210" y="784"/>
                  <a:pt x="211" y="783"/>
                </a:cubicBezTo>
                <a:cubicBezTo>
                  <a:pt x="212" y="783"/>
                  <a:pt x="212" y="783"/>
                  <a:pt x="212" y="783"/>
                </a:cubicBezTo>
                <a:cubicBezTo>
                  <a:pt x="213" y="781"/>
                  <a:pt x="213" y="778"/>
                  <a:pt x="212" y="777"/>
                </a:cubicBezTo>
                <a:cubicBezTo>
                  <a:pt x="210" y="775"/>
                  <a:pt x="208" y="775"/>
                  <a:pt x="206" y="777"/>
                </a:cubicBezTo>
                <a:close/>
                <a:moveTo>
                  <a:pt x="182" y="803"/>
                </a:moveTo>
                <a:cubicBezTo>
                  <a:pt x="181" y="803"/>
                  <a:pt x="181" y="803"/>
                  <a:pt x="180" y="804"/>
                </a:cubicBezTo>
                <a:cubicBezTo>
                  <a:pt x="180" y="805"/>
                  <a:pt x="180" y="805"/>
                  <a:pt x="180" y="805"/>
                </a:cubicBezTo>
                <a:cubicBezTo>
                  <a:pt x="178" y="806"/>
                  <a:pt x="178" y="809"/>
                  <a:pt x="180" y="810"/>
                </a:cubicBezTo>
                <a:cubicBezTo>
                  <a:pt x="180" y="811"/>
                  <a:pt x="181" y="811"/>
                  <a:pt x="182" y="811"/>
                </a:cubicBezTo>
                <a:cubicBezTo>
                  <a:pt x="182" y="811"/>
                  <a:pt x="182" y="812"/>
                  <a:pt x="183" y="812"/>
                </a:cubicBezTo>
                <a:cubicBezTo>
                  <a:pt x="184" y="812"/>
                  <a:pt x="185" y="811"/>
                  <a:pt x="185" y="810"/>
                </a:cubicBezTo>
                <a:cubicBezTo>
                  <a:pt x="186" y="809"/>
                  <a:pt x="186" y="809"/>
                  <a:pt x="186" y="809"/>
                </a:cubicBezTo>
                <a:cubicBezTo>
                  <a:pt x="188" y="808"/>
                  <a:pt x="188" y="805"/>
                  <a:pt x="186" y="804"/>
                </a:cubicBezTo>
                <a:cubicBezTo>
                  <a:pt x="185" y="803"/>
                  <a:pt x="183" y="802"/>
                  <a:pt x="182" y="803"/>
                </a:cubicBezTo>
                <a:close/>
                <a:moveTo>
                  <a:pt x="891" y="147"/>
                </a:moveTo>
                <a:cubicBezTo>
                  <a:pt x="890" y="148"/>
                  <a:pt x="890" y="148"/>
                  <a:pt x="890" y="148"/>
                </a:cubicBezTo>
                <a:cubicBezTo>
                  <a:pt x="889" y="150"/>
                  <a:pt x="889" y="152"/>
                  <a:pt x="891" y="154"/>
                </a:cubicBezTo>
                <a:cubicBezTo>
                  <a:pt x="891" y="154"/>
                  <a:pt x="892" y="155"/>
                  <a:pt x="893" y="155"/>
                </a:cubicBezTo>
                <a:cubicBezTo>
                  <a:pt x="893" y="155"/>
                  <a:pt x="893" y="155"/>
                  <a:pt x="893" y="155"/>
                </a:cubicBezTo>
                <a:cubicBezTo>
                  <a:pt x="893" y="155"/>
                  <a:pt x="893" y="155"/>
                  <a:pt x="893" y="155"/>
                </a:cubicBezTo>
                <a:cubicBezTo>
                  <a:pt x="894" y="155"/>
                  <a:pt x="895" y="154"/>
                  <a:pt x="896" y="154"/>
                </a:cubicBezTo>
                <a:cubicBezTo>
                  <a:pt x="897" y="153"/>
                  <a:pt x="897" y="153"/>
                  <a:pt x="897" y="153"/>
                </a:cubicBezTo>
                <a:cubicBezTo>
                  <a:pt x="899" y="151"/>
                  <a:pt x="899" y="149"/>
                  <a:pt x="897" y="147"/>
                </a:cubicBezTo>
                <a:cubicBezTo>
                  <a:pt x="895" y="146"/>
                  <a:pt x="893" y="146"/>
                  <a:pt x="891" y="147"/>
                </a:cubicBezTo>
                <a:close/>
                <a:moveTo>
                  <a:pt x="866" y="174"/>
                </a:moveTo>
                <a:cubicBezTo>
                  <a:pt x="865" y="175"/>
                  <a:pt x="865" y="175"/>
                  <a:pt x="865" y="175"/>
                </a:cubicBezTo>
                <a:cubicBezTo>
                  <a:pt x="863" y="177"/>
                  <a:pt x="863" y="179"/>
                  <a:pt x="865" y="181"/>
                </a:cubicBezTo>
                <a:cubicBezTo>
                  <a:pt x="866" y="181"/>
                  <a:pt x="867" y="182"/>
                  <a:pt x="868" y="182"/>
                </a:cubicBezTo>
                <a:cubicBezTo>
                  <a:pt x="869" y="182"/>
                  <a:pt x="870" y="181"/>
                  <a:pt x="870" y="181"/>
                </a:cubicBezTo>
                <a:cubicBezTo>
                  <a:pt x="871" y="180"/>
                  <a:pt x="871" y="180"/>
                  <a:pt x="871" y="180"/>
                </a:cubicBezTo>
                <a:cubicBezTo>
                  <a:pt x="873" y="178"/>
                  <a:pt x="873" y="176"/>
                  <a:pt x="871" y="174"/>
                </a:cubicBezTo>
                <a:cubicBezTo>
                  <a:pt x="870" y="172"/>
                  <a:pt x="867" y="173"/>
                  <a:pt x="866" y="174"/>
                </a:cubicBezTo>
                <a:close/>
                <a:moveTo>
                  <a:pt x="845" y="201"/>
                </a:moveTo>
                <a:cubicBezTo>
                  <a:pt x="844" y="199"/>
                  <a:pt x="841" y="199"/>
                  <a:pt x="840" y="201"/>
                </a:cubicBezTo>
                <a:cubicBezTo>
                  <a:pt x="839" y="202"/>
                  <a:pt x="839" y="202"/>
                  <a:pt x="839" y="202"/>
                </a:cubicBezTo>
                <a:cubicBezTo>
                  <a:pt x="837" y="203"/>
                  <a:pt x="838" y="206"/>
                  <a:pt x="839" y="208"/>
                </a:cubicBezTo>
                <a:cubicBezTo>
                  <a:pt x="840" y="208"/>
                  <a:pt x="841" y="209"/>
                  <a:pt x="842" y="209"/>
                </a:cubicBezTo>
                <a:cubicBezTo>
                  <a:pt x="843" y="209"/>
                  <a:pt x="844" y="208"/>
                  <a:pt x="845" y="207"/>
                </a:cubicBezTo>
                <a:cubicBezTo>
                  <a:pt x="846" y="207"/>
                  <a:pt x="846" y="207"/>
                  <a:pt x="846" y="207"/>
                </a:cubicBezTo>
                <a:cubicBezTo>
                  <a:pt x="846" y="206"/>
                  <a:pt x="846" y="206"/>
                  <a:pt x="846" y="206"/>
                </a:cubicBezTo>
                <a:cubicBezTo>
                  <a:pt x="847" y="204"/>
                  <a:pt x="847" y="203"/>
                  <a:pt x="846" y="202"/>
                </a:cubicBezTo>
                <a:cubicBezTo>
                  <a:pt x="846" y="202"/>
                  <a:pt x="846" y="201"/>
                  <a:pt x="845" y="201"/>
                </a:cubicBezTo>
                <a:close/>
                <a:moveTo>
                  <a:pt x="814" y="228"/>
                </a:moveTo>
                <a:cubicBezTo>
                  <a:pt x="813" y="229"/>
                  <a:pt x="813" y="229"/>
                  <a:pt x="813" y="229"/>
                </a:cubicBezTo>
                <a:cubicBezTo>
                  <a:pt x="812" y="230"/>
                  <a:pt x="812" y="233"/>
                  <a:pt x="813" y="234"/>
                </a:cubicBezTo>
                <a:cubicBezTo>
                  <a:pt x="814" y="235"/>
                  <a:pt x="815" y="236"/>
                  <a:pt x="816" y="236"/>
                </a:cubicBezTo>
                <a:cubicBezTo>
                  <a:pt x="817" y="236"/>
                  <a:pt x="818" y="235"/>
                  <a:pt x="819" y="234"/>
                </a:cubicBezTo>
                <a:cubicBezTo>
                  <a:pt x="820" y="233"/>
                  <a:pt x="820" y="233"/>
                  <a:pt x="820" y="233"/>
                </a:cubicBezTo>
                <a:cubicBezTo>
                  <a:pt x="821" y="232"/>
                  <a:pt x="821" y="229"/>
                  <a:pt x="820" y="228"/>
                </a:cubicBezTo>
                <a:cubicBezTo>
                  <a:pt x="818" y="226"/>
                  <a:pt x="816" y="226"/>
                  <a:pt x="814" y="228"/>
                </a:cubicBezTo>
                <a:close/>
                <a:moveTo>
                  <a:pt x="788" y="255"/>
                </a:moveTo>
                <a:cubicBezTo>
                  <a:pt x="788" y="256"/>
                  <a:pt x="788" y="256"/>
                  <a:pt x="788" y="256"/>
                </a:cubicBezTo>
                <a:cubicBezTo>
                  <a:pt x="786" y="257"/>
                  <a:pt x="786" y="260"/>
                  <a:pt x="788" y="261"/>
                </a:cubicBezTo>
                <a:cubicBezTo>
                  <a:pt x="788" y="262"/>
                  <a:pt x="789" y="262"/>
                  <a:pt x="790" y="262"/>
                </a:cubicBezTo>
                <a:cubicBezTo>
                  <a:pt x="791" y="262"/>
                  <a:pt x="793" y="262"/>
                  <a:pt x="793" y="261"/>
                </a:cubicBezTo>
                <a:cubicBezTo>
                  <a:pt x="794" y="260"/>
                  <a:pt x="794" y="260"/>
                  <a:pt x="794" y="260"/>
                </a:cubicBezTo>
                <a:cubicBezTo>
                  <a:pt x="796" y="259"/>
                  <a:pt x="796" y="256"/>
                  <a:pt x="794" y="255"/>
                </a:cubicBezTo>
                <a:cubicBezTo>
                  <a:pt x="792" y="253"/>
                  <a:pt x="790" y="253"/>
                  <a:pt x="788" y="255"/>
                </a:cubicBezTo>
                <a:close/>
                <a:moveTo>
                  <a:pt x="768" y="282"/>
                </a:moveTo>
                <a:cubicBezTo>
                  <a:pt x="767" y="280"/>
                  <a:pt x="764" y="280"/>
                  <a:pt x="763" y="282"/>
                </a:cubicBezTo>
                <a:cubicBezTo>
                  <a:pt x="762" y="282"/>
                  <a:pt x="762" y="282"/>
                  <a:pt x="762" y="282"/>
                </a:cubicBezTo>
                <a:cubicBezTo>
                  <a:pt x="760" y="284"/>
                  <a:pt x="760" y="287"/>
                  <a:pt x="762" y="288"/>
                </a:cubicBezTo>
                <a:cubicBezTo>
                  <a:pt x="763" y="289"/>
                  <a:pt x="764" y="289"/>
                  <a:pt x="765" y="289"/>
                </a:cubicBezTo>
                <a:cubicBezTo>
                  <a:pt x="765" y="289"/>
                  <a:pt x="765" y="289"/>
                  <a:pt x="765" y="289"/>
                </a:cubicBezTo>
                <a:cubicBezTo>
                  <a:pt x="765" y="289"/>
                  <a:pt x="765" y="289"/>
                  <a:pt x="765" y="289"/>
                </a:cubicBezTo>
                <a:cubicBezTo>
                  <a:pt x="766" y="289"/>
                  <a:pt x="767" y="289"/>
                  <a:pt x="768" y="288"/>
                </a:cubicBezTo>
                <a:cubicBezTo>
                  <a:pt x="768" y="287"/>
                  <a:pt x="768" y="287"/>
                  <a:pt x="768" y="287"/>
                </a:cubicBezTo>
                <a:cubicBezTo>
                  <a:pt x="769" y="287"/>
                  <a:pt x="769" y="287"/>
                  <a:pt x="769" y="286"/>
                </a:cubicBezTo>
                <a:cubicBezTo>
                  <a:pt x="770" y="285"/>
                  <a:pt x="770" y="284"/>
                  <a:pt x="769" y="282"/>
                </a:cubicBezTo>
                <a:cubicBezTo>
                  <a:pt x="769" y="282"/>
                  <a:pt x="769" y="282"/>
                  <a:pt x="768" y="282"/>
                </a:cubicBezTo>
                <a:close/>
                <a:moveTo>
                  <a:pt x="737" y="309"/>
                </a:moveTo>
                <a:cubicBezTo>
                  <a:pt x="736" y="309"/>
                  <a:pt x="736" y="309"/>
                  <a:pt x="736" y="309"/>
                </a:cubicBezTo>
                <a:cubicBezTo>
                  <a:pt x="735" y="311"/>
                  <a:pt x="735" y="313"/>
                  <a:pt x="736" y="315"/>
                </a:cubicBezTo>
                <a:cubicBezTo>
                  <a:pt x="737" y="316"/>
                  <a:pt x="738" y="316"/>
                  <a:pt x="739" y="316"/>
                </a:cubicBezTo>
                <a:cubicBezTo>
                  <a:pt x="739" y="316"/>
                  <a:pt x="739" y="316"/>
                  <a:pt x="739" y="316"/>
                </a:cubicBezTo>
                <a:cubicBezTo>
                  <a:pt x="739" y="316"/>
                  <a:pt x="739" y="316"/>
                  <a:pt x="739" y="316"/>
                </a:cubicBezTo>
                <a:cubicBezTo>
                  <a:pt x="740" y="316"/>
                  <a:pt x="741" y="316"/>
                  <a:pt x="742" y="315"/>
                </a:cubicBezTo>
                <a:cubicBezTo>
                  <a:pt x="743" y="314"/>
                  <a:pt x="743" y="314"/>
                  <a:pt x="743" y="314"/>
                </a:cubicBezTo>
                <a:cubicBezTo>
                  <a:pt x="744" y="312"/>
                  <a:pt x="744" y="310"/>
                  <a:pt x="743" y="308"/>
                </a:cubicBezTo>
                <a:cubicBezTo>
                  <a:pt x="741" y="307"/>
                  <a:pt x="738" y="307"/>
                  <a:pt x="737" y="309"/>
                </a:cubicBezTo>
                <a:close/>
                <a:moveTo>
                  <a:pt x="711" y="335"/>
                </a:moveTo>
                <a:cubicBezTo>
                  <a:pt x="710" y="336"/>
                  <a:pt x="710" y="336"/>
                  <a:pt x="710" y="336"/>
                </a:cubicBezTo>
                <a:cubicBezTo>
                  <a:pt x="709" y="338"/>
                  <a:pt x="709" y="340"/>
                  <a:pt x="711" y="342"/>
                </a:cubicBezTo>
                <a:cubicBezTo>
                  <a:pt x="711" y="343"/>
                  <a:pt x="712" y="343"/>
                  <a:pt x="713" y="343"/>
                </a:cubicBezTo>
                <a:cubicBezTo>
                  <a:pt x="714" y="343"/>
                  <a:pt x="715" y="343"/>
                  <a:pt x="716" y="342"/>
                </a:cubicBezTo>
                <a:cubicBezTo>
                  <a:pt x="717" y="341"/>
                  <a:pt x="717" y="341"/>
                  <a:pt x="717" y="341"/>
                </a:cubicBezTo>
                <a:cubicBezTo>
                  <a:pt x="719" y="339"/>
                  <a:pt x="718" y="337"/>
                  <a:pt x="717" y="335"/>
                </a:cubicBezTo>
                <a:cubicBezTo>
                  <a:pt x="715" y="334"/>
                  <a:pt x="713" y="334"/>
                  <a:pt x="711" y="335"/>
                </a:cubicBezTo>
                <a:close/>
                <a:moveTo>
                  <a:pt x="691" y="362"/>
                </a:moveTo>
                <a:cubicBezTo>
                  <a:pt x="690" y="361"/>
                  <a:pt x="687" y="361"/>
                  <a:pt x="685" y="362"/>
                </a:cubicBezTo>
                <a:cubicBezTo>
                  <a:pt x="685" y="363"/>
                  <a:pt x="685" y="363"/>
                  <a:pt x="685" y="363"/>
                </a:cubicBezTo>
                <a:cubicBezTo>
                  <a:pt x="683" y="365"/>
                  <a:pt x="683" y="367"/>
                  <a:pt x="685" y="369"/>
                </a:cubicBezTo>
                <a:cubicBezTo>
                  <a:pt x="686" y="370"/>
                  <a:pt x="687" y="370"/>
                  <a:pt x="688" y="370"/>
                </a:cubicBezTo>
                <a:cubicBezTo>
                  <a:pt x="689" y="370"/>
                  <a:pt x="690" y="369"/>
                  <a:pt x="690" y="369"/>
                </a:cubicBezTo>
                <a:cubicBezTo>
                  <a:pt x="691" y="368"/>
                  <a:pt x="691" y="368"/>
                  <a:pt x="691" y="368"/>
                </a:cubicBezTo>
                <a:cubicBezTo>
                  <a:pt x="691" y="368"/>
                  <a:pt x="692" y="367"/>
                  <a:pt x="692" y="367"/>
                </a:cubicBezTo>
                <a:cubicBezTo>
                  <a:pt x="693" y="366"/>
                  <a:pt x="693" y="364"/>
                  <a:pt x="692" y="363"/>
                </a:cubicBezTo>
                <a:cubicBezTo>
                  <a:pt x="692" y="363"/>
                  <a:pt x="691" y="362"/>
                  <a:pt x="691" y="362"/>
                </a:cubicBezTo>
                <a:close/>
                <a:moveTo>
                  <a:pt x="660" y="389"/>
                </a:moveTo>
                <a:cubicBezTo>
                  <a:pt x="659" y="390"/>
                  <a:pt x="659" y="390"/>
                  <a:pt x="659" y="390"/>
                </a:cubicBezTo>
                <a:cubicBezTo>
                  <a:pt x="657" y="392"/>
                  <a:pt x="657" y="394"/>
                  <a:pt x="659" y="396"/>
                </a:cubicBezTo>
                <a:cubicBezTo>
                  <a:pt x="660" y="396"/>
                  <a:pt x="661" y="397"/>
                  <a:pt x="662" y="397"/>
                </a:cubicBezTo>
                <a:cubicBezTo>
                  <a:pt x="663" y="397"/>
                  <a:pt x="664" y="396"/>
                  <a:pt x="665" y="396"/>
                </a:cubicBezTo>
                <a:cubicBezTo>
                  <a:pt x="666" y="395"/>
                  <a:pt x="666" y="395"/>
                  <a:pt x="666" y="395"/>
                </a:cubicBezTo>
                <a:cubicBezTo>
                  <a:pt x="667" y="393"/>
                  <a:pt x="667" y="391"/>
                  <a:pt x="665" y="389"/>
                </a:cubicBezTo>
                <a:cubicBezTo>
                  <a:pt x="664" y="387"/>
                  <a:pt x="661" y="388"/>
                  <a:pt x="660" y="389"/>
                </a:cubicBezTo>
                <a:close/>
                <a:moveTo>
                  <a:pt x="634" y="416"/>
                </a:moveTo>
                <a:cubicBezTo>
                  <a:pt x="633" y="417"/>
                  <a:pt x="633" y="417"/>
                  <a:pt x="633" y="417"/>
                </a:cubicBezTo>
                <a:cubicBezTo>
                  <a:pt x="632" y="418"/>
                  <a:pt x="632" y="421"/>
                  <a:pt x="633" y="423"/>
                </a:cubicBezTo>
                <a:cubicBezTo>
                  <a:pt x="634" y="423"/>
                  <a:pt x="635" y="424"/>
                  <a:pt x="636" y="424"/>
                </a:cubicBezTo>
                <a:cubicBezTo>
                  <a:pt x="636" y="424"/>
                  <a:pt x="636" y="424"/>
                  <a:pt x="636" y="424"/>
                </a:cubicBezTo>
                <a:cubicBezTo>
                  <a:pt x="636" y="424"/>
                  <a:pt x="636" y="424"/>
                  <a:pt x="636" y="424"/>
                </a:cubicBezTo>
                <a:cubicBezTo>
                  <a:pt x="637" y="424"/>
                  <a:pt x="638" y="423"/>
                  <a:pt x="639" y="422"/>
                </a:cubicBezTo>
                <a:cubicBezTo>
                  <a:pt x="640" y="422"/>
                  <a:pt x="640" y="422"/>
                  <a:pt x="640" y="422"/>
                </a:cubicBezTo>
                <a:cubicBezTo>
                  <a:pt x="641" y="420"/>
                  <a:pt x="641" y="417"/>
                  <a:pt x="640" y="416"/>
                </a:cubicBezTo>
                <a:cubicBezTo>
                  <a:pt x="638" y="414"/>
                  <a:pt x="636" y="414"/>
                  <a:pt x="634" y="416"/>
                </a:cubicBezTo>
                <a:close/>
                <a:moveTo>
                  <a:pt x="614" y="443"/>
                </a:moveTo>
                <a:cubicBezTo>
                  <a:pt x="612" y="441"/>
                  <a:pt x="610" y="441"/>
                  <a:pt x="608" y="443"/>
                </a:cubicBezTo>
                <a:cubicBezTo>
                  <a:pt x="608" y="444"/>
                  <a:pt x="608" y="444"/>
                  <a:pt x="608" y="444"/>
                </a:cubicBezTo>
                <a:cubicBezTo>
                  <a:pt x="606" y="445"/>
                  <a:pt x="606" y="448"/>
                  <a:pt x="608" y="449"/>
                </a:cubicBezTo>
                <a:cubicBezTo>
                  <a:pt x="608" y="450"/>
                  <a:pt x="609" y="451"/>
                  <a:pt x="610" y="451"/>
                </a:cubicBezTo>
                <a:cubicBezTo>
                  <a:pt x="611" y="451"/>
                  <a:pt x="613" y="450"/>
                  <a:pt x="613" y="449"/>
                </a:cubicBezTo>
                <a:cubicBezTo>
                  <a:pt x="614" y="448"/>
                  <a:pt x="614" y="448"/>
                  <a:pt x="614" y="448"/>
                </a:cubicBezTo>
                <a:cubicBezTo>
                  <a:pt x="614" y="448"/>
                  <a:pt x="614" y="448"/>
                  <a:pt x="614" y="448"/>
                </a:cubicBezTo>
                <a:cubicBezTo>
                  <a:pt x="615" y="447"/>
                  <a:pt x="615" y="445"/>
                  <a:pt x="614" y="443"/>
                </a:cubicBezTo>
                <a:cubicBezTo>
                  <a:pt x="614" y="443"/>
                  <a:pt x="614" y="443"/>
                  <a:pt x="614" y="443"/>
                </a:cubicBezTo>
                <a:close/>
                <a:moveTo>
                  <a:pt x="583" y="470"/>
                </a:moveTo>
                <a:cubicBezTo>
                  <a:pt x="582" y="471"/>
                  <a:pt x="582" y="471"/>
                  <a:pt x="582" y="471"/>
                </a:cubicBezTo>
                <a:cubicBezTo>
                  <a:pt x="580" y="472"/>
                  <a:pt x="580" y="475"/>
                  <a:pt x="582" y="476"/>
                </a:cubicBezTo>
                <a:cubicBezTo>
                  <a:pt x="583" y="477"/>
                  <a:pt x="584" y="477"/>
                  <a:pt x="585" y="477"/>
                </a:cubicBezTo>
                <a:cubicBezTo>
                  <a:pt x="586" y="477"/>
                  <a:pt x="587" y="477"/>
                  <a:pt x="588" y="476"/>
                </a:cubicBezTo>
                <a:cubicBezTo>
                  <a:pt x="588" y="475"/>
                  <a:pt x="588" y="475"/>
                  <a:pt x="588" y="475"/>
                </a:cubicBezTo>
                <a:cubicBezTo>
                  <a:pt x="590" y="474"/>
                  <a:pt x="590" y="471"/>
                  <a:pt x="588" y="470"/>
                </a:cubicBezTo>
                <a:cubicBezTo>
                  <a:pt x="587" y="468"/>
                  <a:pt x="584" y="468"/>
                  <a:pt x="583" y="470"/>
                </a:cubicBezTo>
                <a:close/>
                <a:moveTo>
                  <a:pt x="557" y="497"/>
                </a:moveTo>
                <a:cubicBezTo>
                  <a:pt x="556" y="498"/>
                  <a:pt x="556" y="498"/>
                  <a:pt x="556" y="498"/>
                </a:cubicBezTo>
                <a:cubicBezTo>
                  <a:pt x="555" y="499"/>
                  <a:pt x="555" y="502"/>
                  <a:pt x="556" y="503"/>
                </a:cubicBezTo>
                <a:cubicBezTo>
                  <a:pt x="557" y="504"/>
                  <a:pt x="558" y="504"/>
                  <a:pt x="559" y="504"/>
                </a:cubicBezTo>
                <a:cubicBezTo>
                  <a:pt x="560" y="504"/>
                  <a:pt x="561" y="504"/>
                  <a:pt x="562" y="503"/>
                </a:cubicBezTo>
                <a:cubicBezTo>
                  <a:pt x="563" y="502"/>
                  <a:pt x="563" y="502"/>
                  <a:pt x="563" y="502"/>
                </a:cubicBezTo>
                <a:cubicBezTo>
                  <a:pt x="564" y="501"/>
                  <a:pt x="564" y="498"/>
                  <a:pt x="563" y="497"/>
                </a:cubicBezTo>
                <a:cubicBezTo>
                  <a:pt x="561" y="495"/>
                  <a:pt x="558" y="495"/>
                  <a:pt x="557" y="497"/>
                </a:cubicBezTo>
                <a:close/>
                <a:moveTo>
                  <a:pt x="537" y="523"/>
                </a:moveTo>
                <a:cubicBezTo>
                  <a:pt x="535" y="522"/>
                  <a:pt x="533" y="522"/>
                  <a:pt x="531" y="524"/>
                </a:cubicBezTo>
                <a:cubicBezTo>
                  <a:pt x="530" y="524"/>
                  <a:pt x="530" y="524"/>
                  <a:pt x="530" y="524"/>
                </a:cubicBezTo>
                <a:cubicBezTo>
                  <a:pt x="529" y="526"/>
                  <a:pt x="529" y="529"/>
                  <a:pt x="530" y="530"/>
                </a:cubicBezTo>
                <a:cubicBezTo>
                  <a:pt x="531" y="531"/>
                  <a:pt x="532" y="531"/>
                  <a:pt x="533" y="531"/>
                </a:cubicBezTo>
                <a:cubicBezTo>
                  <a:pt x="534" y="531"/>
                  <a:pt x="535" y="531"/>
                  <a:pt x="536" y="530"/>
                </a:cubicBezTo>
                <a:cubicBezTo>
                  <a:pt x="537" y="529"/>
                  <a:pt x="537" y="529"/>
                  <a:pt x="537" y="529"/>
                </a:cubicBezTo>
                <a:cubicBezTo>
                  <a:pt x="537" y="529"/>
                  <a:pt x="537" y="529"/>
                  <a:pt x="537" y="529"/>
                </a:cubicBezTo>
                <a:cubicBezTo>
                  <a:pt x="538" y="527"/>
                  <a:pt x="538" y="525"/>
                  <a:pt x="537" y="524"/>
                </a:cubicBezTo>
                <a:cubicBezTo>
                  <a:pt x="537" y="524"/>
                  <a:pt x="537" y="524"/>
                  <a:pt x="537" y="523"/>
                </a:cubicBezTo>
                <a:close/>
                <a:moveTo>
                  <a:pt x="505" y="550"/>
                </a:moveTo>
                <a:cubicBezTo>
                  <a:pt x="505" y="551"/>
                  <a:pt x="505" y="551"/>
                  <a:pt x="505" y="551"/>
                </a:cubicBezTo>
                <a:cubicBezTo>
                  <a:pt x="503" y="553"/>
                  <a:pt x="503" y="555"/>
                  <a:pt x="505" y="557"/>
                </a:cubicBezTo>
                <a:cubicBezTo>
                  <a:pt x="506" y="558"/>
                  <a:pt x="507" y="558"/>
                  <a:pt x="508" y="558"/>
                </a:cubicBezTo>
                <a:cubicBezTo>
                  <a:pt x="508" y="558"/>
                  <a:pt x="508" y="558"/>
                  <a:pt x="508" y="558"/>
                </a:cubicBezTo>
                <a:cubicBezTo>
                  <a:pt x="508" y="558"/>
                  <a:pt x="508" y="558"/>
                  <a:pt x="508" y="558"/>
                </a:cubicBezTo>
                <a:cubicBezTo>
                  <a:pt x="509" y="558"/>
                  <a:pt x="510" y="558"/>
                  <a:pt x="510" y="557"/>
                </a:cubicBezTo>
                <a:cubicBezTo>
                  <a:pt x="511" y="556"/>
                  <a:pt x="511" y="556"/>
                  <a:pt x="511" y="556"/>
                </a:cubicBezTo>
                <a:cubicBezTo>
                  <a:pt x="513" y="554"/>
                  <a:pt x="513" y="552"/>
                  <a:pt x="511" y="550"/>
                </a:cubicBezTo>
                <a:cubicBezTo>
                  <a:pt x="510" y="549"/>
                  <a:pt x="507" y="549"/>
                  <a:pt x="505" y="550"/>
                </a:cubicBezTo>
                <a:close/>
                <a:moveTo>
                  <a:pt x="480" y="577"/>
                </a:moveTo>
                <a:cubicBezTo>
                  <a:pt x="479" y="578"/>
                  <a:pt x="479" y="578"/>
                  <a:pt x="479" y="578"/>
                </a:cubicBezTo>
                <a:cubicBezTo>
                  <a:pt x="477" y="580"/>
                  <a:pt x="477" y="582"/>
                  <a:pt x="479" y="584"/>
                </a:cubicBezTo>
                <a:cubicBezTo>
                  <a:pt x="480" y="585"/>
                  <a:pt x="481" y="585"/>
                  <a:pt x="482" y="585"/>
                </a:cubicBezTo>
                <a:cubicBezTo>
                  <a:pt x="482" y="585"/>
                  <a:pt x="482" y="585"/>
                  <a:pt x="482" y="585"/>
                </a:cubicBezTo>
                <a:cubicBezTo>
                  <a:pt x="482" y="585"/>
                  <a:pt x="482" y="585"/>
                  <a:pt x="482" y="585"/>
                </a:cubicBezTo>
                <a:cubicBezTo>
                  <a:pt x="483" y="585"/>
                  <a:pt x="484" y="584"/>
                  <a:pt x="485" y="584"/>
                </a:cubicBezTo>
                <a:cubicBezTo>
                  <a:pt x="486" y="583"/>
                  <a:pt x="486" y="583"/>
                  <a:pt x="486" y="583"/>
                </a:cubicBezTo>
                <a:cubicBezTo>
                  <a:pt x="487" y="581"/>
                  <a:pt x="487" y="579"/>
                  <a:pt x="485" y="577"/>
                </a:cubicBezTo>
                <a:cubicBezTo>
                  <a:pt x="484" y="576"/>
                  <a:pt x="481" y="576"/>
                  <a:pt x="480" y="577"/>
                </a:cubicBezTo>
                <a:close/>
                <a:moveTo>
                  <a:pt x="460" y="604"/>
                </a:moveTo>
                <a:cubicBezTo>
                  <a:pt x="458" y="603"/>
                  <a:pt x="456" y="603"/>
                  <a:pt x="454" y="604"/>
                </a:cubicBezTo>
                <a:cubicBezTo>
                  <a:pt x="453" y="605"/>
                  <a:pt x="453" y="605"/>
                  <a:pt x="453" y="605"/>
                </a:cubicBezTo>
                <a:cubicBezTo>
                  <a:pt x="452" y="607"/>
                  <a:pt x="452" y="609"/>
                  <a:pt x="453" y="611"/>
                </a:cubicBezTo>
                <a:cubicBezTo>
                  <a:pt x="454" y="611"/>
                  <a:pt x="455" y="612"/>
                  <a:pt x="456" y="612"/>
                </a:cubicBezTo>
                <a:cubicBezTo>
                  <a:pt x="456" y="612"/>
                  <a:pt x="456" y="612"/>
                  <a:pt x="456" y="612"/>
                </a:cubicBezTo>
                <a:cubicBezTo>
                  <a:pt x="456" y="612"/>
                  <a:pt x="456" y="612"/>
                  <a:pt x="456" y="612"/>
                </a:cubicBezTo>
                <a:cubicBezTo>
                  <a:pt x="457" y="612"/>
                  <a:pt x="458" y="611"/>
                  <a:pt x="459" y="611"/>
                </a:cubicBezTo>
                <a:cubicBezTo>
                  <a:pt x="460" y="610"/>
                  <a:pt x="460" y="610"/>
                  <a:pt x="460" y="610"/>
                </a:cubicBezTo>
                <a:cubicBezTo>
                  <a:pt x="460" y="610"/>
                  <a:pt x="460" y="610"/>
                  <a:pt x="460" y="610"/>
                </a:cubicBezTo>
                <a:cubicBezTo>
                  <a:pt x="461" y="608"/>
                  <a:pt x="461" y="606"/>
                  <a:pt x="460" y="604"/>
                </a:cubicBezTo>
                <a:cubicBezTo>
                  <a:pt x="460" y="604"/>
                  <a:pt x="460" y="604"/>
                  <a:pt x="460" y="604"/>
                </a:cubicBezTo>
                <a:close/>
                <a:moveTo>
                  <a:pt x="428" y="631"/>
                </a:moveTo>
                <a:cubicBezTo>
                  <a:pt x="427" y="632"/>
                  <a:pt x="427" y="632"/>
                  <a:pt x="427" y="632"/>
                </a:cubicBezTo>
                <a:cubicBezTo>
                  <a:pt x="426" y="634"/>
                  <a:pt x="426" y="636"/>
                  <a:pt x="428" y="638"/>
                </a:cubicBezTo>
                <a:cubicBezTo>
                  <a:pt x="428" y="638"/>
                  <a:pt x="429" y="639"/>
                  <a:pt x="430" y="639"/>
                </a:cubicBezTo>
                <a:cubicBezTo>
                  <a:pt x="431" y="639"/>
                  <a:pt x="432" y="638"/>
                  <a:pt x="433" y="637"/>
                </a:cubicBezTo>
                <a:cubicBezTo>
                  <a:pt x="434" y="637"/>
                  <a:pt x="434" y="637"/>
                  <a:pt x="434" y="637"/>
                </a:cubicBezTo>
                <a:cubicBezTo>
                  <a:pt x="436" y="635"/>
                  <a:pt x="436" y="632"/>
                  <a:pt x="434" y="631"/>
                </a:cubicBezTo>
                <a:cubicBezTo>
                  <a:pt x="432" y="629"/>
                  <a:pt x="430" y="629"/>
                  <a:pt x="428" y="631"/>
                </a:cubicBezTo>
                <a:close/>
                <a:moveTo>
                  <a:pt x="403" y="658"/>
                </a:moveTo>
                <a:cubicBezTo>
                  <a:pt x="402" y="659"/>
                  <a:pt x="402" y="659"/>
                  <a:pt x="402" y="659"/>
                </a:cubicBezTo>
                <a:cubicBezTo>
                  <a:pt x="400" y="660"/>
                  <a:pt x="400" y="663"/>
                  <a:pt x="402" y="664"/>
                </a:cubicBezTo>
                <a:cubicBezTo>
                  <a:pt x="403" y="665"/>
                  <a:pt x="404" y="666"/>
                  <a:pt x="405" y="666"/>
                </a:cubicBezTo>
                <a:cubicBezTo>
                  <a:pt x="406" y="666"/>
                  <a:pt x="407" y="665"/>
                  <a:pt x="408" y="664"/>
                </a:cubicBezTo>
                <a:cubicBezTo>
                  <a:pt x="408" y="663"/>
                  <a:pt x="408" y="663"/>
                  <a:pt x="408" y="663"/>
                </a:cubicBezTo>
                <a:cubicBezTo>
                  <a:pt x="410" y="662"/>
                  <a:pt x="410" y="659"/>
                  <a:pt x="408" y="658"/>
                </a:cubicBezTo>
                <a:cubicBezTo>
                  <a:pt x="407" y="656"/>
                  <a:pt x="404" y="656"/>
                  <a:pt x="403" y="658"/>
                </a:cubicBezTo>
                <a:close/>
                <a:moveTo>
                  <a:pt x="383" y="685"/>
                </a:moveTo>
                <a:cubicBezTo>
                  <a:pt x="381" y="683"/>
                  <a:pt x="378" y="683"/>
                  <a:pt x="377" y="685"/>
                </a:cubicBezTo>
                <a:cubicBezTo>
                  <a:pt x="376" y="686"/>
                  <a:pt x="376" y="686"/>
                  <a:pt x="376" y="686"/>
                </a:cubicBezTo>
                <a:cubicBezTo>
                  <a:pt x="375" y="687"/>
                  <a:pt x="375" y="690"/>
                  <a:pt x="376" y="691"/>
                </a:cubicBezTo>
                <a:cubicBezTo>
                  <a:pt x="377" y="692"/>
                  <a:pt x="378" y="692"/>
                  <a:pt x="379" y="692"/>
                </a:cubicBezTo>
                <a:cubicBezTo>
                  <a:pt x="379" y="692"/>
                  <a:pt x="379" y="692"/>
                  <a:pt x="379" y="692"/>
                </a:cubicBezTo>
                <a:cubicBezTo>
                  <a:pt x="379" y="692"/>
                  <a:pt x="379" y="692"/>
                  <a:pt x="379" y="692"/>
                </a:cubicBezTo>
                <a:cubicBezTo>
                  <a:pt x="380" y="692"/>
                  <a:pt x="381" y="692"/>
                  <a:pt x="382" y="691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4" y="689"/>
                  <a:pt x="384" y="686"/>
                  <a:pt x="383" y="685"/>
                </a:cubicBezTo>
                <a:cubicBezTo>
                  <a:pt x="383" y="685"/>
                  <a:pt x="383" y="685"/>
                  <a:pt x="383" y="685"/>
                </a:cubicBezTo>
                <a:close/>
                <a:moveTo>
                  <a:pt x="351" y="712"/>
                </a:moveTo>
                <a:cubicBezTo>
                  <a:pt x="350" y="713"/>
                  <a:pt x="350" y="713"/>
                  <a:pt x="350" y="713"/>
                </a:cubicBezTo>
                <a:cubicBezTo>
                  <a:pt x="349" y="714"/>
                  <a:pt x="349" y="717"/>
                  <a:pt x="350" y="718"/>
                </a:cubicBezTo>
                <a:cubicBezTo>
                  <a:pt x="351" y="719"/>
                  <a:pt x="352" y="719"/>
                  <a:pt x="353" y="719"/>
                </a:cubicBezTo>
                <a:cubicBezTo>
                  <a:pt x="354" y="719"/>
                  <a:pt x="355" y="719"/>
                  <a:pt x="356" y="718"/>
                </a:cubicBezTo>
                <a:cubicBezTo>
                  <a:pt x="357" y="717"/>
                  <a:pt x="357" y="717"/>
                  <a:pt x="357" y="717"/>
                </a:cubicBezTo>
                <a:cubicBezTo>
                  <a:pt x="358" y="716"/>
                  <a:pt x="358" y="713"/>
                  <a:pt x="357" y="712"/>
                </a:cubicBezTo>
                <a:cubicBezTo>
                  <a:pt x="355" y="710"/>
                  <a:pt x="353" y="710"/>
                  <a:pt x="351" y="712"/>
                </a:cubicBezTo>
                <a:close/>
                <a:moveTo>
                  <a:pt x="325" y="739"/>
                </a:moveTo>
                <a:cubicBezTo>
                  <a:pt x="325" y="739"/>
                  <a:pt x="325" y="739"/>
                  <a:pt x="325" y="739"/>
                </a:cubicBezTo>
                <a:cubicBezTo>
                  <a:pt x="323" y="741"/>
                  <a:pt x="323" y="744"/>
                  <a:pt x="325" y="745"/>
                </a:cubicBezTo>
                <a:cubicBezTo>
                  <a:pt x="326" y="746"/>
                  <a:pt x="327" y="746"/>
                  <a:pt x="328" y="746"/>
                </a:cubicBezTo>
                <a:cubicBezTo>
                  <a:pt x="329" y="746"/>
                  <a:pt x="330" y="746"/>
                  <a:pt x="330" y="745"/>
                </a:cubicBezTo>
                <a:cubicBezTo>
                  <a:pt x="331" y="744"/>
                  <a:pt x="331" y="744"/>
                  <a:pt x="331" y="744"/>
                </a:cubicBezTo>
                <a:cubicBezTo>
                  <a:pt x="333" y="742"/>
                  <a:pt x="333" y="740"/>
                  <a:pt x="331" y="738"/>
                </a:cubicBezTo>
                <a:cubicBezTo>
                  <a:pt x="330" y="737"/>
                  <a:pt x="327" y="737"/>
                  <a:pt x="325" y="739"/>
                </a:cubicBezTo>
                <a:close/>
                <a:moveTo>
                  <a:pt x="305" y="765"/>
                </a:moveTo>
                <a:cubicBezTo>
                  <a:pt x="304" y="764"/>
                  <a:pt x="301" y="764"/>
                  <a:pt x="300" y="765"/>
                </a:cubicBezTo>
                <a:cubicBezTo>
                  <a:pt x="299" y="766"/>
                  <a:pt x="299" y="766"/>
                  <a:pt x="299" y="766"/>
                </a:cubicBezTo>
                <a:cubicBezTo>
                  <a:pt x="297" y="768"/>
                  <a:pt x="297" y="770"/>
                  <a:pt x="299" y="772"/>
                </a:cubicBezTo>
                <a:cubicBezTo>
                  <a:pt x="300" y="773"/>
                  <a:pt x="301" y="773"/>
                  <a:pt x="302" y="773"/>
                </a:cubicBezTo>
                <a:cubicBezTo>
                  <a:pt x="303" y="773"/>
                  <a:pt x="304" y="773"/>
                  <a:pt x="305" y="772"/>
                </a:cubicBezTo>
                <a:cubicBezTo>
                  <a:pt x="305" y="771"/>
                  <a:pt x="305" y="771"/>
                  <a:pt x="305" y="771"/>
                </a:cubicBezTo>
                <a:cubicBezTo>
                  <a:pt x="306" y="771"/>
                  <a:pt x="306" y="771"/>
                  <a:pt x="306" y="771"/>
                </a:cubicBezTo>
                <a:cubicBezTo>
                  <a:pt x="307" y="769"/>
                  <a:pt x="307" y="767"/>
                  <a:pt x="305" y="765"/>
                </a:cubicBezTo>
                <a:cubicBezTo>
                  <a:pt x="305" y="765"/>
                  <a:pt x="305" y="765"/>
                  <a:pt x="305" y="765"/>
                </a:cubicBezTo>
                <a:close/>
                <a:moveTo>
                  <a:pt x="274" y="792"/>
                </a:moveTo>
                <a:cubicBezTo>
                  <a:pt x="273" y="793"/>
                  <a:pt x="273" y="793"/>
                  <a:pt x="273" y="793"/>
                </a:cubicBezTo>
                <a:cubicBezTo>
                  <a:pt x="272" y="795"/>
                  <a:pt x="272" y="797"/>
                  <a:pt x="273" y="799"/>
                </a:cubicBezTo>
                <a:cubicBezTo>
                  <a:pt x="274" y="800"/>
                  <a:pt x="275" y="800"/>
                  <a:pt x="276" y="800"/>
                </a:cubicBezTo>
                <a:cubicBezTo>
                  <a:pt x="277" y="800"/>
                  <a:pt x="278" y="800"/>
                  <a:pt x="279" y="799"/>
                </a:cubicBezTo>
                <a:cubicBezTo>
                  <a:pt x="280" y="798"/>
                  <a:pt x="280" y="798"/>
                  <a:pt x="280" y="798"/>
                </a:cubicBezTo>
                <a:cubicBezTo>
                  <a:pt x="281" y="796"/>
                  <a:pt x="281" y="794"/>
                  <a:pt x="280" y="792"/>
                </a:cubicBezTo>
                <a:cubicBezTo>
                  <a:pt x="278" y="791"/>
                  <a:pt x="276" y="791"/>
                  <a:pt x="274" y="792"/>
                </a:cubicBezTo>
                <a:close/>
                <a:moveTo>
                  <a:pt x="901" y="224"/>
                </a:moveTo>
                <a:cubicBezTo>
                  <a:pt x="901" y="225"/>
                  <a:pt x="901" y="225"/>
                  <a:pt x="901" y="225"/>
                </a:cubicBezTo>
                <a:cubicBezTo>
                  <a:pt x="899" y="226"/>
                  <a:pt x="899" y="229"/>
                  <a:pt x="901" y="230"/>
                </a:cubicBezTo>
                <a:cubicBezTo>
                  <a:pt x="901" y="231"/>
                  <a:pt x="902" y="231"/>
                  <a:pt x="903" y="231"/>
                </a:cubicBezTo>
                <a:cubicBezTo>
                  <a:pt x="903" y="231"/>
                  <a:pt x="903" y="231"/>
                  <a:pt x="903" y="231"/>
                </a:cubicBezTo>
                <a:cubicBezTo>
                  <a:pt x="903" y="231"/>
                  <a:pt x="903" y="231"/>
                  <a:pt x="903" y="231"/>
                </a:cubicBezTo>
                <a:cubicBezTo>
                  <a:pt x="904" y="231"/>
                  <a:pt x="904" y="231"/>
                  <a:pt x="904" y="231"/>
                </a:cubicBezTo>
                <a:cubicBezTo>
                  <a:pt x="904" y="228"/>
                  <a:pt x="905" y="225"/>
                  <a:pt x="905" y="223"/>
                </a:cubicBezTo>
                <a:cubicBezTo>
                  <a:pt x="904" y="222"/>
                  <a:pt x="902" y="223"/>
                  <a:pt x="901" y="224"/>
                </a:cubicBezTo>
                <a:close/>
                <a:moveTo>
                  <a:pt x="881" y="257"/>
                </a:moveTo>
                <a:cubicBezTo>
                  <a:pt x="881" y="256"/>
                  <a:pt x="881" y="256"/>
                  <a:pt x="881" y="256"/>
                </a:cubicBezTo>
                <a:cubicBezTo>
                  <a:pt x="883" y="255"/>
                  <a:pt x="883" y="252"/>
                  <a:pt x="881" y="250"/>
                </a:cubicBezTo>
                <a:cubicBezTo>
                  <a:pt x="880" y="249"/>
                  <a:pt x="877" y="249"/>
                  <a:pt x="876" y="251"/>
                </a:cubicBezTo>
                <a:cubicBezTo>
                  <a:pt x="875" y="251"/>
                  <a:pt x="875" y="251"/>
                  <a:pt x="875" y="251"/>
                </a:cubicBezTo>
                <a:cubicBezTo>
                  <a:pt x="873" y="253"/>
                  <a:pt x="873" y="256"/>
                  <a:pt x="875" y="257"/>
                </a:cubicBezTo>
                <a:cubicBezTo>
                  <a:pt x="876" y="258"/>
                  <a:pt x="877" y="258"/>
                  <a:pt x="878" y="258"/>
                </a:cubicBezTo>
                <a:cubicBezTo>
                  <a:pt x="879" y="258"/>
                  <a:pt x="880" y="258"/>
                  <a:pt x="881" y="257"/>
                </a:cubicBezTo>
                <a:close/>
                <a:moveTo>
                  <a:pt x="824" y="304"/>
                </a:moveTo>
                <a:cubicBezTo>
                  <a:pt x="823" y="305"/>
                  <a:pt x="823" y="305"/>
                  <a:pt x="823" y="305"/>
                </a:cubicBezTo>
                <a:cubicBezTo>
                  <a:pt x="822" y="307"/>
                  <a:pt x="822" y="309"/>
                  <a:pt x="823" y="311"/>
                </a:cubicBezTo>
                <a:cubicBezTo>
                  <a:pt x="824" y="312"/>
                  <a:pt x="825" y="312"/>
                  <a:pt x="826" y="312"/>
                </a:cubicBezTo>
                <a:cubicBezTo>
                  <a:pt x="827" y="312"/>
                  <a:pt x="828" y="312"/>
                  <a:pt x="829" y="311"/>
                </a:cubicBezTo>
                <a:cubicBezTo>
                  <a:pt x="830" y="310"/>
                  <a:pt x="830" y="310"/>
                  <a:pt x="830" y="310"/>
                </a:cubicBezTo>
                <a:cubicBezTo>
                  <a:pt x="831" y="308"/>
                  <a:pt x="831" y="306"/>
                  <a:pt x="830" y="304"/>
                </a:cubicBezTo>
                <a:cubicBezTo>
                  <a:pt x="828" y="303"/>
                  <a:pt x="826" y="303"/>
                  <a:pt x="824" y="304"/>
                </a:cubicBezTo>
                <a:close/>
                <a:moveTo>
                  <a:pt x="798" y="331"/>
                </a:moveTo>
                <a:cubicBezTo>
                  <a:pt x="798" y="332"/>
                  <a:pt x="798" y="332"/>
                  <a:pt x="798" y="332"/>
                </a:cubicBezTo>
                <a:cubicBezTo>
                  <a:pt x="796" y="334"/>
                  <a:pt x="796" y="336"/>
                  <a:pt x="798" y="338"/>
                </a:cubicBezTo>
                <a:cubicBezTo>
                  <a:pt x="798" y="338"/>
                  <a:pt x="799" y="339"/>
                  <a:pt x="800" y="339"/>
                </a:cubicBezTo>
                <a:cubicBezTo>
                  <a:pt x="802" y="339"/>
                  <a:pt x="803" y="338"/>
                  <a:pt x="803" y="338"/>
                </a:cubicBezTo>
                <a:cubicBezTo>
                  <a:pt x="804" y="337"/>
                  <a:pt x="804" y="337"/>
                  <a:pt x="804" y="337"/>
                </a:cubicBezTo>
                <a:cubicBezTo>
                  <a:pt x="806" y="335"/>
                  <a:pt x="806" y="333"/>
                  <a:pt x="804" y="331"/>
                </a:cubicBezTo>
                <a:cubicBezTo>
                  <a:pt x="802" y="330"/>
                  <a:pt x="800" y="330"/>
                  <a:pt x="798" y="331"/>
                </a:cubicBezTo>
                <a:close/>
                <a:moveTo>
                  <a:pt x="773" y="358"/>
                </a:moveTo>
                <a:cubicBezTo>
                  <a:pt x="773" y="358"/>
                  <a:pt x="773" y="358"/>
                  <a:pt x="773" y="358"/>
                </a:cubicBezTo>
                <a:cubicBezTo>
                  <a:pt x="772" y="359"/>
                  <a:pt x="772" y="359"/>
                  <a:pt x="772" y="359"/>
                </a:cubicBezTo>
                <a:cubicBezTo>
                  <a:pt x="770" y="361"/>
                  <a:pt x="770" y="363"/>
                  <a:pt x="772" y="365"/>
                </a:cubicBezTo>
                <a:cubicBezTo>
                  <a:pt x="772" y="365"/>
                  <a:pt x="773" y="365"/>
                  <a:pt x="773" y="365"/>
                </a:cubicBezTo>
                <a:cubicBezTo>
                  <a:pt x="774" y="366"/>
                  <a:pt x="774" y="366"/>
                  <a:pt x="775" y="366"/>
                </a:cubicBezTo>
                <a:cubicBezTo>
                  <a:pt x="776" y="366"/>
                  <a:pt x="777" y="365"/>
                  <a:pt x="778" y="364"/>
                </a:cubicBezTo>
                <a:cubicBezTo>
                  <a:pt x="778" y="364"/>
                  <a:pt x="778" y="364"/>
                  <a:pt x="778" y="364"/>
                </a:cubicBezTo>
                <a:cubicBezTo>
                  <a:pt x="780" y="362"/>
                  <a:pt x="780" y="359"/>
                  <a:pt x="778" y="358"/>
                </a:cubicBezTo>
                <a:cubicBezTo>
                  <a:pt x="777" y="357"/>
                  <a:pt x="775" y="357"/>
                  <a:pt x="773" y="358"/>
                </a:cubicBezTo>
                <a:close/>
                <a:moveTo>
                  <a:pt x="699" y="446"/>
                </a:moveTo>
                <a:cubicBezTo>
                  <a:pt x="700" y="446"/>
                  <a:pt x="700" y="445"/>
                  <a:pt x="700" y="445"/>
                </a:cubicBezTo>
                <a:cubicBezTo>
                  <a:pt x="701" y="444"/>
                  <a:pt x="701" y="444"/>
                  <a:pt x="701" y="444"/>
                </a:cubicBezTo>
                <a:cubicBezTo>
                  <a:pt x="703" y="443"/>
                  <a:pt x="703" y="440"/>
                  <a:pt x="701" y="439"/>
                </a:cubicBezTo>
                <a:cubicBezTo>
                  <a:pt x="701" y="438"/>
                  <a:pt x="700" y="438"/>
                  <a:pt x="699" y="438"/>
                </a:cubicBezTo>
                <a:cubicBezTo>
                  <a:pt x="698" y="437"/>
                  <a:pt x="697" y="438"/>
                  <a:pt x="696" y="439"/>
                </a:cubicBezTo>
                <a:cubicBezTo>
                  <a:pt x="695" y="440"/>
                  <a:pt x="695" y="440"/>
                  <a:pt x="695" y="440"/>
                </a:cubicBezTo>
                <a:cubicBezTo>
                  <a:pt x="693" y="441"/>
                  <a:pt x="693" y="444"/>
                  <a:pt x="695" y="445"/>
                </a:cubicBezTo>
                <a:cubicBezTo>
                  <a:pt x="696" y="446"/>
                  <a:pt x="697" y="446"/>
                  <a:pt x="698" y="446"/>
                </a:cubicBezTo>
                <a:cubicBezTo>
                  <a:pt x="698" y="446"/>
                  <a:pt x="699" y="446"/>
                  <a:pt x="699" y="446"/>
                </a:cubicBezTo>
                <a:close/>
                <a:moveTo>
                  <a:pt x="649" y="499"/>
                </a:moveTo>
                <a:cubicBezTo>
                  <a:pt x="650" y="498"/>
                  <a:pt x="650" y="498"/>
                  <a:pt x="650" y="498"/>
                </a:cubicBezTo>
                <a:cubicBezTo>
                  <a:pt x="651" y="496"/>
                  <a:pt x="651" y="494"/>
                  <a:pt x="650" y="492"/>
                </a:cubicBezTo>
                <a:cubicBezTo>
                  <a:pt x="648" y="491"/>
                  <a:pt x="646" y="491"/>
                  <a:pt x="644" y="492"/>
                </a:cubicBezTo>
                <a:cubicBezTo>
                  <a:pt x="643" y="493"/>
                  <a:pt x="643" y="493"/>
                  <a:pt x="643" y="493"/>
                </a:cubicBezTo>
                <a:cubicBezTo>
                  <a:pt x="642" y="495"/>
                  <a:pt x="642" y="497"/>
                  <a:pt x="643" y="499"/>
                </a:cubicBezTo>
                <a:cubicBezTo>
                  <a:pt x="644" y="500"/>
                  <a:pt x="645" y="500"/>
                  <a:pt x="646" y="500"/>
                </a:cubicBezTo>
                <a:cubicBezTo>
                  <a:pt x="647" y="500"/>
                  <a:pt x="648" y="500"/>
                  <a:pt x="649" y="499"/>
                </a:cubicBezTo>
                <a:close/>
                <a:moveTo>
                  <a:pt x="598" y="553"/>
                </a:moveTo>
                <a:cubicBezTo>
                  <a:pt x="598" y="552"/>
                  <a:pt x="598" y="552"/>
                  <a:pt x="598" y="552"/>
                </a:cubicBezTo>
                <a:cubicBezTo>
                  <a:pt x="600" y="550"/>
                  <a:pt x="600" y="548"/>
                  <a:pt x="598" y="546"/>
                </a:cubicBezTo>
                <a:cubicBezTo>
                  <a:pt x="597" y="545"/>
                  <a:pt x="594" y="545"/>
                  <a:pt x="593" y="546"/>
                </a:cubicBezTo>
                <a:cubicBezTo>
                  <a:pt x="592" y="547"/>
                  <a:pt x="592" y="547"/>
                  <a:pt x="592" y="547"/>
                </a:cubicBezTo>
                <a:cubicBezTo>
                  <a:pt x="590" y="549"/>
                  <a:pt x="590" y="551"/>
                  <a:pt x="592" y="553"/>
                </a:cubicBezTo>
                <a:cubicBezTo>
                  <a:pt x="593" y="553"/>
                  <a:pt x="594" y="554"/>
                  <a:pt x="595" y="554"/>
                </a:cubicBezTo>
                <a:cubicBezTo>
                  <a:pt x="596" y="554"/>
                  <a:pt x="597" y="553"/>
                  <a:pt x="598" y="553"/>
                </a:cubicBezTo>
                <a:close/>
                <a:moveTo>
                  <a:pt x="572" y="579"/>
                </a:moveTo>
                <a:cubicBezTo>
                  <a:pt x="573" y="579"/>
                  <a:pt x="573" y="579"/>
                  <a:pt x="573" y="579"/>
                </a:cubicBezTo>
                <a:cubicBezTo>
                  <a:pt x="574" y="577"/>
                  <a:pt x="574" y="574"/>
                  <a:pt x="573" y="573"/>
                </a:cubicBezTo>
                <a:cubicBezTo>
                  <a:pt x="571" y="571"/>
                  <a:pt x="568" y="571"/>
                  <a:pt x="567" y="573"/>
                </a:cubicBezTo>
                <a:cubicBezTo>
                  <a:pt x="566" y="574"/>
                  <a:pt x="566" y="574"/>
                  <a:pt x="566" y="574"/>
                </a:cubicBezTo>
                <a:cubicBezTo>
                  <a:pt x="565" y="575"/>
                  <a:pt x="565" y="578"/>
                  <a:pt x="566" y="580"/>
                </a:cubicBezTo>
                <a:cubicBezTo>
                  <a:pt x="567" y="580"/>
                  <a:pt x="568" y="581"/>
                  <a:pt x="569" y="581"/>
                </a:cubicBezTo>
                <a:cubicBezTo>
                  <a:pt x="570" y="581"/>
                  <a:pt x="571" y="580"/>
                  <a:pt x="572" y="579"/>
                </a:cubicBezTo>
                <a:close/>
                <a:moveTo>
                  <a:pt x="546" y="606"/>
                </a:moveTo>
                <a:cubicBezTo>
                  <a:pt x="547" y="605"/>
                  <a:pt x="547" y="605"/>
                  <a:pt x="547" y="605"/>
                </a:cubicBezTo>
                <a:cubicBezTo>
                  <a:pt x="548" y="604"/>
                  <a:pt x="548" y="601"/>
                  <a:pt x="547" y="600"/>
                </a:cubicBezTo>
                <a:cubicBezTo>
                  <a:pt x="545" y="598"/>
                  <a:pt x="543" y="598"/>
                  <a:pt x="541" y="600"/>
                </a:cubicBezTo>
                <a:cubicBezTo>
                  <a:pt x="540" y="601"/>
                  <a:pt x="540" y="601"/>
                  <a:pt x="540" y="601"/>
                </a:cubicBezTo>
                <a:cubicBezTo>
                  <a:pt x="539" y="602"/>
                  <a:pt x="539" y="605"/>
                  <a:pt x="540" y="606"/>
                </a:cubicBezTo>
                <a:cubicBezTo>
                  <a:pt x="541" y="607"/>
                  <a:pt x="542" y="608"/>
                  <a:pt x="543" y="608"/>
                </a:cubicBezTo>
                <a:cubicBezTo>
                  <a:pt x="544" y="608"/>
                  <a:pt x="545" y="607"/>
                  <a:pt x="546" y="606"/>
                </a:cubicBezTo>
                <a:close/>
                <a:moveTo>
                  <a:pt x="520" y="633"/>
                </a:moveTo>
                <a:cubicBezTo>
                  <a:pt x="521" y="632"/>
                  <a:pt x="521" y="632"/>
                  <a:pt x="521" y="632"/>
                </a:cubicBezTo>
                <a:cubicBezTo>
                  <a:pt x="523" y="631"/>
                  <a:pt x="523" y="628"/>
                  <a:pt x="521" y="627"/>
                </a:cubicBezTo>
                <a:cubicBezTo>
                  <a:pt x="519" y="625"/>
                  <a:pt x="517" y="625"/>
                  <a:pt x="515" y="627"/>
                </a:cubicBezTo>
                <a:cubicBezTo>
                  <a:pt x="515" y="628"/>
                  <a:pt x="515" y="628"/>
                  <a:pt x="515" y="628"/>
                </a:cubicBezTo>
                <a:cubicBezTo>
                  <a:pt x="515" y="628"/>
                  <a:pt x="515" y="628"/>
                  <a:pt x="514" y="628"/>
                </a:cubicBezTo>
                <a:cubicBezTo>
                  <a:pt x="513" y="629"/>
                  <a:pt x="513" y="631"/>
                  <a:pt x="514" y="633"/>
                </a:cubicBezTo>
                <a:cubicBezTo>
                  <a:pt x="515" y="633"/>
                  <a:pt x="515" y="633"/>
                  <a:pt x="515" y="633"/>
                </a:cubicBezTo>
                <a:cubicBezTo>
                  <a:pt x="515" y="634"/>
                  <a:pt x="516" y="634"/>
                  <a:pt x="517" y="634"/>
                </a:cubicBezTo>
                <a:cubicBezTo>
                  <a:pt x="519" y="634"/>
                  <a:pt x="520" y="634"/>
                  <a:pt x="520" y="633"/>
                </a:cubicBezTo>
                <a:close/>
                <a:moveTo>
                  <a:pt x="469" y="687"/>
                </a:moveTo>
                <a:cubicBezTo>
                  <a:pt x="470" y="686"/>
                  <a:pt x="470" y="686"/>
                  <a:pt x="470" y="686"/>
                </a:cubicBezTo>
                <a:cubicBezTo>
                  <a:pt x="471" y="684"/>
                  <a:pt x="471" y="682"/>
                  <a:pt x="470" y="680"/>
                </a:cubicBezTo>
                <a:cubicBezTo>
                  <a:pt x="468" y="679"/>
                  <a:pt x="465" y="679"/>
                  <a:pt x="464" y="680"/>
                </a:cubicBezTo>
                <a:cubicBezTo>
                  <a:pt x="463" y="681"/>
                  <a:pt x="463" y="681"/>
                  <a:pt x="463" y="681"/>
                </a:cubicBezTo>
                <a:cubicBezTo>
                  <a:pt x="462" y="683"/>
                  <a:pt x="462" y="685"/>
                  <a:pt x="463" y="687"/>
                </a:cubicBezTo>
                <a:cubicBezTo>
                  <a:pt x="464" y="688"/>
                  <a:pt x="465" y="688"/>
                  <a:pt x="466" y="688"/>
                </a:cubicBezTo>
                <a:cubicBezTo>
                  <a:pt x="467" y="688"/>
                  <a:pt x="468" y="688"/>
                  <a:pt x="469" y="687"/>
                </a:cubicBezTo>
                <a:close/>
                <a:moveTo>
                  <a:pt x="413" y="734"/>
                </a:moveTo>
                <a:cubicBezTo>
                  <a:pt x="412" y="735"/>
                  <a:pt x="412" y="735"/>
                  <a:pt x="412" y="735"/>
                </a:cubicBezTo>
                <a:cubicBezTo>
                  <a:pt x="410" y="737"/>
                  <a:pt x="410" y="739"/>
                  <a:pt x="412" y="741"/>
                </a:cubicBezTo>
                <a:cubicBezTo>
                  <a:pt x="413" y="741"/>
                  <a:pt x="414" y="742"/>
                  <a:pt x="415" y="742"/>
                </a:cubicBezTo>
                <a:cubicBezTo>
                  <a:pt x="416" y="742"/>
                  <a:pt x="417" y="741"/>
                  <a:pt x="417" y="741"/>
                </a:cubicBezTo>
                <a:cubicBezTo>
                  <a:pt x="418" y="740"/>
                  <a:pt x="418" y="740"/>
                  <a:pt x="418" y="740"/>
                </a:cubicBezTo>
                <a:cubicBezTo>
                  <a:pt x="420" y="738"/>
                  <a:pt x="420" y="736"/>
                  <a:pt x="418" y="734"/>
                </a:cubicBezTo>
                <a:cubicBezTo>
                  <a:pt x="417" y="733"/>
                  <a:pt x="414" y="733"/>
                  <a:pt x="413" y="734"/>
                </a:cubicBezTo>
                <a:close/>
                <a:moveTo>
                  <a:pt x="387" y="761"/>
                </a:moveTo>
                <a:cubicBezTo>
                  <a:pt x="386" y="762"/>
                  <a:pt x="386" y="762"/>
                  <a:pt x="386" y="762"/>
                </a:cubicBezTo>
                <a:cubicBezTo>
                  <a:pt x="384" y="764"/>
                  <a:pt x="384" y="766"/>
                  <a:pt x="386" y="768"/>
                </a:cubicBezTo>
                <a:cubicBezTo>
                  <a:pt x="387" y="768"/>
                  <a:pt x="388" y="769"/>
                  <a:pt x="389" y="769"/>
                </a:cubicBezTo>
                <a:cubicBezTo>
                  <a:pt x="389" y="769"/>
                  <a:pt x="389" y="769"/>
                  <a:pt x="389" y="769"/>
                </a:cubicBezTo>
                <a:cubicBezTo>
                  <a:pt x="389" y="769"/>
                  <a:pt x="389" y="769"/>
                  <a:pt x="389" y="769"/>
                </a:cubicBezTo>
                <a:cubicBezTo>
                  <a:pt x="390" y="769"/>
                  <a:pt x="391" y="768"/>
                  <a:pt x="392" y="767"/>
                </a:cubicBezTo>
                <a:cubicBezTo>
                  <a:pt x="393" y="767"/>
                  <a:pt x="393" y="767"/>
                  <a:pt x="393" y="767"/>
                </a:cubicBezTo>
                <a:cubicBezTo>
                  <a:pt x="394" y="765"/>
                  <a:pt x="394" y="763"/>
                  <a:pt x="392" y="761"/>
                </a:cubicBezTo>
                <a:cubicBezTo>
                  <a:pt x="391" y="759"/>
                  <a:pt x="388" y="760"/>
                  <a:pt x="387" y="761"/>
                </a:cubicBezTo>
                <a:close/>
                <a:moveTo>
                  <a:pt x="367" y="788"/>
                </a:moveTo>
                <a:cubicBezTo>
                  <a:pt x="367" y="788"/>
                  <a:pt x="367" y="788"/>
                  <a:pt x="367" y="788"/>
                </a:cubicBezTo>
                <a:cubicBezTo>
                  <a:pt x="365" y="786"/>
                  <a:pt x="363" y="786"/>
                  <a:pt x="361" y="788"/>
                </a:cubicBezTo>
                <a:cubicBezTo>
                  <a:pt x="360" y="789"/>
                  <a:pt x="360" y="789"/>
                  <a:pt x="360" y="789"/>
                </a:cubicBezTo>
                <a:cubicBezTo>
                  <a:pt x="360" y="789"/>
                  <a:pt x="360" y="789"/>
                  <a:pt x="360" y="789"/>
                </a:cubicBezTo>
                <a:cubicBezTo>
                  <a:pt x="362" y="789"/>
                  <a:pt x="364" y="789"/>
                  <a:pt x="367" y="789"/>
                </a:cubicBezTo>
                <a:cubicBezTo>
                  <a:pt x="367" y="794"/>
                  <a:pt x="367" y="794"/>
                  <a:pt x="367" y="794"/>
                </a:cubicBezTo>
                <a:cubicBezTo>
                  <a:pt x="367" y="793"/>
                  <a:pt x="367" y="793"/>
                  <a:pt x="367" y="793"/>
                </a:cubicBezTo>
                <a:cubicBezTo>
                  <a:pt x="368" y="792"/>
                  <a:pt x="368" y="791"/>
                  <a:pt x="368" y="789"/>
                </a:cubicBezTo>
                <a:cubicBezTo>
                  <a:pt x="367" y="789"/>
                  <a:pt x="367" y="788"/>
                  <a:pt x="367" y="788"/>
                </a:cubicBezTo>
                <a:close/>
                <a:moveTo>
                  <a:pt x="880" y="339"/>
                </a:moveTo>
                <a:cubicBezTo>
                  <a:pt x="879" y="340"/>
                  <a:pt x="879" y="340"/>
                  <a:pt x="879" y="340"/>
                </a:cubicBezTo>
                <a:cubicBezTo>
                  <a:pt x="877" y="342"/>
                  <a:pt x="877" y="344"/>
                  <a:pt x="879" y="346"/>
                </a:cubicBezTo>
                <a:cubicBezTo>
                  <a:pt x="880" y="347"/>
                  <a:pt x="881" y="347"/>
                  <a:pt x="882" y="347"/>
                </a:cubicBezTo>
                <a:cubicBezTo>
                  <a:pt x="882" y="344"/>
                  <a:pt x="883" y="341"/>
                  <a:pt x="884" y="338"/>
                </a:cubicBezTo>
                <a:cubicBezTo>
                  <a:pt x="882" y="338"/>
                  <a:pt x="881" y="338"/>
                  <a:pt x="880" y="339"/>
                </a:cubicBezTo>
                <a:close/>
                <a:moveTo>
                  <a:pt x="859" y="373"/>
                </a:moveTo>
                <a:cubicBezTo>
                  <a:pt x="860" y="372"/>
                  <a:pt x="860" y="372"/>
                  <a:pt x="860" y="372"/>
                </a:cubicBezTo>
                <a:cubicBezTo>
                  <a:pt x="861" y="370"/>
                  <a:pt x="861" y="368"/>
                  <a:pt x="859" y="366"/>
                </a:cubicBezTo>
                <a:cubicBezTo>
                  <a:pt x="858" y="365"/>
                  <a:pt x="855" y="365"/>
                  <a:pt x="854" y="366"/>
                </a:cubicBezTo>
                <a:cubicBezTo>
                  <a:pt x="853" y="367"/>
                  <a:pt x="853" y="367"/>
                  <a:pt x="853" y="367"/>
                </a:cubicBezTo>
                <a:cubicBezTo>
                  <a:pt x="851" y="369"/>
                  <a:pt x="851" y="371"/>
                  <a:pt x="853" y="373"/>
                </a:cubicBezTo>
                <a:cubicBezTo>
                  <a:pt x="854" y="374"/>
                  <a:pt x="855" y="374"/>
                  <a:pt x="856" y="374"/>
                </a:cubicBezTo>
                <a:cubicBezTo>
                  <a:pt x="857" y="374"/>
                  <a:pt x="858" y="374"/>
                  <a:pt x="859" y="373"/>
                </a:cubicBezTo>
                <a:close/>
                <a:moveTo>
                  <a:pt x="828" y="393"/>
                </a:moveTo>
                <a:cubicBezTo>
                  <a:pt x="827" y="394"/>
                  <a:pt x="827" y="394"/>
                  <a:pt x="827" y="394"/>
                </a:cubicBezTo>
                <a:cubicBezTo>
                  <a:pt x="826" y="396"/>
                  <a:pt x="826" y="398"/>
                  <a:pt x="827" y="400"/>
                </a:cubicBezTo>
                <a:cubicBezTo>
                  <a:pt x="828" y="400"/>
                  <a:pt x="829" y="401"/>
                  <a:pt x="830" y="401"/>
                </a:cubicBezTo>
                <a:cubicBezTo>
                  <a:pt x="830" y="401"/>
                  <a:pt x="830" y="401"/>
                  <a:pt x="830" y="401"/>
                </a:cubicBezTo>
                <a:cubicBezTo>
                  <a:pt x="830" y="401"/>
                  <a:pt x="830" y="401"/>
                  <a:pt x="830" y="401"/>
                </a:cubicBezTo>
                <a:cubicBezTo>
                  <a:pt x="831" y="401"/>
                  <a:pt x="832" y="400"/>
                  <a:pt x="833" y="400"/>
                </a:cubicBezTo>
                <a:cubicBezTo>
                  <a:pt x="834" y="399"/>
                  <a:pt x="834" y="399"/>
                  <a:pt x="834" y="399"/>
                </a:cubicBezTo>
                <a:cubicBezTo>
                  <a:pt x="835" y="397"/>
                  <a:pt x="835" y="395"/>
                  <a:pt x="834" y="393"/>
                </a:cubicBezTo>
                <a:cubicBezTo>
                  <a:pt x="832" y="391"/>
                  <a:pt x="830" y="392"/>
                  <a:pt x="828" y="393"/>
                </a:cubicBezTo>
                <a:close/>
                <a:moveTo>
                  <a:pt x="808" y="420"/>
                </a:moveTo>
                <a:cubicBezTo>
                  <a:pt x="806" y="418"/>
                  <a:pt x="804" y="418"/>
                  <a:pt x="802" y="420"/>
                </a:cubicBezTo>
                <a:cubicBezTo>
                  <a:pt x="801" y="421"/>
                  <a:pt x="801" y="421"/>
                  <a:pt x="801" y="421"/>
                </a:cubicBezTo>
                <a:cubicBezTo>
                  <a:pt x="800" y="422"/>
                  <a:pt x="800" y="425"/>
                  <a:pt x="801" y="426"/>
                </a:cubicBezTo>
                <a:cubicBezTo>
                  <a:pt x="802" y="427"/>
                  <a:pt x="803" y="428"/>
                  <a:pt x="804" y="428"/>
                </a:cubicBezTo>
                <a:cubicBezTo>
                  <a:pt x="805" y="428"/>
                  <a:pt x="806" y="427"/>
                  <a:pt x="807" y="426"/>
                </a:cubicBezTo>
                <a:cubicBezTo>
                  <a:pt x="808" y="425"/>
                  <a:pt x="808" y="425"/>
                  <a:pt x="808" y="425"/>
                </a:cubicBezTo>
                <a:cubicBezTo>
                  <a:pt x="809" y="424"/>
                  <a:pt x="809" y="421"/>
                  <a:pt x="808" y="420"/>
                </a:cubicBezTo>
                <a:close/>
                <a:moveTo>
                  <a:pt x="776" y="447"/>
                </a:moveTo>
                <a:cubicBezTo>
                  <a:pt x="776" y="448"/>
                  <a:pt x="776" y="448"/>
                  <a:pt x="776" y="448"/>
                </a:cubicBezTo>
                <a:cubicBezTo>
                  <a:pt x="774" y="449"/>
                  <a:pt x="774" y="452"/>
                  <a:pt x="776" y="453"/>
                </a:cubicBezTo>
                <a:cubicBezTo>
                  <a:pt x="776" y="454"/>
                  <a:pt x="777" y="454"/>
                  <a:pt x="778" y="454"/>
                </a:cubicBezTo>
                <a:cubicBezTo>
                  <a:pt x="779" y="454"/>
                  <a:pt x="779" y="454"/>
                  <a:pt x="780" y="454"/>
                </a:cubicBezTo>
                <a:cubicBezTo>
                  <a:pt x="780" y="454"/>
                  <a:pt x="781" y="454"/>
                  <a:pt x="781" y="453"/>
                </a:cubicBezTo>
                <a:cubicBezTo>
                  <a:pt x="782" y="452"/>
                  <a:pt x="782" y="452"/>
                  <a:pt x="782" y="452"/>
                </a:cubicBezTo>
                <a:cubicBezTo>
                  <a:pt x="784" y="451"/>
                  <a:pt x="784" y="448"/>
                  <a:pt x="782" y="447"/>
                </a:cubicBezTo>
                <a:cubicBezTo>
                  <a:pt x="781" y="446"/>
                  <a:pt x="781" y="446"/>
                  <a:pt x="780" y="446"/>
                </a:cubicBezTo>
                <a:cubicBezTo>
                  <a:pt x="779" y="445"/>
                  <a:pt x="777" y="446"/>
                  <a:pt x="776" y="447"/>
                </a:cubicBezTo>
                <a:close/>
                <a:moveTo>
                  <a:pt x="730" y="507"/>
                </a:moveTo>
                <a:cubicBezTo>
                  <a:pt x="731" y="506"/>
                  <a:pt x="731" y="506"/>
                  <a:pt x="731" y="506"/>
                </a:cubicBezTo>
                <a:cubicBezTo>
                  <a:pt x="732" y="504"/>
                  <a:pt x="732" y="502"/>
                  <a:pt x="730" y="500"/>
                </a:cubicBezTo>
                <a:cubicBezTo>
                  <a:pt x="729" y="499"/>
                  <a:pt x="726" y="499"/>
                  <a:pt x="725" y="500"/>
                </a:cubicBezTo>
                <a:cubicBezTo>
                  <a:pt x="724" y="501"/>
                  <a:pt x="724" y="501"/>
                  <a:pt x="724" y="501"/>
                </a:cubicBezTo>
                <a:cubicBezTo>
                  <a:pt x="722" y="503"/>
                  <a:pt x="723" y="505"/>
                  <a:pt x="724" y="507"/>
                </a:cubicBezTo>
                <a:cubicBezTo>
                  <a:pt x="725" y="508"/>
                  <a:pt x="726" y="508"/>
                  <a:pt x="727" y="508"/>
                </a:cubicBezTo>
                <a:cubicBezTo>
                  <a:pt x="728" y="508"/>
                  <a:pt x="729" y="508"/>
                  <a:pt x="730" y="507"/>
                </a:cubicBezTo>
                <a:close/>
                <a:moveTo>
                  <a:pt x="678" y="560"/>
                </a:moveTo>
                <a:cubicBezTo>
                  <a:pt x="679" y="559"/>
                  <a:pt x="679" y="559"/>
                  <a:pt x="679" y="559"/>
                </a:cubicBezTo>
                <a:cubicBezTo>
                  <a:pt x="681" y="558"/>
                  <a:pt x="680" y="555"/>
                  <a:pt x="679" y="554"/>
                </a:cubicBezTo>
                <a:cubicBezTo>
                  <a:pt x="677" y="552"/>
                  <a:pt x="675" y="552"/>
                  <a:pt x="673" y="554"/>
                </a:cubicBezTo>
                <a:cubicBezTo>
                  <a:pt x="672" y="555"/>
                  <a:pt x="672" y="555"/>
                  <a:pt x="672" y="555"/>
                </a:cubicBezTo>
                <a:cubicBezTo>
                  <a:pt x="671" y="556"/>
                  <a:pt x="671" y="559"/>
                  <a:pt x="672" y="560"/>
                </a:cubicBezTo>
                <a:cubicBezTo>
                  <a:pt x="673" y="561"/>
                  <a:pt x="674" y="562"/>
                  <a:pt x="675" y="562"/>
                </a:cubicBezTo>
                <a:cubicBezTo>
                  <a:pt x="676" y="562"/>
                  <a:pt x="677" y="561"/>
                  <a:pt x="678" y="560"/>
                </a:cubicBezTo>
                <a:close/>
                <a:moveTo>
                  <a:pt x="627" y="614"/>
                </a:moveTo>
                <a:cubicBezTo>
                  <a:pt x="627" y="613"/>
                  <a:pt x="627" y="613"/>
                  <a:pt x="627" y="613"/>
                </a:cubicBezTo>
                <a:cubicBezTo>
                  <a:pt x="628" y="613"/>
                  <a:pt x="628" y="613"/>
                  <a:pt x="628" y="612"/>
                </a:cubicBezTo>
                <a:cubicBezTo>
                  <a:pt x="629" y="611"/>
                  <a:pt x="629" y="610"/>
                  <a:pt x="628" y="608"/>
                </a:cubicBezTo>
                <a:cubicBezTo>
                  <a:pt x="628" y="608"/>
                  <a:pt x="628" y="608"/>
                  <a:pt x="627" y="607"/>
                </a:cubicBezTo>
                <a:cubicBezTo>
                  <a:pt x="626" y="606"/>
                  <a:pt x="623" y="606"/>
                  <a:pt x="622" y="608"/>
                </a:cubicBezTo>
                <a:cubicBezTo>
                  <a:pt x="621" y="608"/>
                  <a:pt x="621" y="608"/>
                  <a:pt x="621" y="608"/>
                </a:cubicBezTo>
                <a:cubicBezTo>
                  <a:pt x="619" y="610"/>
                  <a:pt x="619" y="613"/>
                  <a:pt x="621" y="614"/>
                </a:cubicBezTo>
                <a:cubicBezTo>
                  <a:pt x="622" y="615"/>
                  <a:pt x="623" y="615"/>
                  <a:pt x="624" y="615"/>
                </a:cubicBezTo>
                <a:cubicBezTo>
                  <a:pt x="625" y="615"/>
                  <a:pt x="626" y="615"/>
                  <a:pt x="627" y="614"/>
                </a:cubicBezTo>
                <a:close/>
                <a:moveTo>
                  <a:pt x="601" y="634"/>
                </a:moveTo>
                <a:cubicBezTo>
                  <a:pt x="600" y="633"/>
                  <a:pt x="599" y="633"/>
                  <a:pt x="598" y="633"/>
                </a:cubicBezTo>
                <a:cubicBezTo>
                  <a:pt x="597" y="634"/>
                  <a:pt x="596" y="634"/>
                  <a:pt x="596" y="634"/>
                </a:cubicBezTo>
                <a:cubicBezTo>
                  <a:pt x="595" y="635"/>
                  <a:pt x="595" y="635"/>
                  <a:pt x="595" y="635"/>
                </a:cubicBezTo>
                <a:cubicBezTo>
                  <a:pt x="593" y="637"/>
                  <a:pt x="594" y="639"/>
                  <a:pt x="595" y="641"/>
                </a:cubicBezTo>
                <a:cubicBezTo>
                  <a:pt x="596" y="641"/>
                  <a:pt x="597" y="642"/>
                  <a:pt x="598" y="642"/>
                </a:cubicBezTo>
                <a:cubicBezTo>
                  <a:pt x="598" y="642"/>
                  <a:pt x="598" y="642"/>
                  <a:pt x="598" y="642"/>
                </a:cubicBezTo>
                <a:cubicBezTo>
                  <a:pt x="599" y="642"/>
                  <a:pt x="600" y="642"/>
                  <a:pt x="601" y="641"/>
                </a:cubicBezTo>
                <a:cubicBezTo>
                  <a:pt x="602" y="640"/>
                  <a:pt x="602" y="640"/>
                  <a:pt x="602" y="640"/>
                </a:cubicBezTo>
                <a:cubicBezTo>
                  <a:pt x="603" y="638"/>
                  <a:pt x="603" y="636"/>
                  <a:pt x="601" y="634"/>
                </a:cubicBezTo>
                <a:close/>
                <a:moveTo>
                  <a:pt x="576" y="661"/>
                </a:moveTo>
                <a:cubicBezTo>
                  <a:pt x="574" y="659"/>
                  <a:pt x="572" y="660"/>
                  <a:pt x="570" y="661"/>
                </a:cubicBezTo>
                <a:cubicBezTo>
                  <a:pt x="569" y="662"/>
                  <a:pt x="569" y="662"/>
                  <a:pt x="569" y="662"/>
                </a:cubicBezTo>
                <a:cubicBezTo>
                  <a:pt x="568" y="664"/>
                  <a:pt x="568" y="666"/>
                  <a:pt x="569" y="668"/>
                </a:cubicBezTo>
                <a:cubicBezTo>
                  <a:pt x="570" y="668"/>
                  <a:pt x="571" y="669"/>
                  <a:pt x="572" y="669"/>
                </a:cubicBezTo>
                <a:cubicBezTo>
                  <a:pt x="572" y="669"/>
                  <a:pt x="572" y="669"/>
                  <a:pt x="572" y="669"/>
                </a:cubicBezTo>
                <a:cubicBezTo>
                  <a:pt x="572" y="669"/>
                  <a:pt x="572" y="669"/>
                  <a:pt x="572" y="669"/>
                </a:cubicBezTo>
                <a:cubicBezTo>
                  <a:pt x="573" y="669"/>
                  <a:pt x="574" y="668"/>
                  <a:pt x="575" y="668"/>
                </a:cubicBezTo>
                <a:cubicBezTo>
                  <a:pt x="576" y="667"/>
                  <a:pt x="576" y="667"/>
                  <a:pt x="576" y="667"/>
                </a:cubicBezTo>
                <a:cubicBezTo>
                  <a:pt x="577" y="665"/>
                  <a:pt x="577" y="663"/>
                  <a:pt x="576" y="661"/>
                </a:cubicBezTo>
                <a:close/>
                <a:moveTo>
                  <a:pt x="550" y="688"/>
                </a:moveTo>
                <a:cubicBezTo>
                  <a:pt x="548" y="686"/>
                  <a:pt x="546" y="686"/>
                  <a:pt x="544" y="688"/>
                </a:cubicBezTo>
                <a:cubicBezTo>
                  <a:pt x="543" y="689"/>
                  <a:pt x="543" y="689"/>
                  <a:pt x="543" y="689"/>
                </a:cubicBezTo>
                <a:cubicBezTo>
                  <a:pt x="542" y="690"/>
                  <a:pt x="542" y="693"/>
                  <a:pt x="544" y="694"/>
                </a:cubicBezTo>
                <a:cubicBezTo>
                  <a:pt x="544" y="695"/>
                  <a:pt x="545" y="696"/>
                  <a:pt x="546" y="696"/>
                </a:cubicBezTo>
                <a:cubicBezTo>
                  <a:pt x="547" y="696"/>
                  <a:pt x="548" y="695"/>
                  <a:pt x="549" y="694"/>
                </a:cubicBezTo>
                <a:cubicBezTo>
                  <a:pt x="550" y="693"/>
                  <a:pt x="550" y="693"/>
                  <a:pt x="550" y="693"/>
                </a:cubicBezTo>
                <a:cubicBezTo>
                  <a:pt x="552" y="692"/>
                  <a:pt x="551" y="689"/>
                  <a:pt x="550" y="688"/>
                </a:cubicBezTo>
                <a:close/>
                <a:moveTo>
                  <a:pt x="524" y="715"/>
                </a:moveTo>
                <a:cubicBezTo>
                  <a:pt x="523" y="713"/>
                  <a:pt x="520" y="713"/>
                  <a:pt x="518" y="715"/>
                </a:cubicBezTo>
                <a:cubicBezTo>
                  <a:pt x="518" y="716"/>
                  <a:pt x="518" y="716"/>
                  <a:pt x="518" y="716"/>
                </a:cubicBezTo>
                <a:cubicBezTo>
                  <a:pt x="516" y="717"/>
                  <a:pt x="516" y="720"/>
                  <a:pt x="518" y="721"/>
                </a:cubicBezTo>
                <a:cubicBezTo>
                  <a:pt x="518" y="722"/>
                  <a:pt x="519" y="722"/>
                  <a:pt x="520" y="722"/>
                </a:cubicBezTo>
                <a:cubicBezTo>
                  <a:pt x="520" y="722"/>
                  <a:pt x="520" y="722"/>
                  <a:pt x="520" y="722"/>
                </a:cubicBezTo>
                <a:cubicBezTo>
                  <a:pt x="521" y="722"/>
                  <a:pt x="521" y="722"/>
                  <a:pt x="521" y="722"/>
                </a:cubicBezTo>
                <a:cubicBezTo>
                  <a:pt x="522" y="722"/>
                  <a:pt x="523" y="722"/>
                  <a:pt x="523" y="721"/>
                </a:cubicBezTo>
                <a:cubicBezTo>
                  <a:pt x="524" y="720"/>
                  <a:pt x="524" y="720"/>
                  <a:pt x="524" y="720"/>
                </a:cubicBezTo>
                <a:cubicBezTo>
                  <a:pt x="526" y="719"/>
                  <a:pt x="526" y="716"/>
                  <a:pt x="524" y="715"/>
                </a:cubicBezTo>
                <a:close/>
                <a:moveTo>
                  <a:pt x="498" y="741"/>
                </a:moveTo>
                <a:cubicBezTo>
                  <a:pt x="497" y="740"/>
                  <a:pt x="494" y="740"/>
                  <a:pt x="493" y="742"/>
                </a:cubicBezTo>
                <a:cubicBezTo>
                  <a:pt x="492" y="742"/>
                  <a:pt x="492" y="742"/>
                  <a:pt x="492" y="742"/>
                </a:cubicBezTo>
                <a:cubicBezTo>
                  <a:pt x="490" y="744"/>
                  <a:pt x="490" y="747"/>
                  <a:pt x="492" y="748"/>
                </a:cubicBezTo>
                <a:cubicBezTo>
                  <a:pt x="493" y="749"/>
                  <a:pt x="494" y="749"/>
                  <a:pt x="495" y="749"/>
                </a:cubicBezTo>
                <a:cubicBezTo>
                  <a:pt x="496" y="749"/>
                  <a:pt x="497" y="749"/>
                  <a:pt x="498" y="748"/>
                </a:cubicBezTo>
                <a:cubicBezTo>
                  <a:pt x="498" y="747"/>
                  <a:pt x="498" y="747"/>
                  <a:pt x="498" y="747"/>
                </a:cubicBezTo>
                <a:cubicBezTo>
                  <a:pt x="500" y="745"/>
                  <a:pt x="500" y="743"/>
                  <a:pt x="498" y="741"/>
                </a:cubicBezTo>
                <a:close/>
                <a:moveTo>
                  <a:pt x="467" y="768"/>
                </a:moveTo>
                <a:cubicBezTo>
                  <a:pt x="466" y="769"/>
                  <a:pt x="466" y="769"/>
                  <a:pt x="466" y="769"/>
                </a:cubicBezTo>
                <a:cubicBezTo>
                  <a:pt x="464" y="771"/>
                  <a:pt x="465" y="773"/>
                  <a:pt x="466" y="775"/>
                </a:cubicBezTo>
                <a:cubicBezTo>
                  <a:pt x="467" y="776"/>
                  <a:pt x="468" y="776"/>
                  <a:pt x="469" y="776"/>
                </a:cubicBezTo>
                <a:cubicBezTo>
                  <a:pt x="470" y="776"/>
                  <a:pt x="471" y="776"/>
                  <a:pt x="472" y="775"/>
                </a:cubicBezTo>
                <a:cubicBezTo>
                  <a:pt x="473" y="774"/>
                  <a:pt x="473" y="774"/>
                  <a:pt x="473" y="774"/>
                </a:cubicBezTo>
                <a:cubicBezTo>
                  <a:pt x="474" y="772"/>
                  <a:pt x="474" y="770"/>
                  <a:pt x="473" y="768"/>
                </a:cubicBezTo>
                <a:cubicBezTo>
                  <a:pt x="471" y="767"/>
                  <a:pt x="468" y="767"/>
                  <a:pt x="467" y="768"/>
                </a:cubicBezTo>
                <a:close/>
                <a:moveTo>
                  <a:pt x="446" y="794"/>
                </a:moveTo>
                <a:cubicBezTo>
                  <a:pt x="444" y="794"/>
                  <a:pt x="442" y="794"/>
                  <a:pt x="441" y="795"/>
                </a:cubicBezTo>
                <a:cubicBezTo>
                  <a:pt x="440" y="796"/>
                  <a:pt x="440" y="796"/>
                  <a:pt x="440" y="796"/>
                </a:cubicBezTo>
                <a:cubicBezTo>
                  <a:pt x="439" y="798"/>
                  <a:pt x="439" y="800"/>
                  <a:pt x="440" y="802"/>
                </a:cubicBezTo>
                <a:cubicBezTo>
                  <a:pt x="441" y="802"/>
                  <a:pt x="442" y="803"/>
                  <a:pt x="443" y="803"/>
                </a:cubicBezTo>
                <a:cubicBezTo>
                  <a:pt x="444" y="803"/>
                  <a:pt x="445" y="802"/>
                  <a:pt x="446" y="802"/>
                </a:cubicBezTo>
                <a:cubicBezTo>
                  <a:pt x="446" y="802"/>
                  <a:pt x="446" y="802"/>
                  <a:pt x="446" y="802"/>
                </a:cubicBezTo>
                <a:cubicBezTo>
                  <a:pt x="447" y="801"/>
                  <a:pt x="447" y="801"/>
                  <a:pt x="447" y="801"/>
                </a:cubicBezTo>
                <a:cubicBezTo>
                  <a:pt x="448" y="799"/>
                  <a:pt x="448" y="797"/>
                  <a:pt x="447" y="795"/>
                </a:cubicBezTo>
                <a:cubicBezTo>
                  <a:pt x="446" y="795"/>
                  <a:pt x="446" y="795"/>
                  <a:pt x="446" y="794"/>
                </a:cubicBezTo>
                <a:close/>
                <a:moveTo>
                  <a:pt x="861" y="445"/>
                </a:moveTo>
                <a:cubicBezTo>
                  <a:pt x="860" y="446"/>
                  <a:pt x="860" y="446"/>
                  <a:pt x="860" y="446"/>
                </a:cubicBezTo>
                <a:cubicBezTo>
                  <a:pt x="858" y="447"/>
                  <a:pt x="858" y="450"/>
                  <a:pt x="860" y="451"/>
                </a:cubicBezTo>
                <a:cubicBezTo>
                  <a:pt x="861" y="452"/>
                  <a:pt x="862" y="453"/>
                  <a:pt x="863" y="453"/>
                </a:cubicBezTo>
                <a:cubicBezTo>
                  <a:pt x="863" y="453"/>
                  <a:pt x="863" y="453"/>
                  <a:pt x="863" y="453"/>
                </a:cubicBezTo>
                <a:cubicBezTo>
                  <a:pt x="863" y="453"/>
                  <a:pt x="863" y="453"/>
                  <a:pt x="863" y="453"/>
                </a:cubicBezTo>
                <a:cubicBezTo>
                  <a:pt x="863" y="453"/>
                  <a:pt x="864" y="452"/>
                  <a:pt x="865" y="452"/>
                </a:cubicBezTo>
                <a:cubicBezTo>
                  <a:pt x="865" y="450"/>
                  <a:pt x="865" y="449"/>
                  <a:pt x="865" y="447"/>
                </a:cubicBezTo>
                <a:cubicBezTo>
                  <a:pt x="865" y="446"/>
                  <a:pt x="865" y="445"/>
                  <a:pt x="865" y="444"/>
                </a:cubicBezTo>
                <a:cubicBezTo>
                  <a:pt x="864" y="443"/>
                  <a:pt x="862" y="444"/>
                  <a:pt x="861" y="445"/>
                </a:cubicBezTo>
                <a:close/>
                <a:moveTo>
                  <a:pt x="834" y="478"/>
                </a:moveTo>
                <a:cubicBezTo>
                  <a:pt x="835" y="479"/>
                  <a:pt x="836" y="479"/>
                  <a:pt x="837" y="479"/>
                </a:cubicBezTo>
                <a:cubicBezTo>
                  <a:pt x="838" y="479"/>
                  <a:pt x="839" y="479"/>
                  <a:pt x="840" y="478"/>
                </a:cubicBezTo>
                <a:cubicBezTo>
                  <a:pt x="841" y="477"/>
                  <a:pt x="841" y="477"/>
                  <a:pt x="841" y="477"/>
                </a:cubicBezTo>
                <a:cubicBezTo>
                  <a:pt x="842" y="476"/>
                  <a:pt x="842" y="473"/>
                  <a:pt x="841" y="472"/>
                </a:cubicBezTo>
                <a:cubicBezTo>
                  <a:pt x="839" y="470"/>
                  <a:pt x="836" y="470"/>
                  <a:pt x="835" y="472"/>
                </a:cubicBezTo>
                <a:cubicBezTo>
                  <a:pt x="834" y="473"/>
                  <a:pt x="834" y="473"/>
                  <a:pt x="834" y="473"/>
                </a:cubicBezTo>
                <a:cubicBezTo>
                  <a:pt x="833" y="474"/>
                  <a:pt x="833" y="477"/>
                  <a:pt x="834" y="478"/>
                </a:cubicBezTo>
                <a:close/>
                <a:moveTo>
                  <a:pt x="811" y="506"/>
                </a:moveTo>
                <a:cubicBezTo>
                  <a:pt x="812" y="506"/>
                  <a:pt x="813" y="506"/>
                  <a:pt x="814" y="505"/>
                </a:cubicBezTo>
                <a:cubicBezTo>
                  <a:pt x="815" y="504"/>
                  <a:pt x="815" y="504"/>
                  <a:pt x="815" y="504"/>
                </a:cubicBezTo>
                <a:cubicBezTo>
                  <a:pt x="816" y="503"/>
                  <a:pt x="816" y="500"/>
                  <a:pt x="815" y="498"/>
                </a:cubicBezTo>
                <a:cubicBezTo>
                  <a:pt x="813" y="497"/>
                  <a:pt x="811" y="497"/>
                  <a:pt x="809" y="499"/>
                </a:cubicBezTo>
                <a:cubicBezTo>
                  <a:pt x="808" y="499"/>
                  <a:pt x="808" y="499"/>
                  <a:pt x="808" y="499"/>
                </a:cubicBezTo>
                <a:cubicBezTo>
                  <a:pt x="807" y="501"/>
                  <a:pt x="807" y="504"/>
                  <a:pt x="808" y="505"/>
                </a:cubicBezTo>
                <a:cubicBezTo>
                  <a:pt x="809" y="506"/>
                  <a:pt x="810" y="506"/>
                  <a:pt x="811" y="506"/>
                </a:cubicBezTo>
                <a:close/>
                <a:moveTo>
                  <a:pt x="783" y="526"/>
                </a:moveTo>
                <a:cubicBezTo>
                  <a:pt x="781" y="528"/>
                  <a:pt x="781" y="530"/>
                  <a:pt x="783" y="532"/>
                </a:cubicBezTo>
                <a:cubicBezTo>
                  <a:pt x="783" y="533"/>
                  <a:pt x="784" y="533"/>
                  <a:pt x="785" y="533"/>
                </a:cubicBezTo>
                <a:cubicBezTo>
                  <a:pt x="786" y="533"/>
                  <a:pt x="786" y="533"/>
                  <a:pt x="786" y="533"/>
                </a:cubicBezTo>
                <a:cubicBezTo>
                  <a:pt x="787" y="533"/>
                  <a:pt x="788" y="532"/>
                  <a:pt x="788" y="532"/>
                </a:cubicBezTo>
                <a:cubicBezTo>
                  <a:pt x="789" y="531"/>
                  <a:pt x="789" y="531"/>
                  <a:pt x="789" y="531"/>
                </a:cubicBezTo>
                <a:cubicBezTo>
                  <a:pt x="791" y="529"/>
                  <a:pt x="791" y="527"/>
                  <a:pt x="789" y="525"/>
                </a:cubicBezTo>
                <a:cubicBezTo>
                  <a:pt x="788" y="525"/>
                  <a:pt x="787" y="524"/>
                  <a:pt x="786" y="524"/>
                </a:cubicBezTo>
                <a:cubicBezTo>
                  <a:pt x="785" y="524"/>
                  <a:pt x="784" y="525"/>
                  <a:pt x="783" y="525"/>
                </a:cubicBezTo>
                <a:lnTo>
                  <a:pt x="783" y="526"/>
                </a:lnTo>
                <a:close/>
                <a:moveTo>
                  <a:pt x="757" y="553"/>
                </a:moveTo>
                <a:cubicBezTo>
                  <a:pt x="755" y="555"/>
                  <a:pt x="755" y="557"/>
                  <a:pt x="757" y="559"/>
                </a:cubicBezTo>
                <a:cubicBezTo>
                  <a:pt x="758" y="560"/>
                  <a:pt x="759" y="560"/>
                  <a:pt x="760" y="560"/>
                </a:cubicBezTo>
                <a:cubicBezTo>
                  <a:pt x="760" y="560"/>
                  <a:pt x="760" y="560"/>
                  <a:pt x="760" y="560"/>
                </a:cubicBezTo>
                <a:cubicBezTo>
                  <a:pt x="760" y="560"/>
                  <a:pt x="760" y="560"/>
                  <a:pt x="760" y="560"/>
                </a:cubicBezTo>
                <a:cubicBezTo>
                  <a:pt x="761" y="560"/>
                  <a:pt x="762" y="559"/>
                  <a:pt x="763" y="559"/>
                </a:cubicBezTo>
                <a:cubicBezTo>
                  <a:pt x="763" y="558"/>
                  <a:pt x="763" y="558"/>
                  <a:pt x="763" y="558"/>
                </a:cubicBezTo>
                <a:cubicBezTo>
                  <a:pt x="765" y="556"/>
                  <a:pt x="765" y="554"/>
                  <a:pt x="763" y="552"/>
                </a:cubicBezTo>
                <a:cubicBezTo>
                  <a:pt x="762" y="551"/>
                  <a:pt x="759" y="551"/>
                  <a:pt x="758" y="552"/>
                </a:cubicBezTo>
                <a:lnTo>
                  <a:pt x="757" y="553"/>
                </a:lnTo>
                <a:close/>
                <a:moveTo>
                  <a:pt x="731" y="580"/>
                </a:moveTo>
                <a:cubicBezTo>
                  <a:pt x="730" y="582"/>
                  <a:pt x="730" y="584"/>
                  <a:pt x="731" y="586"/>
                </a:cubicBezTo>
                <a:cubicBezTo>
                  <a:pt x="732" y="586"/>
                  <a:pt x="733" y="587"/>
                  <a:pt x="734" y="587"/>
                </a:cubicBezTo>
                <a:cubicBezTo>
                  <a:pt x="735" y="587"/>
                  <a:pt x="736" y="586"/>
                  <a:pt x="737" y="585"/>
                </a:cubicBezTo>
                <a:cubicBezTo>
                  <a:pt x="738" y="585"/>
                  <a:pt x="738" y="585"/>
                  <a:pt x="738" y="585"/>
                </a:cubicBezTo>
                <a:cubicBezTo>
                  <a:pt x="739" y="583"/>
                  <a:pt x="739" y="580"/>
                  <a:pt x="738" y="579"/>
                </a:cubicBezTo>
                <a:cubicBezTo>
                  <a:pt x="736" y="577"/>
                  <a:pt x="733" y="577"/>
                  <a:pt x="732" y="579"/>
                </a:cubicBezTo>
                <a:lnTo>
                  <a:pt x="731" y="580"/>
                </a:lnTo>
                <a:close/>
                <a:moveTo>
                  <a:pt x="705" y="607"/>
                </a:moveTo>
                <a:cubicBezTo>
                  <a:pt x="704" y="608"/>
                  <a:pt x="704" y="611"/>
                  <a:pt x="705" y="612"/>
                </a:cubicBezTo>
                <a:cubicBezTo>
                  <a:pt x="706" y="613"/>
                  <a:pt x="707" y="614"/>
                  <a:pt x="708" y="614"/>
                </a:cubicBezTo>
                <a:cubicBezTo>
                  <a:pt x="709" y="614"/>
                  <a:pt x="710" y="613"/>
                  <a:pt x="711" y="612"/>
                </a:cubicBezTo>
                <a:cubicBezTo>
                  <a:pt x="712" y="611"/>
                  <a:pt x="712" y="611"/>
                  <a:pt x="712" y="611"/>
                </a:cubicBezTo>
                <a:cubicBezTo>
                  <a:pt x="713" y="610"/>
                  <a:pt x="713" y="607"/>
                  <a:pt x="712" y="606"/>
                </a:cubicBezTo>
                <a:cubicBezTo>
                  <a:pt x="710" y="604"/>
                  <a:pt x="708" y="604"/>
                  <a:pt x="706" y="606"/>
                </a:cubicBezTo>
                <a:lnTo>
                  <a:pt x="705" y="607"/>
                </a:lnTo>
                <a:close/>
                <a:moveTo>
                  <a:pt x="679" y="634"/>
                </a:moveTo>
                <a:cubicBezTo>
                  <a:pt x="678" y="635"/>
                  <a:pt x="678" y="638"/>
                  <a:pt x="680" y="639"/>
                </a:cubicBezTo>
                <a:cubicBezTo>
                  <a:pt x="680" y="640"/>
                  <a:pt x="681" y="640"/>
                  <a:pt x="682" y="640"/>
                </a:cubicBezTo>
                <a:cubicBezTo>
                  <a:pt x="682" y="640"/>
                  <a:pt x="682" y="640"/>
                  <a:pt x="682" y="640"/>
                </a:cubicBezTo>
                <a:cubicBezTo>
                  <a:pt x="682" y="640"/>
                  <a:pt x="682" y="640"/>
                  <a:pt x="682" y="640"/>
                </a:cubicBezTo>
                <a:cubicBezTo>
                  <a:pt x="683" y="640"/>
                  <a:pt x="684" y="640"/>
                  <a:pt x="685" y="639"/>
                </a:cubicBezTo>
                <a:cubicBezTo>
                  <a:pt x="686" y="638"/>
                  <a:pt x="686" y="638"/>
                  <a:pt x="686" y="638"/>
                </a:cubicBezTo>
                <a:cubicBezTo>
                  <a:pt x="688" y="637"/>
                  <a:pt x="688" y="634"/>
                  <a:pt x="686" y="633"/>
                </a:cubicBezTo>
                <a:cubicBezTo>
                  <a:pt x="684" y="631"/>
                  <a:pt x="682" y="631"/>
                  <a:pt x="680" y="633"/>
                </a:cubicBezTo>
                <a:lnTo>
                  <a:pt x="679" y="634"/>
                </a:lnTo>
                <a:close/>
                <a:moveTo>
                  <a:pt x="659" y="666"/>
                </a:moveTo>
                <a:cubicBezTo>
                  <a:pt x="660" y="665"/>
                  <a:pt x="660" y="665"/>
                  <a:pt x="660" y="665"/>
                </a:cubicBezTo>
                <a:cubicBezTo>
                  <a:pt x="662" y="663"/>
                  <a:pt x="662" y="661"/>
                  <a:pt x="660" y="659"/>
                </a:cubicBezTo>
                <a:cubicBezTo>
                  <a:pt x="660" y="659"/>
                  <a:pt x="659" y="659"/>
                  <a:pt x="658" y="658"/>
                </a:cubicBezTo>
                <a:cubicBezTo>
                  <a:pt x="657" y="658"/>
                  <a:pt x="656" y="659"/>
                  <a:pt x="655" y="660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52" y="662"/>
                  <a:pt x="652" y="665"/>
                  <a:pt x="654" y="666"/>
                </a:cubicBezTo>
                <a:cubicBezTo>
                  <a:pt x="655" y="667"/>
                  <a:pt x="656" y="667"/>
                  <a:pt x="657" y="667"/>
                </a:cubicBezTo>
                <a:cubicBezTo>
                  <a:pt x="657" y="667"/>
                  <a:pt x="657" y="667"/>
                  <a:pt x="657" y="667"/>
                </a:cubicBezTo>
                <a:cubicBezTo>
                  <a:pt x="657" y="667"/>
                  <a:pt x="657" y="667"/>
                  <a:pt x="657" y="667"/>
                </a:cubicBezTo>
                <a:cubicBezTo>
                  <a:pt x="657" y="667"/>
                  <a:pt x="658" y="667"/>
                  <a:pt x="658" y="667"/>
                </a:cubicBezTo>
                <a:cubicBezTo>
                  <a:pt x="659" y="667"/>
                  <a:pt x="659" y="666"/>
                  <a:pt x="659" y="666"/>
                </a:cubicBezTo>
                <a:close/>
                <a:moveTo>
                  <a:pt x="635" y="692"/>
                </a:moveTo>
                <a:cubicBezTo>
                  <a:pt x="636" y="690"/>
                  <a:pt x="636" y="688"/>
                  <a:pt x="634" y="686"/>
                </a:cubicBezTo>
                <a:cubicBezTo>
                  <a:pt x="633" y="685"/>
                  <a:pt x="630" y="685"/>
                  <a:pt x="629" y="686"/>
                </a:cubicBezTo>
                <a:cubicBezTo>
                  <a:pt x="628" y="687"/>
                  <a:pt x="628" y="687"/>
                  <a:pt x="628" y="687"/>
                </a:cubicBezTo>
                <a:cubicBezTo>
                  <a:pt x="626" y="689"/>
                  <a:pt x="626" y="691"/>
                  <a:pt x="628" y="693"/>
                </a:cubicBezTo>
                <a:cubicBezTo>
                  <a:pt x="629" y="694"/>
                  <a:pt x="630" y="694"/>
                  <a:pt x="631" y="694"/>
                </a:cubicBezTo>
                <a:cubicBezTo>
                  <a:pt x="632" y="694"/>
                  <a:pt x="633" y="694"/>
                  <a:pt x="634" y="693"/>
                </a:cubicBezTo>
                <a:lnTo>
                  <a:pt x="635" y="692"/>
                </a:lnTo>
                <a:close/>
                <a:moveTo>
                  <a:pt x="609" y="719"/>
                </a:moveTo>
                <a:cubicBezTo>
                  <a:pt x="610" y="717"/>
                  <a:pt x="610" y="715"/>
                  <a:pt x="609" y="713"/>
                </a:cubicBezTo>
                <a:cubicBezTo>
                  <a:pt x="607" y="712"/>
                  <a:pt x="605" y="712"/>
                  <a:pt x="603" y="713"/>
                </a:cubicBezTo>
                <a:cubicBezTo>
                  <a:pt x="602" y="714"/>
                  <a:pt x="602" y="714"/>
                  <a:pt x="602" y="714"/>
                </a:cubicBezTo>
                <a:cubicBezTo>
                  <a:pt x="601" y="716"/>
                  <a:pt x="601" y="718"/>
                  <a:pt x="602" y="720"/>
                </a:cubicBezTo>
                <a:cubicBezTo>
                  <a:pt x="603" y="720"/>
                  <a:pt x="604" y="721"/>
                  <a:pt x="605" y="721"/>
                </a:cubicBezTo>
                <a:cubicBezTo>
                  <a:pt x="606" y="721"/>
                  <a:pt x="607" y="720"/>
                  <a:pt x="608" y="720"/>
                </a:cubicBezTo>
                <a:lnTo>
                  <a:pt x="609" y="719"/>
                </a:lnTo>
                <a:close/>
                <a:moveTo>
                  <a:pt x="583" y="746"/>
                </a:moveTo>
                <a:cubicBezTo>
                  <a:pt x="585" y="744"/>
                  <a:pt x="584" y="741"/>
                  <a:pt x="583" y="740"/>
                </a:cubicBezTo>
                <a:cubicBezTo>
                  <a:pt x="581" y="738"/>
                  <a:pt x="579" y="738"/>
                  <a:pt x="577" y="740"/>
                </a:cubicBezTo>
                <a:cubicBezTo>
                  <a:pt x="576" y="741"/>
                  <a:pt x="576" y="741"/>
                  <a:pt x="576" y="741"/>
                </a:cubicBezTo>
                <a:cubicBezTo>
                  <a:pt x="575" y="742"/>
                  <a:pt x="575" y="745"/>
                  <a:pt x="577" y="747"/>
                </a:cubicBezTo>
                <a:cubicBezTo>
                  <a:pt x="577" y="747"/>
                  <a:pt x="578" y="748"/>
                  <a:pt x="579" y="748"/>
                </a:cubicBezTo>
                <a:cubicBezTo>
                  <a:pt x="579" y="748"/>
                  <a:pt x="579" y="748"/>
                  <a:pt x="579" y="748"/>
                </a:cubicBezTo>
                <a:cubicBezTo>
                  <a:pt x="579" y="748"/>
                  <a:pt x="579" y="748"/>
                  <a:pt x="579" y="748"/>
                </a:cubicBezTo>
                <a:cubicBezTo>
                  <a:pt x="580" y="748"/>
                  <a:pt x="581" y="747"/>
                  <a:pt x="582" y="746"/>
                </a:cubicBezTo>
                <a:lnTo>
                  <a:pt x="583" y="746"/>
                </a:lnTo>
                <a:close/>
                <a:moveTo>
                  <a:pt x="557" y="772"/>
                </a:moveTo>
                <a:cubicBezTo>
                  <a:pt x="559" y="771"/>
                  <a:pt x="559" y="768"/>
                  <a:pt x="557" y="767"/>
                </a:cubicBezTo>
                <a:cubicBezTo>
                  <a:pt x="556" y="765"/>
                  <a:pt x="553" y="765"/>
                  <a:pt x="551" y="767"/>
                </a:cubicBezTo>
                <a:cubicBezTo>
                  <a:pt x="551" y="768"/>
                  <a:pt x="551" y="768"/>
                  <a:pt x="551" y="768"/>
                </a:cubicBezTo>
                <a:cubicBezTo>
                  <a:pt x="549" y="769"/>
                  <a:pt x="549" y="772"/>
                  <a:pt x="551" y="773"/>
                </a:cubicBezTo>
                <a:cubicBezTo>
                  <a:pt x="552" y="774"/>
                  <a:pt x="553" y="774"/>
                  <a:pt x="554" y="774"/>
                </a:cubicBezTo>
                <a:cubicBezTo>
                  <a:pt x="555" y="774"/>
                  <a:pt x="556" y="774"/>
                  <a:pt x="556" y="773"/>
                </a:cubicBezTo>
                <a:lnTo>
                  <a:pt x="557" y="772"/>
                </a:lnTo>
                <a:close/>
                <a:moveTo>
                  <a:pt x="530" y="793"/>
                </a:moveTo>
                <a:cubicBezTo>
                  <a:pt x="529" y="792"/>
                  <a:pt x="527" y="792"/>
                  <a:pt x="526" y="794"/>
                </a:cubicBezTo>
                <a:cubicBezTo>
                  <a:pt x="525" y="795"/>
                  <a:pt x="525" y="795"/>
                  <a:pt x="525" y="795"/>
                </a:cubicBezTo>
                <a:cubicBezTo>
                  <a:pt x="523" y="796"/>
                  <a:pt x="523" y="799"/>
                  <a:pt x="525" y="800"/>
                </a:cubicBezTo>
                <a:cubicBezTo>
                  <a:pt x="526" y="801"/>
                  <a:pt x="527" y="801"/>
                  <a:pt x="528" y="801"/>
                </a:cubicBezTo>
                <a:cubicBezTo>
                  <a:pt x="529" y="801"/>
                  <a:pt x="529" y="801"/>
                  <a:pt x="530" y="800"/>
                </a:cubicBezTo>
                <a:cubicBezTo>
                  <a:pt x="530" y="800"/>
                  <a:pt x="530" y="800"/>
                  <a:pt x="531" y="800"/>
                </a:cubicBezTo>
                <a:cubicBezTo>
                  <a:pt x="531" y="799"/>
                  <a:pt x="531" y="799"/>
                  <a:pt x="531" y="799"/>
                </a:cubicBezTo>
                <a:cubicBezTo>
                  <a:pt x="533" y="798"/>
                  <a:pt x="533" y="795"/>
                  <a:pt x="531" y="794"/>
                </a:cubicBezTo>
                <a:cubicBezTo>
                  <a:pt x="531" y="793"/>
                  <a:pt x="531" y="793"/>
                  <a:pt x="530" y="793"/>
                </a:cubicBezTo>
                <a:close/>
                <a:moveTo>
                  <a:pt x="500" y="820"/>
                </a:moveTo>
                <a:cubicBezTo>
                  <a:pt x="499" y="821"/>
                  <a:pt x="499" y="821"/>
                  <a:pt x="499" y="821"/>
                </a:cubicBezTo>
                <a:cubicBezTo>
                  <a:pt x="498" y="822"/>
                  <a:pt x="498" y="823"/>
                  <a:pt x="498" y="824"/>
                </a:cubicBezTo>
                <a:cubicBezTo>
                  <a:pt x="498" y="825"/>
                  <a:pt x="498" y="825"/>
                  <a:pt x="498" y="825"/>
                </a:cubicBezTo>
                <a:cubicBezTo>
                  <a:pt x="498" y="826"/>
                  <a:pt x="499" y="826"/>
                  <a:pt x="499" y="827"/>
                </a:cubicBezTo>
                <a:cubicBezTo>
                  <a:pt x="500" y="828"/>
                  <a:pt x="501" y="828"/>
                  <a:pt x="502" y="828"/>
                </a:cubicBezTo>
                <a:cubicBezTo>
                  <a:pt x="503" y="828"/>
                  <a:pt x="504" y="828"/>
                  <a:pt x="505" y="827"/>
                </a:cubicBezTo>
                <a:cubicBezTo>
                  <a:pt x="506" y="826"/>
                  <a:pt x="506" y="826"/>
                  <a:pt x="506" y="826"/>
                </a:cubicBezTo>
                <a:cubicBezTo>
                  <a:pt x="507" y="824"/>
                  <a:pt x="507" y="822"/>
                  <a:pt x="506" y="820"/>
                </a:cubicBezTo>
                <a:cubicBezTo>
                  <a:pt x="504" y="819"/>
                  <a:pt x="501" y="819"/>
                  <a:pt x="500" y="820"/>
                </a:cubicBezTo>
                <a:close/>
                <a:moveTo>
                  <a:pt x="864" y="528"/>
                </a:moveTo>
                <a:cubicBezTo>
                  <a:pt x="864" y="528"/>
                  <a:pt x="864" y="528"/>
                  <a:pt x="864" y="528"/>
                </a:cubicBezTo>
                <a:cubicBezTo>
                  <a:pt x="862" y="529"/>
                  <a:pt x="862" y="531"/>
                  <a:pt x="864" y="533"/>
                </a:cubicBezTo>
                <a:cubicBezTo>
                  <a:pt x="864" y="533"/>
                  <a:pt x="864" y="533"/>
                  <a:pt x="864" y="533"/>
                </a:cubicBezTo>
                <a:cubicBezTo>
                  <a:pt x="865" y="534"/>
                  <a:pt x="865" y="534"/>
                  <a:pt x="866" y="534"/>
                </a:cubicBezTo>
                <a:cubicBezTo>
                  <a:pt x="866" y="531"/>
                  <a:pt x="866" y="529"/>
                  <a:pt x="866" y="526"/>
                </a:cubicBezTo>
                <a:cubicBezTo>
                  <a:pt x="865" y="526"/>
                  <a:pt x="865" y="526"/>
                  <a:pt x="865" y="527"/>
                </a:cubicBezTo>
                <a:lnTo>
                  <a:pt x="864" y="528"/>
                </a:lnTo>
                <a:close/>
                <a:moveTo>
                  <a:pt x="839" y="554"/>
                </a:moveTo>
                <a:cubicBezTo>
                  <a:pt x="838" y="554"/>
                  <a:pt x="838" y="554"/>
                  <a:pt x="838" y="554"/>
                </a:cubicBezTo>
                <a:cubicBezTo>
                  <a:pt x="837" y="556"/>
                  <a:pt x="837" y="559"/>
                  <a:pt x="838" y="560"/>
                </a:cubicBezTo>
                <a:cubicBezTo>
                  <a:pt x="839" y="561"/>
                  <a:pt x="840" y="561"/>
                  <a:pt x="841" y="561"/>
                </a:cubicBezTo>
                <a:cubicBezTo>
                  <a:pt x="841" y="561"/>
                  <a:pt x="841" y="561"/>
                  <a:pt x="841" y="561"/>
                </a:cubicBezTo>
                <a:cubicBezTo>
                  <a:pt x="841" y="561"/>
                  <a:pt x="841" y="561"/>
                  <a:pt x="841" y="561"/>
                </a:cubicBezTo>
                <a:cubicBezTo>
                  <a:pt x="842" y="561"/>
                  <a:pt x="843" y="561"/>
                  <a:pt x="844" y="560"/>
                </a:cubicBezTo>
                <a:cubicBezTo>
                  <a:pt x="845" y="559"/>
                  <a:pt x="845" y="559"/>
                  <a:pt x="845" y="559"/>
                </a:cubicBezTo>
                <a:cubicBezTo>
                  <a:pt x="846" y="557"/>
                  <a:pt x="846" y="555"/>
                  <a:pt x="845" y="553"/>
                </a:cubicBezTo>
                <a:cubicBezTo>
                  <a:pt x="843" y="552"/>
                  <a:pt x="841" y="552"/>
                  <a:pt x="839" y="554"/>
                </a:cubicBezTo>
                <a:close/>
                <a:moveTo>
                  <a:pt x="813" y="580"/>
                </a:moveTo>
                <a:cubicBezTo>
                  <a:pt x="812" y="581"/>
                  <a:pt x="812" y="581"/>
                  <a:pt x="812" y="581"/>
                </a:cubicBezTo>
                <a:cubicBezTo>
                  <a:pt x="811" y="583"/>
                  <a:pt x="811" y="585"/>
                  <a:pt x="813" y="587"/>
                </a:cubicBezTo>
                <a:cubicBezTo>
                  <a:pt x="813" y="588"/>
                  <a:pt x="814" y="588"/>
                  <a:pt x="815" y="588"/>
                </a:cubicBezTo>
                <a:cubicBezTo>
                  <a:pt x="816" y="588"/>
                  <a:pt x="817" y="588"/>
                  <a:pt x="818" y="587"/>
                </a:cubicBezTo>
                <a:cubicBezTo>
                  <a:pt x="819" y="586"/>
                  <a:pt x="819" y="586"/>
                  <a:pt x="819" y="586"/>
                </a:cubicBezTo>
                <a:cubicBezTo>
                  <a:pt x="821" y="584"/>
                  <a:pt x="820" y="582"/>
                  <a:pt x="819" y="580"/>
                </a:cubicBezTo>
                <a:cubicBezTo>
                  <a:pt x="817" y="579"/>
                  <a:pt x="815" y="579"/>
                  <a:pt x="813" y="580"/>
                </a:cubicBezTo>
                <a:close/>
                <a:moveTo>
                  <a:pt x="787" y="607"/>
                </a:moveTo>
                <a:cubicBezTo>
                  <a:pt x="787" y="608"/>
                  <a:pt x="787" y="608"/>
                  <a:pt x="787" y="608"/>
                </a:cubicBezTo>
                <a:cubicBezTo>
                  <a:pt x="785" y="610"/>
                  <a:pt x="785" y="612"/>
                  <a:pt x="787" y="614"/>
                </a:cubicBezTo>
                <a:cubicBezTo>
                  <a:pt x="788" y="614"/>
                  <a:pt x="789" y="615"/>
                  <a:pt x="790" y="615"/>
                </a:cubicBezTo>
                <a:cubicBezTo>
                  <a:pt x="791" y="615"/>
                  <a:pt x="792" y="614"/>
                  <a:pt x="792" y="614"/>
                </a:cubicBezTo>
                <a:cubicBezTo>
                  <a:pt x="793" y="613"/>
                  <a:pt x="793" y="613"/>
                  <a:pt x="793" y="613"/>
                </a:cubicBezTo>
                <a:cubicBezTo>
                  <a:pt x="795" y="611"/>
                  <a:pt x="795" y="609"/>
                  <a:pt x="793" y="607"/>
                </a:cubicBezTo>
                <a:cubicBezTo>
                  <a:pt x="792" y="606"/>
                  <a:pt x="789" y="606"/>
                  <a:pt x="787" y="607"/>
                </a:cubicBezTo>
                <a:close/>
                <a:moveTo>
                  <a:pt x="765" y="633"/>
                </a:moveTo>
                <a:cubicBezTo>
                  <a:pt x="764" y="633"/>
                  <a:pt x="763" y="633"/>
                  <a:pt x="762" y="634"/>
                </a:cubicBezTo>
                <a:cubicBezTo>
                  <a:pt x="761" y="635"/>
                  <a:pt x="761" y="635"/>
                  <a:pt x="761" y="635"/>
                </a:cubicBezTo>
                <a:cubicBezTo>
                  <a:pt x="759" y="636"/>
                  <a:pt x="759" y="639"/>
                  <a:pt x="761" y="641"/>
                </a:cubicBezTo>
                <a:cubicBezTo>
                  <a:pt x="762" y="641"/>
                  <a:pt x="763" y="642"/>
                  <a:pt x="764" y="642"/>
                </a:cubicBezTo>
                <a:cubicBezTo>
                  <a:pt x="764" y="642"/>
                  <a:pt x="764" y="642"/>
                  <a:pt x="764" y="642"/>
                </a:cubicBezTo>
                <a:cubicBezTo>
                  <a:pt x="764" y="642"/>
                  <a:pt x="764" y="642"/>
                  <a:pt x="764" y="642"/>
                </a:cubicBezTo>
                <a:cubicBezTo>
                  <a:pt x="764" y="642"/>
                  <a:pt x="765" y="642"/>
                  <a:pt x="765" y="641"/>
                </a:cubicBezTo>
                <a:cubicBezTo>
                  <a:pt x="766" y="641"/>
                  <a:pt x="766" y="641"/>
                  <a:pt x="767" y="640"/>
                </a:cubicBezTo>
                <a:cubicBezTo>
                  <a:pt x="767" y="640"/>
                  <a:pt x="767" y="640"/>
                  <a:pt x="767" y="640"/>
                </a:cubicBezTo>
                <a:cubicBezTo>
                  <a:pt x="769" y="638"/>
                  <a:pt x="769" y="635"/>
                  <a:pt x="767" y="634"/>
                </a:cubicBezTo>
                <a:cubicBezTo>
                  <a:pt x="767" y="633"/>
                  <a:pt x="766" y="633"/>
                  <a:pt x="765" y="633"/>
                </a:cubicBezTo>
                <a:close/>
                <a:moveTo>
                  <a:pt x="736" y="661"/>
                </a:moveTo>
                <a:cubicBezTo>
                  <a:pt x="735" y="662"/>
                  <a:pt x="735" y="662"/>
                  <a:pt x="735" y="662"/>
                </a:cubicBezTo>
                <a:cubicBezTo>
                  <a:pt x="734" y="663"/>
                  <a:pt x="734" y="666"/>
                  <a:pt x="735" y="667"/>
                </a:cubicBezTo>
                <a:cubicBezTo>
                  <a:pt x="736" y="668"/>
                  <a:pt x="737" y="668"/>
                  <a:pt x="738" y="668"/>
                </a:cubicBezTo>
                <a:cubicBezTo>
                  <a:pt x="739" y="668"/>
                  <a:pt x="740" y="668"/>
                  <a:pt x="741" y="667"/>
                </a:cubicBezTo>
                <a:cubicBezTo>
                  <a:pt x="742" y="666"/>
                  <a:pt x="742" y="666"/>
                  <a:pt x="742" y="666"/>
                </a:cubicBezTo>
                <a:cubicBezTo>
                  <a:pt x="743" y="665"/>
                  <a:pt x="743" y="662"/>
                  <a:pt x="742" y="661"/>
                </a:cubicBezTo>
                <a:cubicBezTo>
                  <a:pt x="740" y="659"/>
                  <a:pt x="737" y="659"/>
                  <a:pt x="736" y="661"/>
                </a:cubicBezTo>
                <a:close/>
                <a:moveTo>
                  <a:pt x="710" y="688"/>
                </a:moveTo>
                <a:cubicBezTo>
                  <a:pt x="709" y="689"/>
                  <a:pt x="709" y="689"/>
                  <a:pt x="709" y="689"/>
                </a:cubicBezTo>
                <a:cubicBezTo>
                  <a:pt x="708" y="690"/>
                  <a:pt x="708" y="693"/>
                  <a:pt x="709" y="694"/>
                </a:cubicBezTo>
                <a:cubicBezTo>
                  <a:pt x="710" y="695"/>
                  <a:pt x="711" y="695"/>
                  <a:pt x="712" y="695"/>
                </a:cubicBezTo>
                <a:cubicBezTo>
                  <a:pt x="713" y="695"/>
                  <a:pt x="714" y="695"/>
                  <a:pt x="715" y="694"/>
                </a:cubicBezTo>
                <a:cubicBezTo>
                  <a:pt x="716" y="693"/>
                  <a:pt x="716" y="693"/>
                  <a:pt x="716" y="693"/>
                </a:cubicBezTo>
                <a:cubicBezTo>
                  <a:pt x="717" y="692"/>
                  <a:pt x="717" y="689"/>
                  <a:pt x="716" y="688"/>
                </a:cubicBezTo>
                <a:cubicBezTo>
                  <a:pt x="714" y="686"/>
                  <a:pt x="712" y="686"/>
                  <a:pt x="710" y="688"/>
                </a:cubicBezTo>
                <a:close/>
                <a:moveTo>
                  <a:pt x="684" y="715"/>
                </a:moveTo>
                <a:cubicBezTo>
                  <a:pt x="684" y="715"/>
                  <a:pt x="684" y="715"/>
                  <a:pt x="684" y="715"/>
                </a:cubicBezTo>
                <a:cubicBezTo>
                  <a:pt x="682" y="717"/>
                  <a:pt x="682" y="720"/>
                  <a:pt x="684" y="721"/>
                </a:cubicBezTo>
                <a:cubicBezTo>
                  <a:pt x="684" y="722"/>
                  <a:pt x="685" y="722"/>
                  <a:pt x="686" y="722"/>
                </a:cubicBezTo>
                <a:cubicBezTo>
                  <a:pt x="687" y="722"/>
                  <a:pt x="689" y="722"/>
                  <a:pt x="689" y="721"/>
                </a:cubicBezTo>
                <a:cubicBezTo>
                  <a:pt x="690" y="720"/>
                  <a:pt x="690" y="720"/>
                  <a:pt x="690" y="720"/>
                </a:cubicBezTo>
                <a:cubicBezTo>
                  <a:pt x="692" y="718"/>
                  <a:pt x="692" y="716"/>
                  <a:pt x="690" y="714"/>
                </a:cubicBezTo>
                <a:cubicBezTo>
                  <a:pt x="688" y="713"/>
                  <a:pt x="686" y="713"/>
                  <a:pt x="684" y="715"/>
                </a:cubicBezTo>
                <a:close/>
                <a:moveTo>
                  <a:pt x="659" y="741"/>
                </a:moveTo>
                <a:cubicBezTo>
                  <a:pt x="658" y="742"/>
                  <a:pt x="658" y="742"/>
                  <a:pt x="658" y="742"/>
                </a:cubicBezTo>
                <a:cubicBezTo>
                  <a:pt x="656" y="744"/>
                  <a:pt x="656" y="746"/>
                  <a:pt x="658" y="748"/>
                </a:cubicBezTo>
                <a:cubicBezTo>
                  <a:pt x="659" y="749"/>
                  <a:pt x="660" y="749"/>
                  <a:pt x="661" y="749"/>
                </a:cubicBezTo>
                <a:cubicBezTo>
                  <a:pt x="662" y="749"/>
                  <a:pt x="663" y="749"/>
                  <a:pt x="664" y="748"/>
                </a:cubicBezTo>
                <a:cubicBezTo>
                  <a:pt x="664" y="747"/>
                  <a:pt x="664" y="747"/>
                  <a:pt x="664" y="747"/>
                </a:cubicBezTo>
                <a:cubicBezTo>
                  <a:pt x="666" y="745"/>
                  <a:pt x="666" y="743"/>
                  <a:pt x="664" y="741"/>
                </a:cubicBezTo>
                <a:cubicBezTo>
                  <a:pt x="663" y="740"/>
                  <a:pt x="660" y="740"/>
                  <a:pt x="659" y="741"/>
                </a:cubicBezTo>
                <a:close/>
                <a:moveTo>
                  <a:pt x="634" y="767"/>
                </a:moveTo>
                <a:cubicBezTo>
                  <a:pt x="634" y="768"/>
                  <a:pt x="633" y="768"/>
                  <a:pt x="633" y="768"/>
                </a:cubicBezTo>
                <a:cubicBezTo>
                  <a:pt x="632" y="769"/>
                  <a:pt x="632" y="769"/>
                  <a:pt x="632" y="769"/>
                </a:cubicBezTo>
                <a:cubicBezTo>
                  <a:pt x="631" y="771"/>
                  <a:pt x="631" y="773"/>
                  <a:pt x="632" y="775"/>
                </a:cubicBezTo>
                <a:cubicBezTo>
                  <a:pt x="633" y="775"/>
                  <a:pt x="633" y="775"/>
                  <a:pt x="634" y="776"/>
                </a:cubicBezTo>
                <a:cubicBezTo>
                  <a:pt x="634" y="776"/>
                  <a:pt x="635" y="776"/>
                  <a:pt x="635" y="776"/>
                </a:cubicBezTo>
                <a:cubicBezTo>
                  <a:pt x="636" y="776"/>
                  <a:pt x="637" y="775"/>
                  <a:pt x="638" y="775"/>
                </a:cubicBezTo>
                <a:cubicBezTo>
                  <a:pt x="639" y="774"/>
                  <a:pt x="639" y="774"/>
                  <a:pt x="639" y="774"/>
                </a:cubicBezTo>
                <a:cubicBezTo>
                  <a:pt x="640" y="772"/>
                  <a:pt x="640" y="770"/>
                  <a:pt x="639" y="768"/>
                </a:cubicBezTo>
                <a:cubicBezTo>
                  <a:pt x="637" y="767"/>
                  <a:pt x="635" y="767"/>
                  <a:pt x="634" y="767"/>
                </a:cubicBezTo>
                <a:close/>
                <a:moveTo>
                  <a:pt x="607" y="795"/>
                </a:moveTo>
                <a:cubicBezTo>
                  <a:pt x="606" y="796"/>
                  <a:pt x="606" y="796"/>
                  <a:pt x="606" y="796"/>
                </a:cubicBezTo>
                <a:cubicBezTo>
                  <a:pt x="605" y="797"/>
                  <a:pt x="605" y="800"/>
                  <a:pt x="606" y="802"/>
                </a:cubicBezTo>
                <a:cubicBezTo>
                  <a:pt x="607" y="802"/>
                  <a:pt x="608" y="803"/>
                  <a:pt x="609" y="803"/>
                </a:cubicBezTo>
                <a:cubicBezTo>
                  <a:pt x="610" y="803"/>
                  <a:pt x="611" y="802"/>
                  <a:pt x="612" y="801"/>
                </a:cubicBezTo>
                <a:cubicBezTo>
                  <a:pt x="613" y="801"/>
                  <a:pt x="613" y="801"/>
                  <a:pt x="613" y="801"/>
                </a:cubicBezTo>
                <a:cubicBezTo>
                  <a:pt x="614" y="799"/>
                  <a:pt x="614" y="796"/>
                  <a:pt x="613" y="795"/>
                </a:cubicBezTo>
                <a:cubicBezTo>
                  <a:pt x="611" y="793"/>
                  <a:pt x="609" y="793"/>
                  <a:pt x="607" y="795"/>
                </a:cubicBezTo>
                <a:close/>
                <a:moveTo>
                  <a:pt x="581" y="822"/>
                </a:moveTo>
                <a:cubicBezTo>
                  <a:pt x="581" y="823"/>
                  <a:pt x="581" y="823"/>
                  <a:pt x="581" y="823"/>
                </a:cubicBezTo>
                <a:cubicBezTo>
                  <a:pt x="579" y="824"/>
                  <a:pt x="579" y="827"/>
                  <a:pt x="581" y="828"/>
                </a:cubicBezTo>
                <a:cubicBezTo>
                  <a:pt x="581" y="829"/>
                  <a:pt x="582" y="829"/>
                  <a:pt x="583" y="829"/>
                </a:cubicBezTo>
                <a:cubicBezTo>
                  <a:pt x="583" y="829"/>
                  <a:pt x="583" y="829"/>
                  <a:pt x="583" y="829"/>
                </a:cubicBezTo>
                <a:cubicBezTo>
                  <a:pt x="583" y="829"/>
                  <a:pt x="583" y="829"/>
                  <a:pt x="583" y="829"/>
                </a:cubicBezTo>
                <a:cubicBezTo>
                  <a:pt x="584" y="829"/>
                  <a:pt x="585" y="829"/>
                  <a:pt x="586" y="828"/>
                </a:cubicBezTo>
                <a:cubicBezTo>
                  <a:pt x="587" y="827"/>
                  <a:pt x="587" y="827"/>
                  <a:pt x="587" y="827"/>
                </a:cubicBezTo>
                <a:cubicBezTo>
                  <a:pt x="589" y="826"/>
                  <a:pt x="589" y="823"/>
                  <a:pt x="587" y="822"/>
                </a:cubicBezTo>
                <a:cubicBezTo>
                  <a:pt x="585" y="820"/>
                  <a:pt x="583" y="820"/>
                  <a:pt x="581" y="822"/>
                </a:cubicBezTo>
                <a:close/>
                <a:moveTo>
                  <a:pt x="556" y="849"/>
                </a:moveTo>
                <a:cubicBezTo>
                  <a:pt x="555" y="850"/>
                  <a:pt x="555" y="850"/>
                  <a:pt x="555" y="850"/>
                </a:cubicBezTo>
                <a:cubicBezTo>
                  <a:pt x="553" y="851"/>
                  <a:pt x="553" y="854"/>
                  <a:pt x="555" y="855"/>
                </a:cubicBezTo>
                <a:cubicBezTo>
                  <a:pt x="556" y="856"/>
                  <a:pt x="557" y="856"/>
                  <a:pt x="558" y="856"/>
                </a:cubicBezTo>
                <a:cubicBezTo>
                  <a:pt x="559" y="856"/>
                  <a:pt x="560" y="856"/>
                  <a:pt x="561" y="855"/>
                </a:cubicBezTo>
                <a:cubicBezTo>
                  <a:pt x="561" y="854"/>
                  <a:pt x="561" y="854"/>
                  <a:pt x="561" y="854"/>
                </a:cubicBezTo>
                <a:cubicBezTo>
                  <a:pt x="563" y="853"/>
                  <a:pt x="563" y="850"/>
                  <a:pt x="561" y="849"/>
                </a:cubicBezTo>
                <a:cubicBezTo>
                  <a:pt x="560" y="847"/>
                  <a:pt x="557" y="847"/>
                  <a:pt x="556" y="849"/>
                </a:cubicBezTo>
                <a:close/>
                <a:moveTo>
                  <a:pt x="861" y="622"/>
                </a:moveTo>
                <a:cubicBezTo>
                  <a:pt x="859" y="621"/>
                  <a:pt x="857" y="621"/>
                  <a:pt x="855" y="622"/>
                </a:cubicBezTo>
                <a:cubicBezTo>
                  <a:pt x="854" y="623"/>
                  <a:pt x="854" y="623"/>
                  <a:pt x="854" y="623"/>
                </a:cubicBezTo>
                <a:cubicBezTo>
                  <a:pt x="854" y="623"/>
                  <a:pt x="854" y="623"/>
                  <a:pt x="854" y="623"/>
                </a:cubicBezTo>
                <a:cubicBezTo>
                  <a:pt x="853" y="625"/>
                  <a:pt x="853" y="627"/>
                  <a:pt x="854" y="629"/>
                </a:cubicBezTo>
                <a:cubicBezTo>
                  <a:pt x="854" y="629"/>
                  <a:pt x="854" y="629"/>
                  <a:pt x="855" y="629"/>
                </a:cubicBezTo>
                <a:cubicBezTo>
                  <a:pt x="855" y="630"/>
                  <a:pt x="856" y="630"/>
                  <a:pt x="857" y="630"/>
                </a:cubicBezTo>
                <a:cubicBezTo>
                  <a:pt x="857" y="630"/>
                  <a:pt x="857" y="630"/>
                  <a:pt x="857" y="630"/>
                </a:cubicBezTo>
                <a:cubicBezTo>
                  <a:pt x="857" y="630"/>
                  <a:pt x="857" y="630"/>
                  <a:pt x="857" y="630"/>
                </a:cubicBezTo>
                <a:cubicBezTo>
                  <a:pt x="858" y="630"/>
                  <a:pt x="859" y="630"/>
                  <a:pt x="860" y="629"/>
                </a:cubicBezTo>
                <a:cubicBezTo>
                  <a:pt x="861" y="628"/>
                  <a:pt x="861" y="628"/>
                  <a:pt x="861" y="628"/>
                </a:cubicBezTo>
                <a:cubicBezTo>
                  <a:pt x="863" y="626"/>
                  <a:pt x="863" y="624"/>
                  <a:pt x="861" y="622"/>
                </a:cubicBezTo>
                <a:close/>
                <a:moveTo>
                  <a:pt x="835" y="649"/>
                </a:moveTo>
                <a:cubicBezTo>
                  <a:pt x="834" y="648"/>
                  <a:pt x="831" y="648"/>
                  <a:pt x="829" y="649"/>
                </a:cubicBezTo>
                <a:cubicBezTo>
                  <a:pt x="829" y="650"/>
                  <a:pt x="829" y="650"/>
                  <a:pt x="829" y="650"/>
                </a:cubicBezTo>
                <a:cubicBezTo>
                  <a:pt x="827" y="652"/>
                  <a:pt x="827" y="654"/>
                  <a:pt x="829" y="656"/>
                </a:cubicBezTo>
                <a:cubicBezTo>
                  <a:pt x="830" y="656"/>
                  <a:pt x="831" y="657"/>
                  <a:pt x="832" y="657"/>
                </a:cubicBezTo>
                <a:cubicBezTo>
                  <a:pt x="832" y="657"/>
                  <a:pt x="832" y="657"/>
                  <a:pt x="832" y="657"/>
                </a:cubicBezTo>
                <a:cubicBezTo>
                  <a:pt x="832" y="657"/>
                  <a:pt x="832" y="657"/>
                  <a:pt x="832" y="657"/>
                </a:cubicBezTo>
                <a:cubicBezTo>
                  <a:pt x="833" y="657"/>
                  <a:pt x="834" y="656"/>
                  <a:pt x="834" y="656"/>
                </a:cubicBezTo>
                <a:cubicBezTo>
                  <a:pt x="835" y="655"/>
                  <a:pt x="835" y="655"/>
                  <a:pt x="835" y="655"/>
                </a:cubicBezTo>
                <a:cubicBezTo>
                  <a:pt x="837" y="653"/>
                  <a:pt x="837" y="651"/>
                  <a:pt x="835" y="649"/>
                </a:cubicBezTo>
                <a:close/>
                <a:moveTo>
                  <a:pt x="809" y="676"/>
                </a:moveTo>
                <a:cubicBezTo>
                  <a:pt x="808" y="674"/>
                  <a:pt x="805" y="674"/>
                  <a:pt x="804" y="676"/>
                </a:cubicBezTo>
                <a:cubicBezTo>
                  <a:pt x="803" y="677"/>
                  <a:pt x="803" y="677"/>
                  <a:pt x="803" y="677"/>
                </a:cubicBezTo>
                <a:cubicBezTo>
                  <a:pt x="801" y="678"/>
                  <a:pt x="801" y="681"/>
                  <a:pt x="803" y="683"/>
                </a:cubicBezTo>
                <a:cubicBezTo>
                  <a:pt x="804" y="683"/>
                  <a:pt x="805" y="684"/>
                  <a:pt x="806" y="684"/>
                </a:cubicBezTo>
                <a:cubicBezTo>
                  <a:pt x="807" y="684"/>
                  <a:pt x="808" y="683"/>
                  <a:pt x="809" y="682"/>
                </a:cubicBezTo>
                <a:cubicBezTo>
                  <a:pt x="810" y="682"/>
                  <a:pt x="810" y="682"/>
                  <a:pt x="810" y="682"/>
                </a:cubicBezTo>
                <a:cubicBezTo>
                  <a:pt x="811" y="680"/>
                  <a:pt x="811" y="677"/>
                  <a:pt x="809" y="676"/>
                </a:cubicBezTo>
                <a:close/>
                <a:moveTo>
                  <a:pt x="784" y="703"/>
                </a:moveTo>
                <a:cubicBezTo>
                  <a:pt x="782" y="701"/>
                  <a:pt x="780" y="701"/>
                  <a:pt x="778" y="703"/>
                </a:cubicBezTo>
                <a:cubicBezTo>
                  <a:pt x="777" y="704"/>
                  <a:pt x="777" y="704"/>
                  <a:pt x="777" y="704"/>
                </a:cubicBezTo>
                <a:cubicBezTo>
                  <a:pt x="776" y="705"/>
                  <a:pt x="776" y="708"/>
                  <a:pt x="777" y="709"/>
                </a:cubicBezTo>
                <a:cubicBezTo>
                  <a:pt x="778" y="710"/>
                  <a:pt x="779" y="711"/>
                  <a:pt x="780" y="711"/>
                </a:cubicBezTo>
                <a:cubicBezTo>
                  <a:pt x="781" y="711"/>
                  <a:pt x="782" y="710"/>
                  <a:pt x="783" y="709"/>
                </a:cubicBezTo>
                <a:cubicBezTo>
                  <a:pt x="784" y="708"/>
                  <a:pt x="784" y="708"/>
                  <a:pt x="784" y="708"/>
                </a:cubicBezTo>
                <a:cubicBezTo>
                  <a:pt x="785" y="707"/>
                  <a:pt x="785" y="704"/>
                  <a:pt x="784" y="703"/>
                </a:cubicBezTo>
                <a:close/>
                <a:moveTo>
                  <a:pt x="758" y="730"/>
                </a:moveTo>
                <a:cubicBezTo>
                  <a:pt x="757" y="728"/>
                  <a:pt x="755" y="728"/>
                  <a:pt x="753" y="729"/>
                </a:cubicBezTo>
                <a:cubicBezTo>
                  <a:pt x="753" y="729"/>
                  <a:pt x="753" y="729"/>
                  <a:pt x="752" y="730"/>
                </a:cubicBezTo>
                <a:cubicBezTo>
                  <a:pt x="751" y="731"/>
                  <a:pt x="751" y="731"/>
                  <a:pt x="751" y="731"/>
                </a:cubicBezTo>
                <a:cubicBezTo>
                  <a:pt x="750" y="732"/>
                  <a:pt x="750" y="735"/>
                  <a:pt x="752" y="736"/>
                </a:cubicBezTo>
                <a:cubicBezTo>
                  <a:pt x="752" y="737"/>
                  <a:pt x="753" y="737"/>
                  <a:pt x="753" y="737"/>
                </a:cubicBezTo>
                <a:cubicBezTo>
                  <a:pt x="754" y="737"/>
                  <a:pt x="754" y="737"/>
                  <a:pt x="754" y="737"/>
                </a:cubicBezTo>
                <a:cubicBezTo>
                  <a:pt x="755" y="737"/>
                  <a:pt x="756" y="737"/>
                  <a:pt x="757" y="736"/>
                </a:cubicBezTo>
                <a:cubicBezTo>
                  <a:pt x="758" y="735"/>
                  <a:pt x="758" y="735"/>
                  <a:pt x="758" y="735"/>
                </a:cubicBezTo>
                <a:cubicBezTo>
                  <a:pt x="760" y="734"/>
                  <a:pt x="759" y="731"/>
                  <a:pt x="758" y="730"/>
                </a:cubicBezTo>
                <a:close/>
                <a:moveTo>
                  <a:pt x="732" y="756"/>
                </a:moveTo>
                <a:cubicBezTo>
                  <a:pt x="731" y="755"/>
                  <a:pt x="728" y="755"/>
                  <a:pt x="726" y="757"/>
                </a:cubicBezTo>
                <a:cubicBezTo>
                  <a:pt x="726" y="757"/>
                  <a:pt x="726" y="757"/>
                  <a:pt x="726" y="757"/>
                </a:cubicBezTo>
                <a:cubicBezTo>
                  <a:pt x="724" y="759"/>
                  <a:pt x="724" y="762"/>
                  <a:pt x="726" y="763"/>
                </a:cubicBezTo>
                <a:cubicBezTo>
                  <a:pt x="727" y="764"/>
                  <a:pt x="728" y="764"/>
                  <a:pt x="729" y="764"/>
                </a:cubicBezTo>
                <a:cubicBezTo>
                  <a:pt x="729" y="764"/>
                  <a:pt x="729" y="764"/>
                  <a:pt x="729" y="764"/>
                </a:cubicBezTo>
                <a:cubicBezTo>
                  <a:pt x="729" y="764"/>
                  <a:pt x="729" y="764"/>
                  <a:pt x="729" y="764"/>
                </a:cubicBezTo>
                <a:cubicBezTo>
                  <a:pt x="730" y="764"/>
                  <a:pt x="731" y="764"/>
                  <a:pt x="731" y="763"/>
                </a:cubicBezTo>
                <a:cubicBezTo>
                  <a:pt x="732" y="762"/>
                  <a:pt x="732" y="762"/>
                  <a:pt x="732" y="762"/>
                </a:cubicBezTo>
                <a:cubicBezTo>
                  <a:pt x="734" y="761"/>
                  <a:pt x="734" y="758"/>
                  <a:pt x="732" y="756"/>
                </a:cubicBezTo>
                <a:close/>
                <a:moveTo>
                  <a:pt x="706" y="783"/>
                </a:moveTo>
                <a:cubicBezTo>
                  <a:pt x="705" y="782"/>
                  <a:pt x="702" y="782"/>
                  <a:pt x="701" y="783"/>
                </a:cubicBezTo>
                <a:cubicBezTo>
                  <a:pt x="700" y="784"/>
                  <a:pt x="700" y="784"/>
                  <a:pt x="700" y="784"/>
                </a:cubicBezTo>
                <a:cubicBezTo>
                  <a:pt x="698" y="786"/>
                  <a:pt x="698" y="788"/>
                  <a:pt x="700" y="790"/>
                </a:cubicBezTo>
                <a:cubicBezTo>
                  <a:pt x="701" y="791"/>
                  <a:pt x="702" y="791"/>
                  <a:pt x="703" y="791"/>
                </a:cubicBezTo>
                <a:cubicBezTo>
                  <a:pt x="704" y="791"/>
                  <a:pt x="705" y="791"/>
                  <a:pt x="706" y="790"/>
                </a:cubicBezTo>
                <a:cubicBezTo>
                  <a:pt x="706" y="789"/>
                  <a:pt x="706" y="789"/>
                  <a:pt x="706" y="789"/>
                </a:cubicBezTo>
                <a:cubicBezTo>
                  <a:pt x="708" y="787"/>
                  <a:pt x="708" y="785"/>
                  <a:pt x="706" y="783"/>
                </a:cubicBezTo>
                <a:close/>
                <a:moveTo>
                  <a:pt x="681" y="810"/>
                </a:moveTo>
                <a:cubicBezTo>
                  <a:pt x="679" y="809"/>
                  <a:pt x="676" y="809"/>
                  <a:pt x="675" y="810"/>
                </a:cubicBezTo>
                <a:cubicBezTo>
                  <a:pt x="674" y="811"/>
                  <a:pt x="674" y="811"/>
                  <a:pt x="674" y="811"/>
                </a:cubicBezTo>
                <a:cubicBezTo>
                  <a:pt x="673" y="813"/>
                  <a:pt x="673" y="815"/>
                  <a:pt x="674" y="817"/>
                </a:cubicBezTo>
                <a:cubicBezTo>
                  <a:pt x="675" y="817"/>
                  <a:pt x="676" y="818"/>
                  <a:pt x="677" y="818"/>
                </a:cubicBezTo>
                <a:cubicBezTo>
                  <a:pt x="678" y="818"/>
                  <a:pt x="679" y="817"/>
                  <a:pt x="680" y="817"/>
                </a:cubicBezTo>
                <a:cubicBezTo>
                  <a:pt x="681" y="816"/>
                  <a:pt x="681" y="816"/>
                  <a:pt x="681" y="816"/>
                </a:cubicBezTo>
                <a:cubicBezTo>
                  <a:pt x="682" y="814"/>
                  <a:pt x="682" y="812"/>
                  <a:pt x="681" y="810"/>
                </a:cubicBezTo>
                <a:close/>
                <a:moveTo>
                  <a:pt x="652" y="836"/>
                </a:moveTo>
                <a:cubicBezTo>
                  <a:pt x="651" y="836"/>
                  <a:pt x="650" y="836"/>
                  <a:pt x="649" y="837"/>
                </a:cubicBezTo>
                <a:cubicBezTo>
                  <a:pt x="648" y="838"/>
                  <a:pt x="648" y="838"/>
                  <a:pt x="648" y="838"/>
                </a:cubicBezTo>
                <a:cubicBezTo>
                  <a:pt x="647" y="840"/>
                  <a:pt x="647" y="842"/>
                  <a:pt x="648" y="844"/>
                </a:cubicBezTo>
                <a:cubicBezTo>
                  <a:pt x="649" y="844"/>
                  <a:pt x="650" y="845"/>
                  <a:pt x="651" y="845"/>
                </a:cubicBezTo>
                <a:cubicBezTo>
                  <a:pt x="652" y="845"/>
                  <a:pt x="652" y="845"/>
                  <a:pt x="652" y="845"/>
                </a:cubicBezTo>
                <a:cubicBezTo>
                  <a:pt x="653" y="844"/>
                  <a:pt x="654" y="844"/>
                  <a:pt x="654" y="843"/>
                </a:cubicBezTo>
                <a:cubicBezTo>
                  <a:pt x="655" y="843"/>
                  <a:pt x="655" y="843"/>
                  <a:pt x="655" y="843"/>
                </a:cubicBezTo>
                <a:cubicBezTo>
                  <a:pt x="656" y="841"/>
                  <a:pt x="656" y="838"/>
                  <a:pt x="655" y="837"/>
                </a:cubicBezTo>
                <a:cubicBezTo>
                  <a:pt x="654" y="836"/>
                  <a:pt x="653" y="836"/>
                  <a:pt x="652" y="836"/>
                </a:cubicBezTo>
                <a:close/>
                <a:moveTo>
                  <a:pt x="623" y="864"/>
                </a:moveTo>
                <a:cubicBezTo>
                  <a:pt x="623" y="865"/>
                  <a:pt x="623" y="865"/>
                  <a:pt x="623" y="865"/>
                </a:cubicBezTo>
                <a:cubicBezTo>
                  <a:pt x="621" y="866"/>
                  <a:pt x="621" y="869"/>
                  <a:pt x="623" y="870"/>
                </a:cubicBezTo>
                <a:cubicBezTo>
                  <a:pt x="623" y="871"/>
                  <a:pt x="624" y="872"/>
                  <a:pt x="625" y="872"/>
                </a:cubicBezTo>
                <a:cubicBezTo>
                  <a:pt x="625" y="872"/>
                  <a:pt x="625" y="872"/>
                  <a:pt x="625" y="872"/>
                </a:cubicBezTo>
                <a:cubicBezTo>
                  <a:pt x="626" y="872"/>
                  <a:pt x="626" y="872"/>
                  <a:pt x="626" y="872"/>
                </a:cubicBezTo>
                <a:cubicBezTo>
                  <a:pt x="627" y="872"/>
                  <a:pt x="628" y="871"/>
                  <a:pt x="628" y="870"/>
                </a:cubicBezTo>
                <a:cubicBezTo>
                  <a:pt x="629" y="869"/>
                  <a:pt x="629" y="869"/>
                  <a:pt x="629" y="869"/>
                </a:cubicBezTo>
                <a:cubicBezTo>
                  <a:pt x="631" y="868"/>
                  <a:pt x="631" y="865"/>
                  <a:pt x="629" y="864"/>
                </a:cubicBezTo>
                <a:cubicBezTo>
                  <a:pt x="627" y="862"/>
                  <a:pt x="625" y="862"/>
                  <a:pt x="623" y="864"/>
                </a:cubicBezTo>
                <a:close/>
                <a:moveTo>
                  <a:pt x="867" y="700"/>
                </a:moveTo>
                <a:cubicBezTo>
                  <a:pt x="865" y="700"/>
                  <a:pt x="863" y="700"/>
                  <a:pt x="862" y="701"/>
                </a:cubicBezTo>
                <a:cubicBezTo>
                  <a:pt x="861" y="702"/>
                  <a:pt x="861" y="702"/>
                  <a:pt x="861" y="702"/>
                </a:cubicBezTo>
                <a:cubicBezTo>
                  <a:pt x="860" y="704"/>
                  <a:pt x="860" y="706"/>
                  <a:pt x="861" y="708"/>
                </a:cubicBezTo>
                <a:cubicBezTo>
                  <a:pt x="862" y="708"/>
                  <a:pt x="863" y="709"/>
                  <a:pt x="864" y="709"/>
                </a:cubicBezTo>
                <a:cubicBezTo>
                  <a:pt x="865" y="709"/>
                  <a:pt x="866" y="708"/>
                  <a:pt x="867" y="708"/>
                </a:cubicBezTo>
                <a:cubicBezTo>
                  <a:pt x="867" y="708"/>
                  <a:pt x="867" y="708"/>
                  <a:pt x="867" y="707"/>
                </a:cubicBezTo>
                <a:cubicBezTo>
                  <a:pt x="868" y="707"/>
                  <a:pt x="868" y="707"/>
                  <a:pt x="868" y="707"/>
                </a:cubicBezTo>
                <a:cubicBezTo>
                  <a:pt x="869" y="705"/>
                  <a:pt x="869" y="702"/>
                  <a:pt x="868" y="701"/>
                </a:cubicBezTo>
                <a:cubicBezTo>
                  <a:pt x="867" y="701"/>
                  <a:pt x="867" y="700"/>
                  <a:pt x="867" y="700"/>
                </a:cubicBezTo>
                <a:close/>
                <a:moveTo>
                  <a:pt x="836" y="728"/>
                </a:moveTo>
                <a:cubicBezTo>
                  <a:pt x="836" y="729"/>
                  <a:pt x="836" y="729"/>
                  <a:pt x="836" y="729"/>
                </a:cubicBezTo>
                <a:cubicBezTo>
                  <a:pt x="834" y="730"/>
                  <a:pt x="834" y="733"/>
                  <a:pt x="836" y="734"/>
                </a:cubicBezTo>
                <a:cubicBezTo>
                  <a:pt x="836" y="735"/>
                  <a:pt x="837" y="736"/>
                  <a:pt x="838" y="736"/>
                </a:cubicBezTo>
                <a:cubicBezTo>
                  <a:pt x="840" y="736"/>
                  <a:pt x="841" y="735"/>
                  <a:pt x="841" y="734"/>
                </a:cubicBezTo>
                <a:cubicBezTo>
                  <a:pt x="842" y="733"/>
                  <a:pt x="842" y="733"/>
                  <a:pt x="842" y="733"/>
                </a:cubicBezTo>
                <a:cubicBezTo>
                  <a:pt x="844" y="732"/>
                  <a:pt x="844" y="729"/>
                  <a:pt x="842" y="728"/>
                </a:cubicBezTo>
                <a:cubicBezTo>
                  <a:pt x="840" y="726"/>
                  <a:pt x="838" y="726"/>
                  <a:pt x="836" y="728"/>
                </a:cubicBezTo>
                <a:close/>
                <a:moveTo>
                  <a:pt x="811" y="755"/>
                </a:moveTo>
                <a:cubicBezTo>
                  <a:pt x="810" y="756"/>
                  <a:pt x="810" y="756"/>
                  <a:pt x="810" y="756"/>
                </a:cubicBezTo>
                <a:cubicBezTo>
                  <a:pt x="808" y="757"/>
                  <a:pt x="808" y="760"/>
                  <a:pt x="810" y="761"/>
                </a:cubicBezTo>
                <a:cubicBezTo>
                  <a:pt x="811" y="762"/>
                  <a:pt x="812" y="762"/>
                  <a:pt x="813" y="762"/>
                </a:cubicBezTo>
                <a:cubicBezTo>
                  <a:pt x="814" y="762"/>
                  <a:pt x="815" y="762"/>
                  <a:pt x="816" y="761"/>
                </a:cubicBezTo>
                <a:cubicBezTo>
                  <a:pt x="816" y="760"/>
                  <a:pt x="816" y="760"/>
                  <a:pt x="816" y="760"/>
                </a:cubicBezTo>
                <a:cubicBezTo>
                  <a:pt x="818" y="759"/>
                  <a:pt x="818" y="756"/>
                  <a:pt x="816" y="755"/>
                </a:cubicBezTo>
                <a:cubicBezTo>
                  <a:pt x="815" y="753"/>
                  <a:pt x="812" y="753"/>
                  <a:pt x="811" y="755"/>
                </a:cubicBezTo>
                <a:close/>
                <a:moveTo>
                  <a:pt x="785" y="782"/>
                </a:moveTo>
                <a:cubicBezTo>
                  <a:pt x="784" y="782"/>
                  <a:pt x="784" y="782"/>
                  <a:pt x="784" y="782"/>
                </a:cubicBezTo>
                <a:cubicBezTo>
                  <a:pt x="783" y="784"/>
                  <a:pt x="783" y="787"/>
                  <a:pt x="784" y="788"/>
                </a:cubicBezTo>
                <a:cubicBezTo>
                  <a:pt x="785" y="789"/>
                  <a:pt x="786" y="789"/>
                  <a:pt x="787" y="789"/>
                </a:cubicBezTo>
                <a:cubicBezTo>
                  <a:pt x="787" y="789"/>
                  <a:pt x="787" y="789"/>
                  <a:pt x="787" y="789"/>
                </a:cubicBezTo>
                <a:cubicBezTo>
                  <a:pt x="787" y="789"/>
                  <a:pt x="787" y="789"/>
                  <a:pt x="787" y="789"/>
                </a:cubicBezTo>
                <a:cubicBezTo>
                  <a:pt x="788" y="789"/>
                  <a:pt x="789" y="789"/>
                  <a:pt x="790" y="788"/>
                </a:cubicBezTo>
                <a:cubicBezTo>
                  <a:pt x="791" y="787"/>
                  <a:pt x="791" y="787"/>
                  <a:pt x="791" y="787"/>
                </a:cubicBezTo>
                <a:cubicBezTo>
                  <a:pt x="792" y="786"/>
                  <a:pt x="792" y="783"/>
                  <a:pt x="791" y="781"/>
                </a:cubicBezTo>
                <a:cubicBezTo>
                  <a:pt x="789" y="780"/>
                  <a:pt x="786" y="780"/>
                  <a:pt x="785" y="782"/>
                </a:cubicBezTo>
                <a:close/>
                <a:moveTo>
                  <a:pt x="763" y="807"/>
                </a:moveTo>
                <a:cubicBezTo>
                  <a:pt x="762" y="807"/>
                  <a:pt x="760" y="807"/>
                  <a:pt x="759" y="808"/>
                </a:cubicBezTo>
                <a:cubicBezTo>
                  <a:pt x="758" y="809"/>
                  <a:pt x="758" y="809"/>
                  <a:pt x="758" y="809"/>
                </a:cubicBezTo>
                <a:cubicBezTo>
                  <a:pt x="757" y="811"/>
                  <a:pt x="757" y="813"/>
                  <a:pt x="758" y="815"/>
                </a:cubicBezTo>
                <a:cubicBezTo>
                  <a:pt x="759" y="816"/>
                  <a:pt x="760" y="816"/>
                  <a:pt x="761" y="816"/>
                </a:cubicBezTo>
                <a:cubicBezTo>
                  <a:pt x="761" y="816"/>
                  <a:pt x="761" y="816"/>
                  <a:pt x="761" y="816"/>
                </a:cubicBezTo>
                <a:cubicBezTo>
                  <a:pt x="761" y="816"/>
                  <a:pt x="761" y="816"/>
                  <a:pt x="761" y="816"/>
                </a:cubicBezTo>
                <a:cubicBezTo>
                  <a:pt x="762" y="816"/>
                  <a:pt x="762" y="816"/>
                  <a:pt x="763" y="816"/>
                </a:cubicBezTo>
                <a:cubicBezTo>
                  <a:pt x="763" y="815"/>
                  <a:pt x="764" y="815"/>
                  <a:pt x="764" y="815"/>
                </a:cubicBezTo>
                <a:cubicBezTo>
                  <a:pt x="765" y="814"/>
                  <a:pt x="765" y="814"/>
                  <a:pt x="765" y="814"/>
                </a:cubicBezTo>
                <a:cubicBezTo>
                  <a:pt x="766" y="812"/>
                  <a:pt x="766" y="810"/>
                  <a:pt x="765" y="808"/>
                </a:cubicBezTo>
                <a:cubicBezTo>
                  <a:pt x="764" y="808"/>
                  <a:pt x="764" y="808"/>
                  <a:pt x="763" y="807"/>
                </a:cubicBezTo>
                <a:close/>
                <a:moveTo>
                  <a:pt x="733" y="835"/>
                </a:moveTo>
                <a:cubicBezTo>
                  <a:pt x="733" y="836"/>
                  <a:pt x="733" y="836"/>
                  <a:pt x="733" y="836"/>
                </a:cubicBezTo>
                <a:cubicBezTo>
                  <a:pt x="731" y="838"/>
                  <a:pt x="731" y="840"/>
                  <a:pt x="733" y="842"/>
                </a:cubicBezTo>
                <a:cubicBezTo>
                  <a:pt x="734" y="843"/>
                  <a:pt x="735" y="843"/>
                  <a:pt x="736" y="843"/>
                </a:cubicBezTo>
                <a:cubicBezTo>
                  <a:pt x="737" y="843"/>
                  <a:pt x="738" y="843"/>
                  <a:pt x="738" y="842"/>
                </a:cubicBezTo>
                <a:cubicBezTo>
                  <a:pt x="739" y="841"/>
                  <a:pt x="739" y="841"/>
                  <a:pt x="739" y="841"/>
                </a:cubicBezTo>
                <a:cubicBezTo>
                  <a:pt x="741" y="839"/>
                  <a:pt x="741" y="837"/>
                  <a:pt x="739" y="835"/>
                </a:cubicBezTo>
                <a:cubicBezTo>
                  <a:pt x="737" y="834"/>
                  <a:pt x="735" y="834"/>
                  <a:pt x="733" y="835"/>
                </a:cubicBezTo>
                <a:close/>
                <a:moveTo>
                  <a:pt x="708" y="862"/>
                </a:moveTo>
                <a:cubicBezTo>
                  <a:pt x="707" y="863"/>
                  <a:pt x="707" y="863"/>
                  <a:pt x="707" y="863"/>
                </a:cubicBezTo>
                <a:cubicBezTo>
                  <a:pt x="705" y="865"/>
                  <a:pt x="705" y="867"/>
                  <a:pt x="707" y="869"/>
                </a:cubicBezTo>
                <a:cubicBezTo>
                  <a:pt x="708" y="869"/>
                  <a:pt x="709" y="870"/>
                  <a:pt x="710" y="870"/>
                </a:cubicBezTo>
                <a:cubicBezTo>
                  <a:pt x="710" y="870"/>
                  <a:pt x="710" y="870"/>
                  <a:pt x="710" y="870"/>
                </a:cubicBezTo>
                <a:cubicBezTo>
                  <a:pt x="710" y="870"/>
                  <a:pt x="710" y="870"/>
                  <a:pt x="710" y="870"/>
                </a:cubicBezTo>
                <a:cubicBezTo>
                  <a:pt x="711" y="870"/>
                  <a:pt x="712" y="869"/>
                  <a:pt x="713" y="869"/>
                </a:cubicBezTo>
                <a:cubicBezTo>
                  <a:pt x="713" y="868"/>
                  <a:pt x="713" y="868"/>
                  <a:pt x="713" y="868"/>
                </a:cubicBezTo>
                <a:cubicBezTo>
                  <a:pt x="715" y="866"/>
                  <a:pt x="715" y="864"/>
                  <a:pt x="713" y="862"/>
                </a:cubicBezTo>
                <a:cubicBezTo>
                  <a:pt x="712" y="860"/>
                  <a:pt x="709" y="861"/>
                  <a:pt x="708" y="862"/>
                </a:cubicBezTo>
                <a:close/>
                <a:moveTo>
                  <a:pt x="682" y="889"/>
                </a:moveTo>
                <a:cubicBezTo>
                  <a:pt x="681" y="890"/>
                  <a:pt x="681" y="890"/>
                  <a:pt x="681" y="890"/>
                </a:cubicBezTo>
                <a:cubicBezTo>
                  <a:pt x="680" y="891"/>
                  <a:pt x="680" y="894"/>
                  <a:pt x="681" y="896"/>
                </a:cubicBezTo>
                <a:cubicBezTo>
                  <a:pt x="682" y="896"/>
                  <a:pt x="683" y="897"/>
                  <a:pt x="684" y="897"/>
                </a:cubicBezTo>
                <a:cubicBezTo>
                  <a:pt x="685" y="897"/>
                  <a:pt x="686" y="896"/>
                  <a:pt x="687" y="895"/>
                </a:cubicBezTo>
                <a:cubicBezTo>
                  <a:pt x="688" y="895"/>
                  <a:pt x="688" y="895"/>
                  <a:pt x="688" y="895"/>
                </a:cubicBezTo>
                <a:cubicBezTo>
                  <a:pt x="689" y="893"/>
                  <a:pt x="689" y="890"/>
                  <a:pt x="688" y="889"/>
                </a:cubicBezTo>
                <a:cubicBezTo>
                  <a:pt x="686" y="887"/>
                  <a:pt x="683" y="887"/>
                  <a:pt x="682" y="889"/>
                </a:cubicBezTo>
                <a:close/>
                <a:moveTo>
                  <a:pt x="823" y="827"/>
                </a:moveTo>
                <a:cubicBezTo>
                  <a:pt x="823" y="828"/>
                  <a:pt x="823" y="828"/>
                  <a:pt x="823" y="828"/>
                </a:cubicBezTo>
                <a:cubicBezTo>
                  <a:pt x="823" y="828"/>
                  <a:pt x="823" y="828"/>
                  <a:pt x="823" y="828"/>
                </a:cubicBezTo>
                <a:cubicBezTo>
                  <a:pt x="821" y="830"/>
                  <a:pt x="821" y="832"/>
                  <a:pt x="823" y="834"/>
                </a:cubicBezTo>
                <a:cubicBezTo>
                  <a:pt x="823" y="834"/>
                  <a:pt x="823" y="834"/>
                  <a:pt x="823" y="834"/>
                </a:cubicBezTo>
                <a:cubicBezTo>
                  <a:pt x="824" y="835"/>
                  <a:pt x="825" y="835"/>
                  <a:pt x="825" y="835"/>
                </a:cubicBezTo>
                <a:cubicBezTo>
                  <a:pt x="825" y="835"/>
                  <a:pt x="825" y="835"/>
                  <a:pt x="825" y="835"/>
                </a:cubicBezTo>
                <a:cubicBezTo>
                  <a:pt x="826" y="835"/>
                  <a:pt x="826" y="835"/>
                  <a:pt x="826" y="835"/>
                </a:cubicBezTo>
                <a:cubicBezTo>
                  <a:pt x="827" y="835"/>
                  <a:pt x="828" y="835"/>
                  <a:pt x="828" y="834"/>
                </a:cubicBezTo>
                <a:cubicBezTo>
                  <a:pt x="829" y="833"/>
                  <a:pt x="829" y="833"/>
                  <a:pt x="829" y="833"/>
                </a:cubicBezTo>
                <a:cubicBezTo>
                  <a:pt x="831" y="831"/>
                  <a:pt x="831" y="829"/>
                  <a:pt x="829" y="827"/>
                </a:cubicBezTo>
                <a:cubicBezTo>
                  <a:pt x="828" y="826"/>
                  <a:pt x="825" y="826"/>
                  <a:pt x="823" y="827"/>
                </a:cubicBezTo>
                <a:close/>
                <a:moveTo>
                  <a:pt x="798" y="854"/>
                </a:moveTo>
                <a:cubicBezTo>
                  <a:pt x="797" y="855"/>
                  <a:pt x="797" y="855"/>
                  <a:pt x="797" y="855"/>
                </a:cubicBezTo>
                <a:cubicBezTo>
                  <a:pt x="795" y="857"/>
                  <a:pt x="795" y="859"/>
                  <a:pt x="797" y="861"/>
                </a:cubicBezTo>
                <a:cubicBezTo>
                  <a:pt x="798" y="861"/>
                  <a:pt x="799" y="862"/>
                  <a:pt x="800" y="862"/>
                </a:cubicBezTo>
                <a:cubicBezTo>
                  <a:pt x="801" y="862"/>
                  <a:pt x="802" y="861"/>
                  <a:pt x="803" y="861"/>
                </a:cubicBezTo>
                <a:cubicBezTo>
                  <a:pt x="803" y="860"/>
                  <a:pt x="803" y="860"/>
                  <a:pt x="803" y="860"/>
                </a:cubicBezTo>
                <a:cubicBezTo>
                  <a:pt x="805" y="858"/>
                  <a:pt x="805" y="856"/>
                  <a:pt x="803" y="854"/>
                </a:cubicBezTo>
                <a:cubicBezTo>
                  <a:pt x="802" y="853"/>
                  <a:pt x="799" y="853"/>
                  <a:pt x="798" y="854"/>
                </a:cubicBezTo>
                <a:close/>
                <a:moveTo>
                  <a:pt x="772" y="881"/>
                </a:moveTo>
                <a:cubicBezTo>
                  <a:pt x="771" y="882"/>
                  <a:pt x="771" y="882"/>
                  <a:pt x="771" y="882"/>
                </a:cubicBezTo>
                <a:cubicBezTo>
                  <a:pt x="770" y="884"/>
                  <a:pt x="770" y="886"/>
                  <a:pt x="771" y="888"/>
                </a:cubicBezTo>
                <a:cubicBezTo>
                  <a:pt x="772" y="888"/>
                  <a:pt x="773" y="889"/>
                  <a:pt x="774" y="889"/>
                </a:cubicBezTo>
                <a:cubicBezTo>
                  <a:pt x="774" y="889"/>
                  <a:pt x="774" y="889"/>
                  <a:pt x="774" y="889"/>
                </a:cubicBezTo>
                <a:cubicBezTo>
                  <a:pt x="774" y="889"/>
                  <a:pt x="774" y="889"/>
                  <a:pt x="774" y="889"/>
                </a:cubicBezTo>
                <a:cubicBezTo>
                  <a:pt x="775" y="889"/>
                  <a:pt x="776" y="888"/>
                  <a:pt x="777" y="887"/>
                </a:cubicBezTo>
                <a:cubicBezTo>
                  <a:pt x="778" y="887"/>
                  <a:pt x="778" y="887"/>
                  <a:pt x="778" y="887"/>
                </a:cubicBezTo>
                <a:cubicBezTo>
                  <a:pt x="779" y="885"/>
                  <a:pt x="779" y="882"/>
                  <a:pt x="778" y="881"/>
                </a:cubicBezTo>
                <a:cubicBezTo>
                  <a:pt x="776" y="879"/>
                  <a:pt x="773" y="879"/>
                  <a:pt x="772" y="881"/>
                </a:cubicBezTo>
                <a:close/>
                <a:moveTo>
                  <a:pt x="751" y="907"/>
                </a:moveTo>
                <a:cubicBezTo>
                  <a:pt x="751" y="907"/>
                  <a:pt x="751" y="907"/>
                  <a:pt x="751" y="907"/>
                </a:cubicBezTo>
                <a:cubicBezTo>
                  <a:pt x="751" y="907"/>
                  <a:pt x="751" y="907"/>
                  <a:pt x="751" y="907"/>
                </a:cubicBezTo>
                <a:close/>
              </a:path>
            </a:pathLst>
          </a:custGeom>
          <a:solidFill>
            <a:schemeClr val="tx2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23B912-A7D9-2799-D17E-1FE70E6BA419}"/>
              </a:ext>
            </a:extLst>
          </p:cNvPr>
          <p:cNvSpPr>
            <a:spLocks/>
          </p:cNvSpPr>
          <p:nvPr/>
        </p:nvSpPr>
        <p:spPr bwMode="auto">
          <a:xfrm>
            <a:off x="10299414" y="760020"/>
            <a:ext cx="437792" cy="642000"/>
          </a:xfrm>
          <a:custGeom>
            <a:avLst/>
            <a:gdLst>
              <a:gd name="connsiteX0" fmla="*/ 206149 w 258680"/>
              <a:gd name="connsiteY0" fmla="*/ 120719 h 379341"/>
              <a:gd name="connsiteX1" fmla="*/ 222841 w 258680"/>
              <a:gd name="connsiteY1" fmla="*/ 120719 h 379341"/>
              <a:gd name="connsiteX2" fmla="*/ 222841 w 258680"/>
              <a:gd name="connsiteY2" fmla="*/ 137297 h 379341"/>
              <a:gd name="connsiteX3" fmla="*/ 19197 w 258680"/>
              <a:gd name="connsiteY3" fmla="*/ 376025 h 379341"/>
              <a:gd name="connsiteX4" fmla="*/ 12520 w 258680"/>
              <a:gd name="connsiteY4" fmla="*/ 379341 h 379341"/>
              <a:gd name="connsiteX5" fmla="*/ 2505 w 258680"/>
              <a:gd name="connsiteY5" fmla="*/ 379341 h 379341"/>
              <a:gd name="connsiteX6" fmla="*/ 2505 w 258680"/>
              <a:gd name="connsiteY6" fmla="*/ 362763 h 379341"/>
              <a:gd name="connsiteX7" fmla="*/ 206149 w 258680"/>
              <a:gd name="connsiteY7" fmla="*/ 120719 h 379341"/>
              <a:gd name="connsiteX8" fmla="*/ 146628 w 258680"/>
              <a:gd name="connsiteY8" fmla="*/ 54056 h 379341"/>
              <a:gd name="connsiteX9" fmla="*/ 146628 w 258680"/>
              <a:gd name="connsiteY9" fmla="*/ 70694 h 379341"/>
              <a:gd name="connsiteX10" fmla="*/ 19275 w 258680"/>
              <a:gd name="connsiteY10" fmla="*/ 220438 h 379341"/>
              <a:gd name="connsiteX11" fmla="*/ 12572 w 258680"/>
              <a:gd name="connsiteY11" fmla="*/ 223766 h 379341"/>
              <a:gd name="connsiteX12" fmla="*/ 2518 w 258680"/>
              <a:gd name="connsiteY12" fmla="*/ 223766 h 379341"/>
              <a:gd name="connsiteX13" fmla="*/ 2518 w 258680"/>
              <a:gd name="connsiteY13" fmla="*/ 207128 h 379341"/>
              <a:gd name="connsiteX14" fmla="*/ 129871 w 258680"/>
              <a:gd name="connsiteY14" fmla="*/ 57383 h 379341"/>
              <a:gd name="connsiteX15" fmla="*/ 146628 w 258680"/>
              <a:gd name="connsiteY15" fmla="*/ 54056 h 379341"/>
              <a:gd name="connsiteX16" fmla="*/ 239471 w 258680"/>
              <a:gd name="connsiteY16" fmla="*/ 4976 h 379341"/>
              <a:gd name="connsiteX17" fmla="*/ 256175 w 258680"/>
              <a:gd name="connsiteY17" fmla="*/ 4976 h 379341"/>
              <a:gd name="connsiteX18" fmla="*/ 256175 w 258680"/>
              <a:gd name="connsiteY18" fmla="*/ 18246 h 379341"/>
              <a:gd name="connsiteX19" fmla="*/ 59064 w 258680"/>
              <a:gd name="connsiteY19" fmla="*/ 253787 h 379341"/>
              <a:gd name="connsiteX20" fmla="*/ 49042 w 258680"/>
              <a:gd name="connsiteY20" fmla="*/ 257104 h 379341"/>
              <a:gd name="connsiteX21" fmla="*/ 42360 w 258680"/>
              <a:gd name="connsiteY21" fmla="*/ 253787 h 379341"/>
              <a:gd name="connsiteX22" fmla="*/ 42360 w 258680"/>
              <a:gd name="connsiteY22" fmla="*/ 240517 h 379341"/>
              <a:gd name="connsiteX23" fmla="*/ 239471 w 258680"/>
              <a:gd name="connsiteY23" fmla="*/ 4976 h 379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8680" h="379341">
                <a:moveTo>
                  <a:pt x="206149" y="120719"/>
                </a:moveTo>
                <a:cubicBezTo>
                  <a:pt x="209487" y="117403"/>
                  <a:pt x="216164" y="117403"/>
                  <a:pt x="222841" y="120719"/>
                </a:cubicBezTo>
                <a:cubicBezTo>
                  <a:pt x="226179" y="124034"/>
                  <a:pt x="226179" y="130666"/>
                  <a:pt x="222841" y="137297"/>
                </a:cubicBezTo>
                <a:cubicBezTo>
                  <a:pt x="19197" y="376025"/>
                  <a:pt x="19197" y="376025"/>
                  <a:pt x="19197" y="376025"/>
                </a:cubicBezTo>
                <a:cubicBezTo>
                  <a:pt x="19197" y="379341"/>
                  <a:pt x="15858" y="379341"/>
                  <a:pt x="12520" y="379341"/>
                </a:cubicBezTo>
                <a:cubicBezTo>
                  <a:pt x="9182" y="379341"/>
                  <a:pt x="5843" y="379341"/>
                  <a:pt x="2505" y="379341"/>
                </a:cubicBezTo>
                <a:cubicBezTo>
                  <a:pt x="-834" y="372710"/>
                  <a:pt x="-834" y="366078"/>
                  <a:pt x="2505" y="362763"/>
                </a:cubicBezTo>
                <a:cubicBezTo>
                  <a:pt x="206149" y="120719"/>
                  <a:pt x="206149" y="120719"/>
                  <a:pt x="206149" y="120719"/>
                </a:cubicBezTo>
                <a:close/>
                <a:moveTo>
                  <a:pt x="146628" y="54056"/>
                </a:moveTo>
                <a:cubicBezTo>
                  <a:pt x="149979" y="60711"/>
                  <a:pt x="149979" y="67366"/>
                  <a:pt x="146628" y="70694"/>
                </a:cubicBezTo>
                <a:cubicBezTo>
                  <a:pt x="19275" y="220438"/>
                  <a:pt x="19275" y="220438"/>
                  <a:pt x="19275" y="220438"/>
                </a:cubicBezTo>
                <a:cubicBezTo>
                  <a:pt x="19275" y="223766"/>
                  <a:pt x="15923" y="223766"/>
                  <a:pt x="12572" y="223766"/>
                </a:cubicBezTo>
                <a:cubicBezTo>
                  <a:pt x="9220" y="223766"/>
                  <a:pt x="5869" y="223766"/>
                  <a:pt x="2518" y="223766"/>
                </a:cubicBezTo>
                <a:cubicBezTo>
                  <a:pt x="-834" y="217111"/>
                  <a:pt x="-834" y="210455"/>
                  <a:pt x="2518" y="207128"/>
                </a:cubicBezTo>
                <a:cubicBezTo>
                  <a:pt x="129871" y="57383"/>
                  <a:pt x="129871" y="57383"/>
                  <a:pt x="129871" y="57383"/>
                </a:cubicBezTo>
                <a:cubicBezTo>
                  <a:pt x="133222" y="50728"/>
                  <a:pt x="139925" y="50728"/>
                  <a:pt x="146628" y="54056"/>
                </a:cubicBezTo>
                <a:close/>
                <a:moveTo>
                  <a:pt x="239471" y="4976"/>
                </a:moveTo>
                <a:cubicBezTo>
                  <a:pt x="242812" y="-1659"/>
                  <a:pt x="249494" y="-1659"/>
                  <a:pt x="256175" y="4976"/>
                </a:cubicBezTo>
                <a:cubicBezTo>
                  <a:pt x="259516" y="8293"/>
                  <a:pt x="259516" y="14928"/>
                  <a:pt x="256175" y="18246"/>
                </a:cubicBezTo>
                <a:cubicBezTo>
                  <a:pt x="59064" y="253787"/>
                  <a:pt x="59064" y="253787"/>
                  <a:pt x="59064" y="253787"/>
                </a:cubicBezTo>
                <a:cubicBezTo>
                  <a:pt x="55723" y="257104"/>
                  <a:pt x="52383" y="257104"/>
                  <a:pt x="49042" y="257104"/>
                </a:cubicBezTo>
                <a:cubicBezTo>
                  <a:pt x="45701" y="257104"/>
                  <a:pt x="45701" y="257104"/>
                  <a:pt x="42360" y="253787"/>
                </a:cubicBezTo>
                <a:cubicBezTo>
                  <a:pt x="39019" y="250469"/>
                  <a:pt x="35678" y="243834"/>
                  <a:pt x="42360" y="240517"/>
                </a:cubicBezTo>
                <a:cubicBezTo>
                  <a:pt x="239471" y="4976"/>
                  <a:pt x="239471" y="4976"/>
                  <a:pt x="239471" y="497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069B396-293A-E530-0033-62F01F1F90FC}"/>
              </a:ext>
            </a:extLst>
          </p:cNvPr>
          <p:cNvSpPr>
            <a:spLocks/>
          </p:cNvSpPr>
          <p:nvPr/>
        </p:nvSpPr>
        <p:spPr bwMode="auto">
          <a:xfrm>
            <a:off x="10065596" y="49312"/>
            <a:ext cx="824692" cy="728853"/>
          </a:xfrm>
          <a:custGeom>
            <a:avLst/>
            <a:gdLst>
              <a:gd name="connsiteX0" fmla="*/ 305377 w 487289"/>
              <a:gd name="connsiteY0" fmla="*/ 79482 h 430660"/>
              <a:gd name="connsiteX1" fmla="*/ 314933 w 487289"/>
              <a:gd name="connsiteY1" fmla="*/ 81560 h 430660"/>
              <a:gd name="connsiteX2" fmla="*/ 314933 w 487289"/>
              <a:gd name="connsiteY2" fmla="*/ 98184 h 430660"/>
              <a:gd name="connsiteX3" fmla="*/ 19112 w 487289"/>
              <a:gd name="connsiteY3" fmla="*/ 427335 h 430660"/>
              <a:gd name="connsiteX4" fmla="*/ 12465 w 487289"/>
              <a:gd name="connsiteY4" fmla="*/ 430660 h 430660"/>
              <a:gd name="connsiteX5" fmla="*/ 2493 w 487289"/>
              <a:gd name="connsiteY5" fmla="*/ 427335 h 430660"/>
              <a:gd name="connsiteX6" fmla="*/ 2493 w 487289"/>
              <a:gd name="connsiteY6" fmla="*/ 414036 h 430660"/>
              <a:gd name="connsiteX7" fmla="*/ 298314 w 487289"/>
              <a:gd name="connsiteY7" fmla="*/ 84885 h 430660"/>
              <a:gd name="connsiteX8" fmla="*/ 305377 w 487289"/>
              <a:gd name="connsiteY8" fmla="*/ 79482 h 430660"/>
              <a:gd name="connsiteX9" fmla="*/ 245926 w 487289"/>
              <a:gd name="connsiteY9" fmla="*/ 35532 h 430660"/>
              <a:gd name="connsiteX10" fmla="*/ 262545 w 487289"/>
              <a:gd name="connsiteY10" fmla="*/ 35532 h 430660"/>
              <a:gd name="connsiteX11" fmla="*/ 262545 w 487289"/>
              <a:gd name="connsiteY11" fmla="*/ 52200 h 430660"/>
              <a:gd name="connsiteX12" fmla="*/ 73087 w 487289"/>
              <a:gd name="connsiteY12" fmla="*/ 262227 h 430660"/>
              <a:gd name="connsiteX13" fmla="*/ 66440 w 487289"/>
              <a:gd name="connsiteY13" fmla="*/ 265561 h 430660"/>
              <a:gd name="connsiteX14" fmla="*/ 56468 w 487289"/>
              <a:gd name="connsiteY14" fmla="*/ 262227 h 430660"/>
              <a:gd name="connsiteX15" fmla="*/ 56468 w 487289"/>
              <a:gd name="connsiteY15" fmla="*/ 245559 h 430660"/>
              <a:gd name="connsiteX16" fmla="*/ 245926 w 487289"/>
              <a:gd name="connsiteY16" fmla="*/ 35532 h 430660"/>
              <a:gd name="connsiteX17" fmla="*/ 475257 w 487289"/>
              <a:gd name="connsiteY17" fmla="*/ 105 h 430660"/>
              <a:gd name="connsiteX18" fmla="*/ 484800 w 487289"/>
              <a:gd name="connsiteY18" fmla="*/ 2181 h 430660"/>
              <a:gd name="connsiteX19" fmla="*/ 484800 w 487289"/>
              <a:gd name="connsiteY19" fmla="*/ 18784 h 430660"/>
              <a:gd name="connsiteX20" fmla="*/ 182742 w 487289"/>
              <a:gd name="connsiteY20" fmla="*/ 357489 h 430660"/>
              <a:gd name="connsiteX21" fmla="*/ 172784 w 487289"/>
              <a:gd name="connsiteY21" fmla="*/ 360810 h 430660"/>
              <a:gd name="connsiteX22" fmla="*/ 166145 w 487289"/>
              <a:gd name="connsiteY22" fmla="*/ 357489 h 430660"/>
              <a:gd name="connsiteX23" fmla="*/ 166145 w 487289"/>
              <a:gd name="connsiteY23" fmla="*/ 340886 h 430660"/>
              <a:gd name="connsiteX24" fmla="*/ 468203 w 487289"/>
              <a:gd name="connsiteY24" fmla="*/ 5501 h 430660"/>
              <a:gd name="connsiteX25" fmla="*/ 475257 w 487289"/>
              <a:gd name="connsiteY25" fmla="*/ 105 h 43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7289" h="430660">
                <a:moveTo>
                  <a:pt x="305377" y="79482"/>
                </a:moveTo>
                <a:cubicBezTo>
                  <a:pt x="308286" y="79066"/>
                  <a:pt x="311609" y="79897"/>
                  <a:pt x="314933" y="81560"/>
                </a:cubicBezTo>
                <a:cubicBezTo>
                  <a:pt x="318257" y="88209"/>
                  <a:pt x="318257" y="94859"/>
                  <a:pt x="314933" y="98184"/>
                </a:cubicBezTo>
                <a:cubicBezTo>
                  <a:pt x="19112" y="427335"/>
                  <a:pt x="19112" y="427335"/>
                  <a:pt x="19112" y="427335"/>
                </a:cubicBezTo>
                <a:cubicBezTo>
                  <a:pt x="19112" y="430660"/>
                  <a:pt x="15788" y="430660"/>
                  <a:pt x="12465" y="430660"/>
                </a:cubicBezTo>
                <a:cubicBezTo>
                  <a:pt x="9141" y="430660"/>
                  <a:pt x="5817" y="430660"/>
                  <a:pt x="2493" y="427335"/>
                </a:cubicBezTo>
                <a:cubicBezTo>
                  <a:pt x="-831" y="424011"/>
                  <a:pt x="-831" y="417361"/>
                  <a:pt x="2493" y="414036"/>
                </a:cubicBezTo>
                <a:cubicBezTo>
                  <a:pt x="298314" y="84885"/>
                  <a:pt x="298314" y="84885"/>
                  <a:pt x="298314" y="84885"/>
                </a:cubicBezTo>
                <a:cubicBezTo>
                  <a:pt x="299976" y="81560"/>
                  <a:pt x="302469" y="79897"/>
                  <a:pt x="305377" y="79482"/>
                </a:cubicBezTo>
                <a:close/>
                <a:moveTo>
                  <a:pt x="245926" y="35532"/>
                </a:moveTo>
                <a:cubicBezTo>
                  <a:pt x="249250" y="32198"/>
                  <a:pt x="255898" y="32198"/>
                  <a:pt x="262545" y="35532"/>
                </a:cubicBezTo>
                <a:cubicBezTo>
                  <a:pt x="265869" y="38865"/>
                  <a:pt x="265869" y="45533"/>
                  <a:pt x="262545" y="52200"/>
                </a:cubicBezTo>
                <a:cubicBezTo>
                  <a:pt x="73087" y="262227"/>
                  <a:pt x="73087" y="262227"/>
                  <a:pt x="73087" y="262227"/>
                </a:cubicBezTo>
                <a:cubicBezTo>
                  <a:pt x="73087" y="262227"/>
                  <a:pt x="69763" y="265561"/>
                  <a:pt x="66440" y="265561"/>
                </a:cubicBezTo>
                <a:cubicBezTo>
                  <a:pt x="63116" y="265561"/>
                  <a:pt x="59792" y="265561"/>
                  <a:pt x="56468" y="262227"/>
                </a:cubicBezTo>
                <a:cubicBezTo>
                  <a:pt x="53144" y="258894"/>
                  <a:pt x="53144" y="252226"/>
                  <a:pt x="56468" y="245559"/>
                </a:cubicBezTo>
                <a:cubicBezTo>
                  <a:pt x="245926" y="35532"/>
                  <a:pt x="245926" y="35532"/>
                  <a:pt x="245926" y="35532"/>
                </a:cubicBezTo>
                <a:close/>
                <a:moveTo>
                  <a:pt x="475257" y="105"/>
                </a:moveTo>
                <a:cubicBezTo>
                  <a:pt x="478161" y="-310"/>
                  <a:pt x="481480" y="520"/>
                  <a:pt x="484800" y="2181"/>
                </a:cubicBezTo>
                <a:cubicBezTo>
                  <a:pt x="488119" y="8822"/>
                  <a:pt x="488119" y="15463"/>
                  <a:pt x="484800" y="18784"/>
                </a:cubicBezTo>
                <a:cubicBezTo>
                  <a:pt x="182742" y="357489"/>
                  <a:pt x="182742" y="357489"/>
                  <a:pt x="182742" y="357489"/>
                </a:cubicBezTo>
                <a:cubicBezTo>
                  <a:pt x="179422" y="360810"/>
                  <a:pt x="176103" y="360810"/>
                  <a:pt x="172784" y="360810"/>
                </a:cubicBezTo>
                <a:cubicBezTo>
                  <a:pt x="169464" y="360810"/>
                  <a:pt x="169464" y="360810"/>
                  <a:pt x="166145" y="357489"/>
                </a:cubicBezTo>
                <a:cubicBezTo>
                  <a:pt x="162826" y="354169"/>
                  <a:pt x="159506" y="347528"/>
                  <a:pt x="166145" y="340886"/>
                </a:cubicBezTo>
                <a:cubicBezTo>
                  <a:pt x="468203" y="5501"/>
                  <a:pt x="468203" y="5501"/>
                  <a:pt x="468203" y="5501"/>
                </a:cubicBezTo>
                <a:cubicBezTo>
                  <a:pt x="469863" y="2181"/>
                  <a:pt x="472353" y="520"/>
                  <a:pt x="475257" y="1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9A9937-3092-9178-E88C-52DD688E25C1}"/>
              </a:ext>
            </a:extLst>
          </p:cNvPr>
          <p:cNvSpPr>
            <a:spLocks/>
          </p:cNvSpPr>
          <p:nvPr/>
        </p:nvSpPr>
        <p:spPr bwMode="auto">
          <a:xfrm>
            <a:off x="272091" y="4037989"/>
            <a:ext cx="1009525" cy="892206"/>
          </a:xfrm>
          <a:custGeom>
            <a:avLst/>
            <a:gdLst>
              <a:gd name="connsiteX0" fmla="*/ 305377 w 487289"/>
              <a:gd name="connsiteY0" fmla="*/ 79482 h 430660"/>
              <a:gd name="connsiteX1" fmla="*/ 314933 w 487289"/>
              <a:gd name="connsiteY1" fmla="*/ 81560 h 430660"/>
              <a:gd name="connsiteX2" fmla="*/ 314933 w 487289"/>
              <a:gd name="connsiteY2" fmla="*/ 98184 h 430660"/>
              <a:gd name="connsiteX3" fmla="*/ 19112 w 487289"/>
              <a:gd name="connsiteY3" fmla="*/ 427335 h 430660"/>
              <a:gd name="connsiteX4" fmla="*/ 12465 w 487289"/>
              <a:gd name="connsiteY4" fmla="*/ 430660 h 430660"/>
              <a:gd name="connsiteX5" fmla="*/ 2493 w 487289"/>
              <a:gd name="connsiteY5" fmla="*/ 427335 h 430660"/>
              <a:gd name="connsiteX6" fmla="*/ 2493 w 487289"/>
              <a:gd name="connsiteY6" fmla="*/ 414036 h 430660"/>
              <a:gd name="connsiteX7" fmla="*/ 298314 w 487289"/>
              <a:gd name="connsiteY7" fmla="*/ 84885 h 430660"/>
              <a:gd name="connsiteX8" fmla="*/ 305377 w 487289"/>
              <a:gd name="connsiteY8" fmla="*/ 79482 h 430660"/>
              <a:gd name="connsiteX9" fmla="*/ 245926 w 487289"/>
              <a:gd name="connsiteY9" fmla="*/ 35532 h 430660"/>
              <a:gd name="connsiteX10" fmla="*/ 262545 w 487289"/>
              <a:gd name="connsiteY10" fmla="*/ 35532 h 430660"/>
              <a:gd name="connsiteX11" fmla="*/ 262545 w 487289"/>
              <a:gd name="connsiteY11" fmla="*/ 52200 h 430660"/>
              <a:gd name="connsiteX12" fmla="*/ 73087 w 487289"/>
              <a:gd name="connsiteY12" fmla="*/ 262227 h 430660"/>
              <a:gd name="connsiteX13" fmla="*/ 66440 w 487289"/>
              <a:gd name="connsiteY13" fmla="*/ 265561 h 430660"/>
              <a:gd name="connsiteX14" fmla="*/ 56468 w 487289"/>
              <a:gd name="connsiteY14" fmla="*/ 262227 h 430660"/>
              <a:gd name="connsiteX15" fmla="*/ 56468 w 487289"/>
              <a:gd name="connsiteY15" fmla="*/ 245559 h 430660"/>
              <a:gd name="connsiteX16" fmla="*/ 245926 w 487289"/>
              <a:gd name="connsiteY16" fmla="*/ 35532 h 430660"/>
              <a:gd name="connsiteX17" fmla="*/ 475257 w 487289"/>
              <a:gd name="connsiteY17" fmla="*/ 105 h 430660"/>
              <a:gd name="connsiteX18" fmla="*/ 484800 w 487289"/>
              <a:gd name="connsiteY18" fmla="*/ 2181 h 430660"/>
              <a:gd name="connsiteX19" fmla="*/ 484800 w 487289"/>
              <a:gd name="connsiteY19" fmla="*/ 18784 h 430660"/>
              <a:gd name="connsiteX20" fmla="*/ 182742 w 487289"/>
              <a:gd name="connsiteY20" fmla="*/ 357489 h 430660"/>
              <a:gd name="connsiteX21" fmla="*/ 172784 w 487289"/>
              <a:gd name="connsiteY21" fmla="*/ 360810 h 430660"/>
              <a:gd name="connsiteX22" fmla="*/ 166145 w 487289"/>
              <a:gd name="connsiteY22" fmla="*/ 357489 h 430660"/>
              <a:gd name="connsiteX23" fmla="*/ 166145 w 487289"/>
              <a:gd name="connsiteY23" fmla="*/ 340886 h 430660"/>
              <a:gd name="connsiteX24" fmla="*/ 468203 w 487289"/>
              <a:gd name="connsiteY24" fmla="*/ 5501 h 430660"/>
              <a:gd name="connsiteX25" fmla="*/ 475257 w 487289"/>
              <a:gd name="connsiteY25" fmla="*/ 105 h 43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7289" h="430660">
                <a:moveTo>
                  <a:pt x="305377" y="79482"/>
                </a:moveTo>
                <a:cubicBezTo>
                  <a:pt x="308286" y="79066"/>
                  <a:pt x="311609" y="79897"/>
                  <a:pt x="314933" y="81560"/>
                </a:cubicBezTo>
                <a:cubicBezTo>
                  <a:pt x="318257" y="88209"/>
                  <a:pt x="318257" y="94859"/>
                  <a:pt x="314933" y="98184"/>
                </a:cubicBezTo>
                <a:cubicBezTo>
                  <a:pt x="19112" y="427335"/>
                  <a:pt x="19112" y="427335"/>
                  <a:pt x="19112" y="427335"/>
                </a:cubicBezTo>
                <a:cubicBezTo>
                  <a:pt x="19112" y="430660"/>
                  <a:pt x="15788" y="430660"/>
                  <a:pt x="12465" y="430660"/>
                </a:cubicBezTo>
                <a:cubicBezTo>
                  <a:pt x="9141" y="430660"/>
                  <a:pt x="5817" y="430660"/>
                  <a:pt x="2493" y="427335"/>
                </a:cubicBezTo>
                <a:cubicBezTo>
                  <a:pt x="-831" y="424011"/>
                  <a:pt x="-831" y="417361"/>
                  <a:pt x="2493" y="414036"/>
                </a:cubicBezTo>
                <a:cubicBezTo>
                  <a:pt x="298314" y="84885"/>
                  <a:pt x="298314" y="84885"/>
                  <a:pt x="298314" y="84885"/>
                </a:cubicBezTo>
                <a:cubicBezTo>
                  <a:pt x="299976" y="81560"/>
                  <a:pt x="302469" y="79897"/>
                  <a:pt x="305377" y="79482"/>
                </a:cubicBezTo>
                <a:close/>
                <a:moveTo>
                  <a:pt x="245926" y="35532"/>
                </a:moveTo>
                <a:cubicBezTo>
                  <a:pt x="249250" y="32198"/>
                  <a:pt x="255898" y="32198"/>
                  <a:pt x="262545" y="35532"/>
                </a:cubicBezTo>
                <a:cubicBezTo>
                  <a:pt x="265869" y="38865"/>
                  <a:pt x="265869" y="45533"/>
                  <a:pt x="262545" y="52200"/>
                </a:cubicBezTo>
                <a:cubicBezTo>
                  <a:pt x="73087" y="262227"/>
                  <a:pt x="73087" y="262227"/>
                  <a:pt x="73087" y="262227"/>
                </a:cubicBezTo>
                <a:cubicBezTo>
                  <a:pt x="73087" y="262227"/>
                  <a:pt x="69763" y="265561"/>
                  <a:pt x="66440" y="265561"/>
                </a:cubicBezTo>
                <a:cubicBezTo>
                  <a:pt x="63116" y="265561"/>
                  <a:pt x="59792" y="265561"/>
                  <a:pt x="56468" y="262227"/>
                </a:cubicBezTo>
                <a:cubicBezTo>
                  <a:pt x="53144" y="258894"/>
                  <a:pt x="53144" y="252226"/>
                  <a:pt x="56468" y="245559"/>
                </a:cubicBezTo>
                <a:cubicBezTo>
                  <a:pt x="245926" y="35532"/>
                  <a:pt x="245926" y="35532"/>
                  <a:pt x="245926" y="35532"/>
                </a:cubicBezTo>
                <a:close/>
                <a:moveTo>
                  <a:pt x="475257" y="105"/>
                </a:moveTo>
                <a:cubicBezTo>
                  <a:pt x="478161" y="-310"/>
                  <a:pt x="481480" y="520"/>
                  <a:pt x="484800" y="2181"/>
                </a:cubicBezTo>
                <a:cubicBezTo>
                  <a:pt x="488119" y="8822"/>
                  <a:pt x="488119" y="15463"/>
                  <a:pt x="484800" y="18784"/>
                </a:cubicBezTo>
                <a:cubicBezTo>
                  <a:pt x="182742" y="357489"/>
                  <a:pt x="182742" y="357489"/>
                  <a:pt x="182742" y="357489"/>
                </a:cubicBezTo>
                <a:cubicBezTo>
                  <a:pt x="179422" y="360810"/>
                  <a:pt x="176103" y="360810"/>
                  <a:pt x="172784" y="360810"/>
                </a:cubicBezTo>
                <a:cubicBezTo>
                  <a:pt x="169464" y="360810"/>
                  <a:pt x="169464" y="360810"/>
                  <a:pt x="166145" y="357489"/>
                </a:cubicBezTo>
                <a:cubicBezTo>
                  <a:pt x="162826" y="354169"/>
                  <a:pt x="159506" y="347528"/>
                  <a:pt x="166145" y="340886"/>
                </a:cubicBezTo>
                <a:cubicBezTo>
                  <a:pt x="468203" y="5501"/>
                  <a:pt x="468203" y="5501"/>
                  <a:pt x="468203" y="5501"/>
                </a:cubicBezTo>
                <a:cubicBezTo>
                  <a:pt x="469863" y="2181"/>
                  <a:pt x="472353" y="520"/>
                  <a:pt x="475257" y="105"/>
                </a:cubicBez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28AE1F5-3908-FB49-0007-65956573B45C}"/>
              </a:ext>
            </a:extLst>
          </p:cNvPr>
          <p:cNvSpPr>
            <a:spLocks/>
          </p:cNvSpPr>
          <p:nvPr/>
        </p:nvSpPr>
        <p:spPr bwMode="auto">
          <a:xfrm>
            <a:off x="363226" y="2005997"/>
            <a:ext cx="1947658" cy="1721314"/>
          </a:xfrm>
          <a:custGeom>
            <a:avLst/>
            <a:gdLst>
              <a:gd name="connsiteX0" fmla="*/ 305377 w 487289"/>
              <a:gd name="connsiteY0" fmla="*/ 79482 h 430660"/>
              <a:gd name="connsiteX1" fmla="*/ 314933 w 487289"/>
              <a:gd name="connsiteY1" fmla="*/ 81560 h 430660"/>
              <a:gd name="connsiteX2" fmla="*/ 314933 w 487289"/>
              <a:gd name="connsiteY2" fmla="*/ 98184 h 430660"/>
              <a:gd name="connsiteX3" fmla="*/ 19112 w 487289"/>
              <a:gd name="connsiteY3" fmla="*/ 427335 h 430660"/>
              <a:gd name="connsiteX4" fmla="*/ 12465 w 487289"/>
              <a:gd name="connsiteY4" fmla="*/ 430660 h 430660"/>
              <a:gd name="connsiteX5" fmla="*/ 2493 w 487289"/>
              <a:gd name="connsiteY5" fmla="*/ 427335 h 430660"/>
              <a:gd name="connsiteX6" fmla="*/ 2493 w 487289"/>
              <a:gd name="connsiteY6" fmla="*/ 414036 h 430660"/>
              <a:gd name="connsiteX7" fmla="*/ 298314 w 487289"/>
              <a:gd name="connsiteY7" fmla="*/ 84885 h 430660"/>
              <a:gd name="connsiteX8" fmla="*/ 305377 w 487289"/>
              <a:gd name="connsiteY8" fmla="*/ 79482 h 430660"/>
              <a:gd name="connsiteX9" fmla="*/ 245926 w 487289"/>
              <a:gd name="connsiteY9" fmla="*/ 35532 h 430660"/>
              <a:gd name="connsiteX10" fmla="*/ 262545 w 487289"/>
              <a:gd name="connsiteY10" fmla="*/ 35532 h 430660"/>
              <a:gd name="connsiteX11" fmla="*/ 262545 w 487289"/>
              <a:gd name="connsiteY11" fmla="*/ 52200 h 430660"/>
              <a:gd name="connsiteX12" fmla="*/ 73087 w 487289"/>
              <a:gd name="connsiteY12" fmla="*/ 262227 h 430660"/>
              <a:gd name="connsiteX13" fmla="*/ 66440 w 487289"/>
              <a:gd name="connsiteY13" fmla="*/ 265561 h 430660"/>
              <a:gd name="connsiteX14" fmla="*/ 56468 w 487289"/>
              <a:gd name="connsiteY14" fmla="*/ 262227 h 430660"/>
              <a:gd name="connsiteX15" fmla="*/ 56468 w 487289"/>
              <a:gd name="connsiteY15" fmla="*/ 245559 h 430660"/>
              <a:gd name="connsiteX16" fmla="*/ 245926 w 487289"/>
              <a:gd name="connsiteY16" fmla="*/ 35532 h 430660"/>
              <a:gd name="connsiteX17" fmla="*/ 475257 w 487289"/>
              <a:gd name="connsiteY17" fmla="*/ 105 h 430660"/>
              <a:gd name="connsiteX18" fmla="*/ 484800 w 487289"/>
              <a:gd name="connsiteY18" fmla="*/ 2181 h 430660"/>
              <a:gd name="connsiteX19" fmla="*/ 484800 w 487289"/>
              <a:gd name="connsiteY19" fmla="*/ 18784 h 430660"/>
              <a:gd name="connsiteX20" fmla="*/ 182742 w 487289"/>
              <a:gd name="connsiteY20" fmla="*/ 357489 h 430660"/>
              <a:gd name="connsiteX21" fmla="*/ 172784 w 487289"/>
              <a:gd name="connsiteY21" fmla="*/ 360810 h 430660"/>
              <a:gd name="connsiteX22" fmla="*/ 166145 w 487289"/>
              <a:gd name="connsiteY22" fmla="*/ 357489 h 430660"/>
              <a:gd name="connsiteX23" fmla="*/ 166145 w 487289"/>
              <a:gd name="connsiteY23" fmla="*/ 340886 h 430660"/>
              <a:gd name="connsiteX24" fmla="*/ 468203 w 487289"/>
              <a:gd name="connsiteY24" fmla="*/ 5501 h 430660"/>
              <a:gd name="connsiteX25" fmla="*/ 475257 w 487289"/>
              <a:gd name="connsiteY25" fmla="*/ 105 h 43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7289" h="430660">
                <a:moveTo>
                  <a:pt x="305377" y="79482"/>
                </a:moveTo>
                <a:cubicBezTo>
                  <a:pt x="308286" y="79066"/>
                  <a:pt x="311609" y="79897"/>
                  <a:pt x="314933" y="81560"/>
                </a:cubicBezTo>
                <a:cubicBezTo>
                  <a:pt x="318257" y="88209"/>
                  <a:pt x="318257" y="94859"/>
                  <a:pt x="314933" y="98184"/>
                </a:cubicBezTo>
                <a:cubicBezTo>
                  <a:pt x="19112" y="427335"/>
                  <a:pt x="19112" y="427335"/>
                  <a:pt x="19112" y="427335"/>
                </a:cubicBezTo>
                <a:cubicBezTo>
                  <a:pt x="19112" y="430660"/>
                  <a:pt x="15788" y="430660"/>
                  <a:pt x="12465" y="430660"/>
                </a:cubicBezTo>
                <a:cubicBezTo>
                  <a:pt x="9141" y="430660"/>
                  <a:pt x="5817" y="430660"/>
                  <a:pt x="2493" y="427335"/>
                </a:cubicBezTo>
                <a:cubicBezTo>
                  <a:pt x="-831" y="424011"/>
                  <a:pt x="-831" y="417361"/>
                  <a:pt x="2493" y="414036"/>
                </a:cubicBezTo>
                <a:cubicBezTo>
                  <a:pt x="298314" y="84885"/>
                  <a:pt x="298314" y="84885"/>
                  <a:pt x="298314" y="84885"/>
                </a:cubicBezTo>
                <a:cubicBezTo>
                  <a:pt x="299976" y="81560"/>
                  <a:pt x="302469" y="79897"/>
                  <a:pt x="305377" y="79482"/>
                </a:cubicBezTo>
                <a:close/>
                <a:moveTo>
                  <a:pt x="245926" y="35532"/>
                </a:moveTo>
                <a:cubicBezTo>
                  <a:pt x="249250" y="32198"/>
                  <a:pt x="255898" y="32198"/>
                  <a:pt x="262545" y="35532"/>
                </a:cubicBezTo>
                <a:cubicBezTo>
                  <a:pt x="265869" y="38865"/>
                  <a:pt x="265869" y="45533"/>
                  <a:pt x="262545" y="52200"/>
                </a:cubicBezTo>
                <a:cubicBezTo>
                  <a:pt x="73087" y="262227"/>
                  <a:pt x="73087" y="262227"/>
                  <a:pt x="73087" y="262227"/>
                </a:cubicBezTo>
                <a:cubicBezTo>
                  <a:pt x="73087" y="262227"/>
                  <a:pt x="69763" y="265561"/>
                  <a:pt x="66440" y="265561"/>
                </a:cubicBezTo>
                <a:cubicBezTo>
                  <a:pt x="63116" y="265561"/>
                  <a:pt x="59792" y="265561"/>
                  <a:pt x="56468" y="262227"/>
                </a:cubicBezTo>
                <a:cubicBezTo>
                  <a:pt x="53144" y="258894"/>
                  <a:pt x="53144" y="252226"/>
                  <a:pt x="56468" y="245559"/>
                </a:cubicBezTo>
                <a:cubicBezTo>
                  <a:pt x="245926" y="35532"/>
                  <a:pt x="245926" y="35532"/>
                  <a:pt x="245926" y="35532"/>
                </a:cubicBezTo>
                <a:close/>
                <a:moveTo>
                  <a:pt x="475257" y="105"/>
                </a:moveTo>
                <a:cubicBezTo>
                  <a:pt x="478161" y="-310"/>
                  <a:pt x="481480" y="520"/>
                  <a:pt x="484800" y="2181"/>
                </a:cubicBezTo>
                <a:cubicBezTo>
                  <a:pt x="488119" y="8822"/>
                  <a:pt x="488119" y="15463"/>
                  <a:pt x="484800" y="18784"/>
                </a:cubicBezTo>
                <a:cubicBezTo>
                  <a:pt x="182742" y="357489"/>
                  <a:pt x="182742" y="357489"/>
                  <a:pt x="182742" y="357489"/>
                </a:cubicBezTo>
                <a:cubicBezTo>
                  <a:pt x="179422" y="360810"/>
                  <a:pt x="176103" y="360810"/>
                  <a:pt x="172784" y="360810"/>
                </a:cubicBezTo>
                <a:cubicBezTo>
                  <a:pt x="169464" y="360810"/>
                  <a:pt x="169464" y="360810"/>
                  <a:pt x="166145" y="357489"/>
                </a:cubicBezTo>
                <a:cubicBezTo>
                  <a:pt x="162826" y="354169"/>
                  <a:pt x="159506" y="347528"/>
                  <a:pt x="166145" y="340886"/>
                </a:cubicBezTo>
                <a:cubicBezTo>
                  <a:pt x="468203" y="5501"/>
                  <a:pt x="468203" y="5501"/>
                  <a:pt x="468203" y="5501"/>
                </a:cubicBezTo>
                <a:cubicBezTo>
                  <a:pt x="469863" y="2181"/>
                  <a:pt x="472353" y="520"/>
                  <a:pt x="475257" y="1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5E3CA1-7E86-E91A-C233-CB1151F0F154}"/>
              </a:ext>
            </a:extLst>
          </p:cNvPr>
          <p:cNvSpPr>
            <a:spLocks/>
          </p:cNvSpPr>
          <p:nvPr/>
        </p:nvSpPr>
        <p:spPr bwMode="auto">
          <a:xfrm>
            <a:off x="10879332" y="-307176"/>
            <a:ext cx="1126527" cy="1651996"/>
          </a:xfrm>
          <a:custGeom>
            <a:avLst/>
            <a:gdLst>
              <a:gd name="connsiteX0" fmla="*/ 206149 w 258680"/>
              <a:gd name="connsiteY0" fmla="*/ 120719 h 379341"/>
              <a:gd name="connsiteX1" fmla="*/ 222841 w 258680"/>
              <a:gd name="connsiteY1" fmla="*/ 120719 h 379341"/>
              <a:gd name="connsiteX2" fmla="*/ 222841 w 258680"/>
              <a:gd name="connsiteY2" fmla="*/ 137297 h 379341"/>
              <a:gd name="connsiteX3" fmla="*/ 19197 w 258680"/>
              <a:gd name="connsiteY3" fmla="*/ 376025 h 379341"/>
              <a:gd name="connsiteX4" fmla="*/ 12520 w 258680"/>
              <a:gd name="connsiteY4" fmla="*/ 379341 h 379341"/>
              <a:gd name="connsiteX5" fmla="*/ 2505 w 258680"/>
              <a:gd name="connsiteY5" fmla="*/ 379341 h 379341"/>
              <a:gd name="connsiteX6" fmla="*/ 2505 w 258680"/>
              <a:gd name="connsiteY6" fmla="*/ 362763 h 379341"/>
              <a:gd name="connsiteX7" fmla="*/ 206149 w 258680"/>
              <a:gd name="connsiteY7" fmla="*/ 120719 h 379341"/>
              <a:gd name="connsiteX8" fmla="*/ 146628 w 258680"/>
              <a:gd name="connsiteY8" fmla="*/ 54056 h 379341"/>
              <a:gd name="connsiteX9" fmla="*/ 146628 w 258680"/>
              <a:gd name="connsiteY9" fmla="*/ 70694 h 379341"/>
              <a:gd name="connsiteX10" fmla="*/ 19275 w 258680"/>
              <a:gd name="connsiteY10" fmla="*/ 220438 h 379341"/>
              <a:gd name="connsiteX11" fmla="*/ 12572 w 258680"/>
              <a:gd name="connsiteY11" fmla="*/ 223766 h 379341"/>
              <a:gd name="connsiteX12" fmla="*/ 2518 w 258680"/>
              <a:gd name="connsiteY12" fmla="*/ 223766 h 379341"/>
              <a:gd name="connsiteX13" fmla="*/ 2518 w 258680"/>
              <a:gd name="connsiteY13" fmla="*/ 207128 h 379341"/>
              <a:gd name="connsiteX14" fmla="*/ 129871 w 258680"/>
              <a:gd name="connsiteY14" fmla="*/ 57383 h 379341"/>
              <a:gd name="connsiteX15" fmla="*/ 146628 w 258680"/>
              <a:gd name="connsiteY15" fmla="*/ 54056 h 379341"/>
              <a:gd name="connsiteX16" fmla="*/ 239471 w 258680"/>
              <a:gd name="connsiteY16" fmla="*/ 4976 h 379341"/>
              <a:gd name="connsiteX17" fmla="*/ 256175 w 258680"/>
              <a:gd name="connsiteY17" fmla="*/ 4976 h 379341"/>
              <a:gd name="connsiteX18" fmla="*/ 256175 w 258680"/>
              <a:gd name="connsiteY18" fmla="*/ 18246 h 379341"/>
              <a:gd name="connsiteX19" fmla="*/ 59064 w 258680"/>
              <a:gd name="connsiteY19" fmla="*/ 253787 h 379341"/>
              <a:gd name="connsiteX20" fmla="*/ 49042 w 258680"/>
              <a:gd name="connsiteY20" fmla="*/ 257104 h 379341"/>
              <a:gd name="connsiteX21" fmla="*/ 42360 w 258680"/>
              <a:gd name="connsiteY21" fmla="*/ 253787 h 379341"/>
              <a:gd name="connsiteX22" fmla="*/ 42360 w 258680"/>
              <a:gd name="connsiteY22" fmla="*/ 240517 h 379341"/>
              <a:gd name="connsiteX23" fmla="*/ 239471 w 258680"/>
              <a:gd name="connsiteY23" fmla="*/ 4976 h 379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8680" h="379341">
                <a:moveTo>
                  <a:pt x="206149" y="120719"/>
                </a:moveTo>
                <a:cubicBezTo>
                  <a:pt x="209487" y="117403"/>
                  <a:pt x="216164" y="117403"/>
                  <a:pt x="222841" y="120719"/>
                </a:cubicBezTo>
                <a:cubicBezTo>
                  <a:pt x="226179" y="124034"/>
                  <a:pt x="226179" y="130666"/>
                  <a:pt x="222841" y="137297"/>
                </a:cubicBezTo>
                <a:cubicBezTo>
                  <a:pt x="19197" y="376025"/>
                  <a:pt x="19197" y="376025"/>
                  <a:pt x="19197" y="376025"/>
                </a:cubicBezTo>
                <a:cubicBezTo>
                  <a:pt x="19197" y="379341"/>
                  <a:pt x="15858" y="379341"/>
                  <a:pt x="12520" y="379341"/>
                </a:cubicBezTo>
                <a:cubicBezTo>
                  <a:pt x="9182" y="379341"/>
                  <a:pt x="5843" y="379341"/>
                  <a:pt x="2505" y="379341"/>
                </a:cubicBezTo>
                <a:cubicBezTo>
                  <a:pt x="-834" y="372710"/>
                  <a:pt x="-834" y="366078"/>
                  <a:pt x="2505" y="362763"/>
                </a:cubicBezTo>
                <a:cubicBezTo>
                  <a:pt x="206149" y="120719"/>
                  <a:pt x="206149" y="120719"/>
                  <a:pt x="206149" y="120719"/>
                </a:cubicBezTo>
                <a:close/>
                <a:moveTo>
                  <a:pt x="146628" y="54056"/>
                </a:moveTo>
                <a:cubicBezTo>
                  <a:pt x="149979" y="60711"/>
                  <a:pt x="149979" y="67366"/>
                  <a:pt x="146628" y="70694"/>
                </a:cubicBezTo>
                <a:cubicBezTo>
                  <a:pt x="19275" y="220438"/>
                  <a:pt x="19275" y="220438"/>
                  <a:pt x="19275" y="220438"/>
                </a:cubicBezTo>
                <a:cubicBezTo>
                  <a:pt x="19275" y="223766"/>
                  <a:pt x="15923" y="223766"/>
                  <a:pt x="12572" y="223766"/>
                </a:cubicBezTo>
                <a:cubicBezTo>
                  <a:pt x="9220" y="223766"/>
                  <a:pt x="5869" y="223766"/>
                  <a:pt x="2518" y="223766"/>
                </a:cubicBezTo>
                <a:cubicBezTo>
                  <a:pt x="-834" y="217111"/>
                  <a:pt x="-834" y="210455"/>
                  <a:pt x="2518" y="207128"/>
                </a:cubicBezTo>
                <a:cubicBezTo>
                  <a:pt x="129871" y="57383"/>
                  <a:pt x="129871" y="57383"/>
                  <a:pt x="129871" y="57383"/>
                </a:cubicBezTo>
                <a:cubicBezTo>
                  <a:pt x="133222" y="50728"/>
                  <a:pt x="139925" y="50728"/>
                  <a:pt x="146628" y="54056"/>
                </a:cubicBezTo>
                <a:close/>
                <a:moveTo>
                  <a:pt x="239471" y="4976"/>
                </a:moveTo>
                <a:cubicBezTo>
                  <a:pt x="242812" y="-1659"/>
                  <a:pt x="249494" y="-1659"/>
                  <a:pt x="256175" y="4976"/>
                </a:cubicBezTo>
                <a:cubicBezTo>
                  <a:pt x="259516" y="8293"/>
                  <a:pt x="259516" y="14928"/>
                  <a:pt x="256175" y="18246"/>
                </a:cubicBezTo>
                <a:cubicBezTo>
                  <a:pt x="59064" y="253787"/>
                  <a:pt x="59064" y="253787"/>
                  <a:pt x="59064" y="253787"/>
                </a:cubicBezTo>
                <a:cubicBezTo>
                  <a:pt x="55723" y="257104"/>
                  <a:pt x="52383" y="257104"/>
                  <a:pt x="49042" y="257104"/>
                </a:cubicBezTo>
                <a:cubicBezTo>
                  <a:pt x="45701" y="257104"/>
                  <a:pt x="45701" y="257104"/>
                  <a:pt x="42360" y="253787"/>
                </a:cubicBezTo>
                <a:cubicBezTo>
                  <a:pt x="39019" y="250469"/>
                  <a:pt x="35678" y="243834"/>
                  <a:pt x="42360" y="240517"/>
                </a:cubicBezTo>
                <a:cubicBezTo>
                  <a:pt x="239471" y="4976"/>
                  <a:pt x="239471" y="4976"/>
                  <a:pt x="239471" y="497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4EF8A-54F9-39EA-CEC8-9FCA27F3B359}"/>
              </a:ext>
            </a:extLst>
          </p:cNvPr>
          <p:cNvSpPr txBox="1"/>
          <p:nvPr/>
        </p:nvSpPr>
        <p:spPr>
          <a:xfrm>
            <a:off x="4205787" y="4421412"/>
            <a:ext cx="377699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 spc="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Educated Presentation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EF8DC-8C77-9490-944B-54F6248DC4AB}"/>
              </a:ext>
            </a:extLst>
          </p:cNvPr>
          <p:cNvSpPr txBox="1"/>
          <p:nvPr/>
        </p:nvSpPr>
        <p:spPr>
          <a:xfrm>
            <a:off x="2750261" y="3136081"/>
            <a:ext cx="668804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8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edu</a:t>
            </a:r>
            <a:r>
              <a:rPr lang="en-US" sz="9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4A12C4-292C-F9FF-8F38-3C3703F24EC9}"/>
              </a:ext>
            </a:extLst>
          </p:cNvPr>
          <p:cNvGrpSpPr/>
          <p:nvPr/>
        </p:nvGrpSpPr>
        <p:grpSpPr>
          <a:xfrm>
            <a:off x="5339292" y="1889779"/>
            <a:ext cx="1509986" cy="1148060"/>
            <a:chOff x="2700687" y="2890067"/>
            <a:chExt cx="953268" cy="724781"/>
          </a:xfrm>
          <a:solidFill>
            <a:schemeClr val="bg1"/>
          </a:solidFill>
        </p:grpSpPr>
        <p:sp>
          <p:nvSpPr>
            <p:cNvPr id="18" name="Freeform 57">
              <a:extLst>
                <a:ext uri="{FF2B5EF4-FFF2-40B4-BE49-F238E27FC236}">
                  <a16:creationId xmlns:a16="http://schemas.microsoft.com/office/drawing/2014/main" id="{581127C5-C5F0-49E3-E939-DA2011BE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687" y="2890067"/>
              <a:ext cx="916070" cy="411276"/>
            </a:xfrm>
            <a:custGeom>
              <a:avLst/>
              <a:gdLst>
                <a:gd name="T0" fmla="*/ 427 w 862"/>
                <a:gd name="T1" fmla="*/ 387 h 387"/>
                <a:gd name="T2" fmla="*/ 0 w 862"/>
                <a:gd name="T3" fmla="*/ 194 h 387"/>
                <a:gd name="T4" fmla="*/ 439 w 862"/>
                <a:gd name="T5" fmla="*/ 0 h 387"/>
                <a:gd name="T6" fmla="*/ 862 w 862"/>
                <a:gd name="T7" fmla="*/ 189 h 387"/>
                <a:gd name="T8" fmla="*/ 427 w 862"/>
                <a:gd name="T9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387">
                  <a:moveTo>
                    <a:pt x="427" y="387"/>
                  </a:moveTo>
                  <a:lnTo>
                    <a:pt x="0" y="194"/>
                  </a:lnTo>
                  <a:lnTo>
                    <a:pt x="439" y="0"/>
                  </a:lnTo>
                  <a:lnTo>
                    <a:pt x="862" y="189"/>
                  </a:lnTo>
                  <a:lnTo>
                    <a:pt x="427" y="3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58">
              <a:extLst>
                <a:ext uri="{FF2B5EF4-FFF2-40B4-BE49-F238E27FC236}">
                  <a16:creationId xmlns:a16="http://schemas.microsoft.com/office/drawing/2014/main" id="{E3992C67-4AE9-6D9D-58A4-BBD127672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437" y="3083483"/>
              <a:ext cx="28694" cy="30181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59">
              <a:extLst>
                <a:ext uri="{FF2B5EF4-FFF2-40B4-BE49-F238E27FC236}">
                  <a16:creationId xmlns:a16="http://schemas.microsoft.com/office/drawing/2014/main" id="{485BA6ED-27BD-2562-4769-F9130CBC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681" y="3350228"/>
              <a:ext cx="90332" cy="9033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0">
              <a:extLst>
                <a:ext uri="{FF2B5EF4-FFF2-40B4-BE49-F238E27FC236}">
                  <a16:creationId xmlns:a16="http://schemas.microsoft.com/office/drawing/2014/main" id="{FB96EE84-D25B-F6E3-2DD4-26434996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991" y="3399114"/>
              <a:ext cx="68015" cy="204044"/>
            </a:xfrm>
            <a:custGeom>
              <a:avLst/>
              <a:gdLst>
                <a:gd name="T0" fmla="*/ 26 w 47"/>
                <a:gd name="T1" fmla="*/ 9 h 142"/>
                <a:gd name="T2" fmla="*/ 10 w 47"/>
                <a:gd name="T3" fmla="*/ 142 h 142"/>
                <a:gd name="T4" fmla="*/ 47 w 47"/>
                <a:gd name="T5" fmla="*/ 142 h 142"/>
                <a:gd name="T6" fmla="*/ 47 w 47"/>
                <a:gd name="T7" fmla="*/ 0 h 142"/>
                <a:gd name="T8" fmla="*/ 26 w 47"/>
                <a:gd name="T9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42">
                  <a:moveTo>
                    <a:pt x="26" y="9"/>
                  </a:moveTo>
                  <a:cubicBezTo>
                    <a:pt x="26" y="9"/>
                    <a:pt x="0" y="59"/>
                    <a:pt x="10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26" y="13"/>
                    <a:pt x="2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1">
              <a:extLst>
                <a:ext uri="{FF2B5EF4-FFF2-40B4-BE49-F238E27FC236}">
                  <a16:creationId xmlns:a16="http://schemas.microsoft.com/office/drawing/2014/main" id="{BCE0D432-40DD-DC0C-F8DE-8475513C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877" y="3399114"/>
              <a:ext cx="69078" cy="204044"/>
            </a:xfrm>
            <a:custGeom>
              <a:avLst/>
              <a:gdLst>
                <a:gd name="T0" fmla="*/ 22 w 48"/>
                <a:gd name="T1" fmla="*/ 9 h 142"/>
                <a:gd name="T2" fmla="*/ 38 w 48"/>
                <a:gd name="T3" fmla="*/ 142 h 142"/>
                <a:gd name="T4" fmla="*/ 0 w 48"/>
                <a:gd name="T5" fmla="*/ 142 h 142"/>
                <a:gd name="T6" fmla="*/ 0 w 48"/>
                <a:gd name="T7" fmla="*/ 0 h 142"/>
                <a:gd name="T8" fmla="*/ 22 w 48"/>
                <a:gd name="T9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42">
                  <a:moveTo>
                    <a:pt x="22" y="9"/>
                  </a:moveTo>
                  <a:cubicBezTo>
                    <a:pt x="22" y="9"/>
                    <a:pt x="48" y="59"/>
                    <a:pt x="38" y="142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2" y="13"/>
                    <a:pt x="2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62">
              <a:extLst>
                <a:ext uri="{FF2B5EF4-FFF2-40B4-BE49-F238E27FC236}">
                  <a16:creationId xmlns:a16="http://schemas.microsoft.com/office/drawing/2014/main" id="{22EF7773-735F-41B5-3276-C6D5BBD5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351" y="3218450"/>
              <a:ext cx="531364" cy="396398"/>
            </a:xfrm>
            <a:custGeom>
              <a:avLst/>
              <a:gdLst>
                <a:gd name="T0" fmla="*/ 370 w 370"/>
                <a:gd name="T1" fmla="*/ 0 h 276"/>
                <a:gd name="T2" fmla="*/ 185 w 370"/>
                <a:gd name="T3" fmla="*/ 87 h 276"/>
                <a:gd name="T4" fmla="*/ 0 w 370"/>
                <a:gd name="T5" fmla="*/ 0 h 276"/>
                <a:gd name="T6" fmla="*/ 0 w 370"/>
                <a:gd name="T7" fmla="*/ 213 h 276"/>
                <a:gd name="T8" fmla="*/ 180 w 370"/>
                <a:gd name="T9" fmla="*/ 276 h 276"/>
                <a:gd name="T10" fmla="*/ 180 w 370"/>
                <a:gd name="T11" fmla="*/ 276 h 276"/>
                <a:gd name="T12" fmla="*/ 185 w 370"/>
                <a:gd name="T13" fmla="*/ 276 h 276"/>
                <a:gd name="T14" fmla="*/ 190 w 370"/>
                <a:gd name="T15" fmla="*/ 276 h 276"/>
                <a:gd name="T16" fmla="*/ 190 w 370"/>
                <a:gd name="T17" fmla="*/ 276 h 276"/>
                <a:gd name="T18" fmla="*/ 370 w 370"/>
                <a:gd name="T19" fmla="*/ 213 h 276"/>
                <a:gd name="T20" fmla="*/ 370 w 370"/>
                <a:gd name="T21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0" h="276">
                  <a:moveTo>
                    <a:pt x="370" y="0"/>
                  </a:moveTo>
                  <a:cubicBezTo>
                    <a:pt x="370" y="1"/>
                    <a:pt x="215" y="73"/>
                    <a:pt x="185" y="87"/>
                  </a:cubicBezTo>
                  <a:cubicBezTo>
                    <a:pt x="155" y="73"/>
                    <a:pt x="0" y="1"/>
                    <a:pt x="0" y="0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50" y="266"/>
                    <a:pt x="149" y="274"/>
                    <a:pt x="180" y="276"/>
                  </a:cubicBezTo>
                  <a:cubicBezTo>
                    <a:pt x="180" y="276"/>
                    <a:pt x="180" y="276"/>
                    <a:pt x="180" y="276"/>
                  </a:cubicBezTo>
                  <a:cubicBezTo>
                    <a:pt x="180" y="276"/>
                    <a:pt x="182" y="276"/>
                    <a:pt x="185" y="276"/>
                  </a:cubicBezTo>
                  <a:cubicBezTo>
                    <a:pt x="188" y="276"/>
                    <a:pt x="190" y="276"/>
                    <a:pt x="190" y="276"/>
                  </a:cubicBezTo>
                  <a:cubicBezTo>
                    <a:pt x="190" y="276"/>
                    <a:pt x="190" y="276"/>
                    <a:pt x="190" y="276"/>
                  </a:cubicBezTo>
                  <a:cubicBezTo>
                    <a:pt x="222" y="274"/>
                    <a:pt x="320" y="266"/>
                    <a:pt x="370" y="213"/>
                  </a:cubicBezTo>
                  <a:lnTo>
                    <a:pt x="3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283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CD929F-DA55-E8A9-E9E9-0CEAD62AE1C1}"/>
              </a:ext>
            </a:extLst>
          </p:cNvPr>
          <p:cNvSpPr/>
          <p:nvPr/>
        </p:nvSpPr>
        <p:spPr>
          <a:xfrm>
            <a:off x="1123950" y="1123950"/>
            <a:ext cx="9944100" cy="461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DF6C73-B151-BF00-9251-211E9D30436D}"/>
              </a:ext>
            </a:extLst>
          </p:cNvPr>
          <p:cNvSpPr txBox="1"/>
          <p:nvPr/>
        </p:nvSpPr>
        <p:spPr>
          <a:xfrm>
            <a:off x="2224588" y="2411413"/>
            <a:ext cx="7742824" cy="20351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dirty="0">
                <a:solidFill>
                  <a:schemeClr val="bg1"/>
                </a:solidFill>
                <a:latin typeface="Poppins "/>
                <a:cs typeface="Poppins SemiBold" panose="00000700000000000000" pitchFamily="2" charset="0"/>
              </a:rPr>
              <a:t>Welcome Our </a:t>
            </a:r>
          </a:p>
          <a:p>
            <a:pPr algn="ctr">
              <a:lnSpc>
                <a:spcPts val="5000"/>
              </a:lnSpc>
            </a:pPr>
            <a:r>
              <a:rPr lang="en-US" sz="50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Educated Presentation </a:t>
            </a:r>
          </a:p>
          <a:p>
            <a:pPr algn="ctr">
              <a:lnSpc>
                <a:spcPts val="5000"/>
              </a:lnSpc>
            </a:pPr>
            <a:r>
              <a:rPr lang="en-US" sz="50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Template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64F218-B2ED-1236-890A-27D7570B51CA}"/>
              </a:ext>
            </a:extLst>
          </p:cNvPr>
          <p:cNvSpPr txBox="1"/>
          <p:nvPr/>
        </p:nvSpPr>
        <p:spPr>
          <a:xfrm>
            <a:off x="4485624" y="5088830"/>
            <a:ext cx="3220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spc="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www.educated.com</a:t>
            </a:r>
          </a:p>
        </p:txBody>
      </p:sp>
    </p:spTree>
    <p:extLst>
      <p:ext uri="{BB962C8B-B14F-4D97-AF65-F5344CB8AC3E}">
        <p14:creationId xmlns:p14="http://schemas.microsoft.com/office/powerpoint/2010/main" val="154862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BA2865A-7BCF-4D2F-6CC1-BFA6E20BA2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39" y="773113"/>
            <a:ext cx="4576261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Educated is a Why To success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In life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8064EA-3ED8-268E-BA31-742C1053F49F}"/>
              </a:ext>
            </a:extLst>
          </p:cNvPr>
          <p:cNvSpPr/>
          <p:nvPr/>
        </p:nvSpPr>
        <p:spPr>
          <a:xfrm>
            <a:off x="7137040" y="3070860"/>
            <a:ext cx="135471" cy="37871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AD97CF-E19D-C7EC-8051-7AC22443F6D2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text printing and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 explain to you how all this sit.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C803A-B154-4EB4-7C6A-C5EFA8B34908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There are many variations of passage of Lorem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Ipsum form injected humor randomized words which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EBFC6-46EA-9E09-CCF8-8E9934DC996B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The best Expert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Details for Your company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0DACE4-EF59-C7AD-1F46-8F8053CEA428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9B44DD-15FA-A815-5DBC-204DC9CA33C7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127992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061CF3-28F6-8B77-21BF-2BC121F1B9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862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About Us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74922-2F33-4AB8-B635-2DF894E9E63A}"/>
              </a:ext>
            </a:extLst>
          </p:cNvPr>
          <p:cNvSpPr txBox="1"/>
          <p:nvPr/>
        </p:nvSpPr>
        <p:spPr>
          <a:xfrm>
            <a:off x="1458760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CC6F1-1FB9-5FDE-DD2F-DB4A90F7A59E}"/>
              </a:ext>
            </a:extLst>
          </p:cNvPr>
          <p:cNvSpPr txBox="1"/>
          <p:nvPr/>
        </p:nvSpPr>
        <p:spPr>
          <a:xfrm>
            <a:off x="1458761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C9BB59-A602-5189-40CC-8738FB1682CF}"/>
              </a:ext>
            </a:extLst>
          </p:cNvPr>
          <p:cNvSpPr txBox="1"/>
          <p:nvPr/>
        </p:nvSpPr>
        <p:spPr>
          <a:xfrm>
            <a:off x="4752846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18074-8735-CA6D-3E57-F48D8E0E2292}"/>
              </a:ext>
            </a:extLst>
          </p:cNvPr>
          <p:cNvSpPr txBox="1"/>
          <p:nvPr/>
        </p:nvSpPr>
        <p:spPr>
          <a:xfrm>
            <a:off x="4762372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9415F2-49D5-9719-556F-BB0C5E79FC83}"/>
              </a:ext>
            </a:extLst>
          </p:cNvPr>
          <p:cNvSpPr txBox="1"/>
          <p:nvPr/>
        </p:nvSpPr>
        <p:spPr>
          <a:xfrm>
            <a:off x="1458760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7B5EE1-7703-8D6C-E07C-CF9E972FBFA8}"/>
              </a:ext>
            </a:extLst>
          </p:cNvPr>
          <p:cNvSpPr txBox="1"/>
          <p:nvPr/>
        </p:nvSpPr>
        <p:spPr>
          <a:xfrm>
            <a:off x="1458761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8E1FE5-C5D9-F1E5-3B61-576CA908F1E6}"/>
              </a:ext>
            </a:extLst>
          </p:cNvPr>
          <p:cNvSpPr txBox="1"/>
          <p:nvPr/>
        </p:nvSpPr>
        <p:spPr>
          <a:xfrm>
            <a:off x="4752846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E3E04B-DCFD-C35F-1CAD-2F15330D4E31}"/>
              </a:ext>
            </a:extLst>
          </p:cNvPr>
          <p:cNvSpPr txBox="1"/>
          <p:nvPr/>
        </p:nvSpPr>
        <p:spPr>
          <a:xfrm>
            <a:off x="4752847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32" name="Shape 2778">
            <a:extLst>
              <a:ext uri="{FF2B5EF4-FFF2-40B4-BE49-F238E27FC236}">
                <a16:creationId xmlns:a16="http://schemas.microsoft.com/office/drawing/2014/main" id="{27ED27AF-7113-3841-2EB3-06BD3628B679}"/>
              </a:ext>
            </a:extLst>
          </p:cNvPr>
          <p:cNvSpPr/>
          <p:nvPr/>
        </p:nvSpPr>
        <p:spPr>
          <a:xfrm>
            <a:off x="1014423" y="4851789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481" y="12956"/>
                </a:moveTo>
                <a:cubicBezTo>
                  <a:pt x="17070" y="12258"/>
                  <a:pt x="16576" y="11533"/>
                  <a:pt x="16011" y="10795"/>
                </a:cubicBezTo>
                <a:cubicBezTo>
                  <a:pt x="16573" y="10063"/>
                  <a:pt x="17072" y="9339"/>
                  <a:pt x="17481" y="8644"/>
                </a:cubicBezTo>
                <a:cubicBezTo>
                  <a:pt x="19410" y="9181"/>
                  <a:pt x="20618" y="9948"/>
                  <a:pt x="20618" y="10800"/>
                </a:cubicBezTo>
                <a:cubicBezTo>
                  <a:pt x="20618" y="11652"/>
                  <a:pt x="19410" y="12419"/>
                  <a:pt x="17481" y="12956"/>
                </a:cubicBezTo>
                <a:moveTo>
                  <a:pt x="17742" y="17743"/>
                </a:moveTo>
                <a:cubicBezTo>
                  <a:pt x="17140" y="18345"/>
                  <a:pt x="15740" y="18028"/>
                  <a:pt x="13996" y="17045"/>
                </a:cubicBezTo>
                <a:cubicBezTo>
                  <a:pt x="14198" y="16261"/>
                  <a:pt x="14365" y="15406"/>
                  <a:pt x="14487" y="14488"/>
                </a:cubicBezTo>
                <a:cubicBezTo>
                  <a:pt x="15405" y="14366"/>
                  <a:pt x="16261" y="14198"/>
                  <a:pt x="17044" y="13996"/>
                </a:cubicBezTo>
                <a:cubicBezTo>
                  <a:pt x="18028" y="15740"/>
                  <a:pt x="18345" y="17140"/>
                  <a:pt x="17742" y="17743"/>
                </a:cubicBezTo>
                <a:moveTo>
                  <a:pt x="15404" y="11561"/>
                </a:moveTo>
                <a:cubicBezTo>
                  <a:pt x="15837" y="12119"/>
                  <a:pt x="16219" y="12662"/>
                  <a:pt x="16554" y="13185"/>
                </a:cubicBezTo>
                <a:cubicBezTo>
                  <a:pt x="15950" y="13317"/>
                  <a:pt x="15295" y="13429"/>
                  <a:pt x="14597" y="13517"/>
                </a:cubicBezTo>
                <a:cubicBezTo>
                  <a:pt x="14631" y="13155"/>
                  <a:pt x="14655" y="12784"/>
                  <a:pt x="14677" y="12409"/>
                </a:cubicBezTo>
                <a:cubicBezTo>
                  <a:pt x="14930" y="12127"/>
                  <a:pt x="15170" y="11844"/>
                  <a:pt x="15404" y="11561"/>
                </a:cubicBezTo>
                <a:moveTo>
                  <a:pt x="15402" y="10032"/>
                </a:moveTo>
                <a:cubicBezTo>
                  <a:pt x="15170" y="9752"/>
                  <a:pt x="14928" y="9471"/>
                  <a:pt x="14677" y="9191"/>
                </a:cubicBezTo>
                <a:cubicBezTo>
                  <a:pt x="14655" y="8817"/>
                  <a:pt x="14631" y="8445"/>
                  <a:pt x="14597" y="8084"/>
                </a:cubicBezTo>
                <a:cubicBezTo>
                  <a:pt x="15295" y="8171"/>
                  <a:pt x="15950" y="8283"/>
                  <a:pt x="16554" y="8415"/>
                </a:cubicBezTo>
                <a:cubicBezTo>
                  <a:pt x="16221" y="8935"/>
                  <a:pt x="15832" y="9478"/>
                  <a:pt x="15402" y="10032"/>
                </a:cubicBezTo>
                <a:moveTo>
                  <a:pt x="17742" y="3857"/>
                </a:moveTo>
                <a:cubicBezTo>
                  <a:pt x="18345" y="4460"/>
                  <a:pt x="18028" y="5860"/>
                  <a:pt x="17044" y="7604"/>
                </a:cubicBezTo>
                <a:cubicBezTo>
                  <a:pt x="16261" y="7402"/>
                  <a:pt x="15405" y="7234"/>
                  <a:pt x="14487" y="7112"/>
                </a:cubicBezTo>
                <a:cubicBezTo>
                  <a:pt x="14365" y="6194"/>
                  <a:pt x="14198" y="5339"/>
                  <a:pt x="13996" y="4555"/>
                </a:cubicBezTo>
                <a:cubicBezTo>
                  <a:pt x="15740" y="3572"/>
                  <a:pt x="17140" y="3255"/>
                  <a:pt x="17742" y="3857"/>
                </a:cubicBezTo>
                <a:moveTo>
                  <a:pt x="13718" y="12012"/>
                </a:moveTo>
                <a:cubicBezTo>
                  <a:pt x="13448" y="12303"/>
                  <a:pt x="13172" y="12593"/>
                  <a:pt x="12882" y="12883"/>
                </a:cubicBezTo>
                <a:cubicBezTo>
                  <a:pt x="12593" y="13172"/>
                  <a:pt x="12303" y="13449"/>
                  <a:pt x="12012" y="13719"/>
                </a:cubicBezTo>
                <a:cubicBezTo>
                  <a:pt x="11614" y="13733"/>
                  <a:pt x="11212" y="13745"/>
                  <a:pt x="10800" y="13745"/>
                </a:cubicBezTo>
                <a:cubicBezTo>
                  <a:pt x="10387" y="13745"/>
                  <a:pt x="9985" y="13733"/>
                  <a:pt x="9587" y="13719"/>
                </a:cubicBezTo>
                <a:cubicBezTo>
                  <a:pt x="9297" y="13449"/>
                  <a:pt x="9006" y="13172"/>
                  <a:pt x="8717" y="12883"/>
                </a:cubicBezTo>
                <a:cubicBezTo>
                  <a:pt x="8428" y="12593"/>
                  <a:pt x="8152" y="12303"/>
                  <a:pt x="7881" y="12012"/>
                </a:cubicBezTo>
                <a:cubicBezTo>
                  <a:pt x="7866" y="11614"/>
                  <a:pt x="7855" y="11212"/>
                  <a:pt x="7855" y="10800"/>
                </a:cubicBezTo>
                <a:cubicBezTo>
                  <a:pt x="7855" y="10388"/>
                  <a:pt x="7866" y="9986"/>
                  <a:pt x="7881" y="9587"/>
                </a:cubicBezTo>
                <a:cubicBezTo>
                  <a:pt x="8152" y="9297"/>
                  <a:pt x="8428" y="9007"/>
                  <a:pt x="8717" y="8717"/>
                </a:cubicBezTo>
                <a:cubicBezTo>
                  <a:pt x="9006" y="8428"/>
                  <a:pt x="9297" y="8151"/>
                  <a:pt x="9587" y="7881"/>
                </a:cubicBezTo>
                <a:cubicBezTo>
                  <a:pt x="9985" y="7867"/>
                  <a:pt x="10387" y="7855"/>
                  <a:pt x="10800" y="7855"/>
                </a:cubicBezTo>
                <a:cubicBezTo>
                  <a:pt x="11212" y="7855"/>
                  <a:pt x="11614" y="7867"/>
                  <a:pt x="12012" y="7881"/>
                </a:cubicBezTo>
                <a:cubicBezTo>
                  <a:pt x="12303" y="8151"/>
                  <a:pt x="12593" y="8428"/>
                  <a:pt x="12882" y="8717"/>
                </a:cubicBezTo>
                <a:cubicBezTo>
                  <a:pt x="13172" y="9007"/>
                  <a:pt x="13448" y="9297"/>
                  <a:pt x="13718" y="9587"/>
                </a:cubicBezTo>
                <a:cubicBezTo>
                  <a:pt x="13733" y="9986"/>
                  <a:pt x="13745" y="10388"/>
                  <a:pt x="13745" y="10800"/>
                </a:cubicBezTo>
                <a:cubicBezTo>
                  <a:pt x="13745" y="11212"/>
                  <a:pt x="13733" y="11614"/>
                  <a:pt x="13718" y="12012"/>
                </a:cubicBezTo>
                <a:moveTo>
                  <a:pt x="13185" y="16555"/>
                </a:moveTo>
                <a:cubicBezTo>
                  <a:pt x="12662" y="16219"/>
                  <a:pt x="12120" y="15837"/>
                  <a:pt x="11561" y="15404"/>
                </a:cubicBezTo>
                <a:cubicBezTo>
                  <a:pt x="11844" y="15170"/>
                  <a:pt x="12127" y="14931"/>
                  <a:pt x="12409" y="14677"/>
                </a:cubicBezTo>
                <a:cubicBezTo>
                  <a:pt x="12783" y="14655"/>
                  <a:pt x="13155" y="14631"/>
                  <a:pt x="13517" y="14597"/>
                </a:cubicBezTo>
                <a:cubicBezTo>
                  <a:pt x="13429" y="15295"/>
                  <a:pt x="13316" y="15950"/>
                  <a:pt x="13185" y="16555"/>
                </a:cubicBezTo>
                <a:moveTo>
                  <a:pt x="10800" y="20618"/>
                </a:moveTo>
                <a:cubicBezTo>
                  <a:pt x="9948" y="20618"/>
                  <a:pt x="9181" y="19410"/>
                  <a:pt x="8643" y="17481"/>
                </a:cubicBezTo>
                <a:cubicBezTo>
                  <a:pt x="9339" y="17072"/>
                  <a:pt x="10062" y="16573"/>
                  <a:pt x="10795" y="16011"/>
                </a:cubicBezTo>
                <a:cubicBezTo>
                  <a:pt x="11532" y="16576"/>
                  <a:pt x="12258" y="17070"/>
                  <a:pt x="12957" y="17481"/>
                </a:cubicBezTo>
                <a:cubicBezTo>
                  <a:pt x="12419" y="19410"/>
                  <a:pt x="11652" y="20618"/>
                  <a:pt x="10800" y="20618"/>
                </a:cubicBezTo>
                <a:moveTo>
                  <a:pt x="8083" y="14597"/>
                </a:moveTo>
                <a:cubicBezTo>
                  <a:pt x="8445" y="14631"/>
                  <a:pt x="8816" y="14655"/>
                  <a:pt x="9190" y="14677"/>
                </a:cubicBezTo>
                <a:cubicBezTo>
                  <a:pt x="9471" y="14929"/>
                  <a:pt x="9751" y="15170"/>
                  <a:pt x="10032" y="15403"/>
                </a:cubicBezTo>
                <a:cubicBezTo>
                  <a:pt x="9478" y="15832"/>
                  <a:pt x="8935" y="16221"/>
                  <a:pt x="8415" y="16555"/>
                </a:cubicBezTo>
                <a:cubicBezTo>
                  <a:pt x="8283" y="15950"/>
                  <a:pt x="8171" y="15295"/>
                  <a:pt x="8083" y="14597"/>
                </a:cubicBezTo>
                <a:moveTo>
                  <a:pt x="8415" y="5045"/>
                </a:moveTo>
                <a:cubicBezTo>
                  <a:pt x="8938" y="5381"/>
                  <a:pt x="9480" y="5762"/>
                  <a:pt x="10038" y="6196"/>
                </a:cubicBezTo>
                <a:cubicBezTo>
                  <a:pt x="9756" y="6430"/>
                  <a:pt x="9473" y="6670"/>
                  <a:pt x="9190" y="6924"/>
                </a:cubicBezTo>
                <a:cubicBezTo>
                  <a:pt x="8816" y="6945"/>
                  <a:pt x="8445" y="6969"/>
                  <a:pt x="8083" y="7003"/>
                </a:cubicBezTo>
                <a:cubicBezTo>
                  <a:pt x="8171" y="6305"/>
                  <a:pt x="8283" y="5650"/>
                  <a:pt x="8415" y="5045"/>
                </a:cubicBezTo>
                <a:moveTo>
                  <a:pt x="10800" y="982"/>
                </a:moveTo>
                <a:cubicBezTo>
                  <a:pt x="11652" y="982"/>
                  <a:pt x="12419" y="2191"/>
                  <a:pt x="12957" y="4119"/>
                </a:cubicBezTo>
                <a:cubicBezTo>
                  <a:pt x="12261" y="4528"/>
                  <a:pt x="11537" y="5027"/>
                  <a:pt x="10804" y="5589"/>
                </a:cubicBezTo>
                <a:cubicBezTo>
                  <a:pt x="10067" y="5024"/>
                  <a:pt x="9341" y="4530"/>
                  <a:pt x="8643" y="4119"/>
                </a:cubicBezTo>
                <a:cubicBezTo>
                  <a:pt x="9181" y="2191"/>
                  <a:pt x="9948" y="982"/>
                  <a:pt x="10800" y="982"/>
                </a:cubicBezTo>
                <a:moveTo>
                  <a:pt x="13517" y="7003"/>
                </a:moveTo>
                <a:cubicBezTo>
                  <a:pt x="13155" y="6969"/>
                  <a:pt x="12783" y="6945"/>
                  <a:pt x="12409" y="6924"/>
                </a:cubicBezTo>
                <a:cubicBezTo>
                  <a:pt x="12129" y="6671"/>
                  <a:pt x="11848" y="6430"/>
                  <a:pt x="11568" y="6198"/>
                </a:cubicBezTo>
                <a:cubicBezTo>
                  <a:pt x="12122" y="5768"/>
                  <a:pt x="12665" y="5379"/>
                  <a:pt x="13185" y="5045"/>
                </a:cubicBezTo>
                <a:cubicBezTo>
                  <a:pt x="13316" y="5650"/>
                  <a:pt x="13429" y="6305"/>
                  <a:pt x="13517" y="7003"/>
                </a:cubicBezTo>
                <a:moveTo>
                  <a:pt x="7112" y="7112"/>
                </a:moveTo>
                <a:cubicBezTo>
                  <a:pt x="6194" y="7234"/>
                  <a:pt x="5339" y="7402"/>
                  <a:pt x="4555" y="7604"/>
                </a:cubicBezTo>
                <a:cubicBezTo>
                  <a:pt x="3572" y="5860"/>
                  <a:pt x="3255" y="4460"/>
                  <a:pt x="3858" y="3857"/>
                </a:cubicBezTo>
                <a:cubicBezTo>
                  <a:pt x="4460" y="3255"/>
                  <a:pt x="5860" y="3572"/>
                  <a:pt x="7604" y="4555"/>
                </a:cubicBezTo>
                <a:cubicBezTo>
                  <a:pt x="7402" y="5339"/>
                  <a:pt x="7234" y="6194"/>
                  <a:pt x="7112" y="7112"/>
                </a:cubicBezTo>
                <a:moveTo>
                  <a:pt x="3858" y="17743"/>
                </a:moveTo>
                <a:cubicBezTo>
                  <a:pt x="3255" y="17140"/>
                  <a:pt x="3572" y="15740"/>
                  <a:pt x="4555" y="13996"/>
                </a:cubicBezTo>
                <a:cubicBezTo>
                  <a:pt x="5339" y="14198"/>
                  <a:pt x="6194" y="14366"/>
                  <a:pt x="7112" y="14488"/>
                </a:cubicBezTo>
                <a:cubicBezTo>
                  <a:pt x="7234" y="15406"/>
                  <a:pt x="7402" y="16261"/>
                  <a:pt x="7604" y="17045"/>
                </a:cubicBezTo>
                <a:cubicBezTo>
                  <a:pt x="5860" y="18028"/>
                  <a:pt x="4460" y="18345"/>
                  <a:pt x="3858" y="17743"/>
                </a:cubicBezTo>
                <a:moveTo>
                  <a:pt x="7003" y="13517"/>
                </a:moveTo>
                <a:cubicBezTo>
                  <a:pt x="6305" y="13429"/>
                  <a:pt x="5650" y="13317"/>
                  <a:pt x="5045" y="13185"/>
                </a:cubicBezTo>
                <a:cubicBezTo>
                  <a:pt x="5379" y="12665"/>
                  <a:pt x="5768" y="12122"/>
                  <a:pt x="6197" y="11568"/>
                </a:cubicBezTo>
                <a:cubicBezTo>
                  <a:pt x="6429" y="11848"/>
                  <a:pt x="6671" y="12129"/>
                  <a:pt x="6923" y="12409"/>
                </a:cubicBezTo>
                <a:cubicBezTo>
                  <a:pt x="6944" y="12784"/>
                  <a:pt x="6968" y="13155"/>
                  <a:pt x="7003" y="13517"/>
                </a:cubicBezTo>
                <a:moveTo>
                  <a:pt x="6923" y="9191"/>
                </a:moveTo>
                <a:cubicBezTo>
                  <a:pt x="6669" y="9473"/>
                  <a:pt x="6429" y="9756"/>
                  <a:pt x="6196" y="10039"/>
                </a:cubicBezTo>
                <a:cubicBezTo>
                  <a:pt x="5763" y="9481"/>
                  <a:pt x="5381" y="8938"/>
                  <a:pt x="5045" y="8415"/>
                </a:cubicBezTo>
                <a:cubicBezTo>
                  <a:pt x="5650" y="8283"/>
                  <a:pt x="6305" y="8171"/>
                  <a:pt x="7003" y="8084"/>
                </a:cubicBezTo>
                <a:cubicBezTo>
                  <a:pt x="6968" y="8445"/>
                  <a:pt x="6944" y="8816"/>
                  <a:pt x="6923" y="9191"/>
                </a:cubicBezTo>
                <a:moveTo>
                  <a:pt x="982" y="10800"/>
                </a:moveTo>
                <a:cubicBezTo>
                  <a:pt x="982" y="9948"/>
                  <a:pt x="2190" y="9181"/>
                  <a:pt x="4119" y="8644"/>
                </a:cubicBezTo>
                <a:cubicBezTo>
                  <a:pt x="4530" y="9342"/>
                  <a:pt x="5023" y="10067"/>
                  <a:pt x="5588" y="10805"/>
                </a:cubicBezTo>
                <a:cubicBezTo>
                  <a:pt x="5027" y="11537"/>
                  <a:pt x="4528" y="12262"/>
                  <a:pt x="4119" y="12956"/>
                </a:cubicBezTo>
                <a:cubicBezTo>
                  <a:pt x="2190" y="12419"/>
                  <a:pt x="982" y="11652"/>
                  <a:pt x="982" y="10800"/>
                </a:cubicBezTo>
                <a:moveTo>
                  <a:pt x="21600" y="10800"/>
                </a:moveTo>
                <a:cubicBezTo>
                  <a:pt x="21600" y="9624"/>
                  <a:pt x="20173" y="8571"/>
                  <a:pt x="17918" y="7853"/>
                </a:cubicBezTo>
                <a:cubicBezTo>
                  <a:pt x="19002" y="5750"/>
                  <a:pt x="19269" y="3995"/>
                  <a:pt x="18437" y="3163"/>
                </a:cubicBezTo>
                <a:cubicBezTo>
                  <a:pt x="17605" y="2332"/>
                  <a:pt x="15850" y="2598"/>
                  <a:pt x="13748" y="3682"/>
                </a:cubicBezTo>
                <a:cubicBezTo>
                  <a:pt x="13029" y="1427"/>
                  <a:pt x="11976" y="0"/>
                  <a:pt x="10800" y="0"/>
                </a:cubicBezTo>
                <a:cubicBezTo>
                  <a:pt x="9623" y="0"/>
                  <a:pt x="8571" y="1427"/>
                  <a:pt x="7852" y="3682"/>
                </a:cubicBezTo>
                <a:cubicBezTo>
                  <a:pt x="5750" y="2598"/>
                  <a:pt x="3995" y="2332"/>
                  <a:pt x="3163" y="3163"/>
                </a:cubicBezTo>
                <a:cubicBezTo>
                  <a:pt x="2331" y="3995"/>
                  <a:pt x="2598" y="5750"/>
                  <a:pt x="3682" y="7853"/>
                </a:cubicBezTo>
                <a:cubicBezTo>
                  <a:pt x="1426" y="8571"/>
                  <a:pt x="0" y="9624"/>
                  <a:pt x="0" y="10800"/>
                </a:cubicBezTo>
                <a:cubicBezTo>
                  <a:pt x="0" y="11976"/>
                  <a:pt x="1426" y="13029"/>
                  <a:pt x="3682" y="13748"/>
                </a:cubicBezTo>
                <a:cubicBezTo>
                  <a:pt x="2598" y="15851"/>
                  <a:pt x="2331" y="17605"/>
                  <a:pt x="3163" y="18437"/>
                </a:cubicBezTo>
                <a:cubicBezTo>
                  <a:pt x="3995" y="19268"/>
                  <a:pt x="5750" y="19002"/>
                  <a:pt x="7852" y="17918"/>
                </a:cubicBezTo>
                <a:cubicBezTo>
                  <a:pt x="8571" y="20173"/>
                  <a:pt x="9623" y="21600"/>
                  <a:pt x="10800" y="21600"/>
                </a:cubicBezTo>
                <a:cubicBezTo>
                  <a:pt x="11976" y="21600"/>
                  <a:pt x="13029" y="20173"/>
                  <a:pt x="13748" y="17918"/>
                </a:cubicBezTo>
                <a:cubicBezTo>
                  <a:pt x="15850" y="19002"/>
                  <a:pt x="17605" y="19268"/>
                  <a:pt x="18437" y="18437"/>
                </a:cubicBezTo>
                <a:cubicBezTo>
                  <a:pt x="19269" y="17605"/>
                  <a:pt x="19002" y="15851"/>
                  <a:pt x="17918" y="13748"/>
                </a:cubicBezTo>
                <a:cubicBezTo>
                  <a:pt x="20173" y="13029"/>
                  <a:pt x="21600" y="11976"/>
                  <a:pt x="21600" y="10800"/>
                </a:cubicBezTo>
                <a:moveTo>
                  <a:pt x="10800" y="9818"/>
                </a:move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3" name="Shape 2748">
            <a:extLst>
              <a:ext uri="{FF2B5EF4-FFF2-40B4-BE49-F238E27FC236}">
                <a16:creationId xmlns:a16="http://schemas.microsoft.com/office/drawing/2014/main" id="{B2B1431F-D91F-EBC3-1B04-5E57E7B03ADD}"/>
              </a:ext>
            </a:extLst>
          </p:cNvPr>
          <p:cNvSpPr/>
          <p:nvPr/>
        </p:nvSpPr>
        <p:spPr>
          <a:xfrm>
            <a:off x="4288911" y="3181963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4" name="Shape 2774">
            <a:extLst>
              <a:ext uri="{FF2B5EF4-FFF2-40B4-BE49-F238E27FC236}">
                <a16:creationId xmlns:a16="http://schemas.microsoft.com/office/drawing/2014/main" id="{685D95A7-AE02-1009-17BB-CA1F3ACE83E6}"/>
              </a:ext>
            </a:extLst>
          </p:cNvPr>
          <p:cNvSpPr/>
          <p:nvPr/>
        </p:nvSpPr>
        <p:spPr>
          <a:xfrm>
            <a:off x="1014423" y="3181963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5" name="Shape 2784">
            <a:extLst>
              <a:ext uri="{FF2B5EF4-FFF2-40B4-BE49-F238E27FC236}">
                <a16:creationId xmlns:a16="http://schemas.microsoft.com/office/drawing/2014/main" id="{8575DE39-B037-7560-F0A1-56604867F09A}"/>
              </a:ext>
            </a:extLst>
          </p:cNvPr>
          <p:cNvSpPr/>
          <p:nvPr/>
        </p:nvSpPr>
        <p:spPr>
          <a:xfrm>
            <a:off x="4288911" y="4851789"/>
            <a:ext cx="371786" cy="371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1500" dirty="0">
                <a:latin typeface="Source Sans Pro Light" charset="0"/>
                <a:ea typeface="Source Sans Pro Light" charset="0"/>
                <a:cs typeface="Source Sans Pro Light" charset="0"/>
              </a:rPr>
              <a:t> </a:t>
            </a:r>
            <a:endParaRPr sz="15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EAA489-9C43-FE6F-1258-A84FCA1B7422}"/>
              </a:ext>
            </a:extLst>
          </p:cNvPr>
          <p:cNvSpPr/>
          <p:nvPr/>
        </p:nvSpPr>
        <p:spPr>
          <a:xfrm>
            <a:off x="7863414" y="3111551"/>
            <a:ext cx="135471" cy="29733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4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BDF4B4-B6E4-C3B5-4480-52E9922ACE23}"/>
              </a:ext>
            </a:extLst>
          </p:cNvPr>
          <p:cNvSpPr/>
          <p:nvPr/>
        </p:nvSpPr>
        <p:spPr>
          <a:xfrm>
            <a:off x="7052332" y="0"/>
            <a:ext cx="3895096" cy="4928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862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About Us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A1D4B-F092-E14A-A873-14F00802EB55}"/>
              </a:ext>
            </a:extLst>
          </p:cNvPr>
          <p:cNvSpPr txBox="1"/>
          <p:nvPr/>
        </p:nvSpPr>
        <p:spPr>
          <a:xfrm>
            <a:off x="946979" y="2896308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Something Is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Beautiful To Find,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&amp; Simple.</a:t>
            </a:r>
            <a:endParaRPr lang="en-US" sz="2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1F90A-C34E-8AFC-2A32-472C55BB8452}"/>
              </a:ext>
            </a:extLst>
          </p:cNvPr>
          <p:cNvSpPr txBox="1"/>
          <p:nvPr/>
        </p:nvSpPr>
        <p:spPr>
          <a:xfrm>
            <a:off x="946979" y="3939677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Have them for one. Living grass to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athered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waters had winged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Have one Living grass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them 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had winged Have them.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3B1775-71FA-EBA1-1F7B-21FA064D0D24}"/>
              </a:ext>
            </a:extLst>
          </p:cNvPr>
          <p:cNvSpPr/>
          <p:nvPr/>
        </p:nvSpPr>
        <p:spPr>
          <a:xfrm>
            <a:off x="1037406" y="5491878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02682-C5C8-8454-570A-29353BD9C403}"/>
              </a:ext>
            </a:extLst>
          </p:cNvPr>
          <p:cNvSpPr txBox="1"/>
          <p:nvPr/>
        </p:nvSpPr>
        <p:spPr>
          <a:xfrm>
            <a:off x="897440" y="5485528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DD32E-0D59-30A1-3883-8C404E79059D}"/>
              </a:ext>
            </a:extLst>
          </p:cNvPr>
          <p:cNvSpPr txBox="1"/>
          <p:nvPr/>
        </p:nvSpPr>
        <p:spPr>
          <a:xfrm>
            <a:off x="8014692" y="3057911"/>
            <a:ext cx="249316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9.04K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7F11C-B9D5-9E90-A3BF-F3D8C3693CDA}"/>
              </a:ext>
            </a:extLst>
          </p:cNvPr>
          <p:cNvSpPr txBox="1"/>
          <p:nvPr/>
        </p:nvSpPr>
        <p:spPr>
          <a:xfrm>
            <a:off x="8014692" y="2848683"/>
            <a:ext cx="1794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Our Educated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EC9727-FFB1-20FE-1D52-DD26F9FBF3F7}"/>
              </a:ext>
            </a:extLst>
          </p:cNvPr>
          <p:cNvSpPr txBox="1"/>
          <p:nvPr/>
        </p:nvSpPr>
        <p:spPr>
          <a:xfrm>
            <a:off x="8043849" y="3945245"/>
            <a:ext cx="2633675" cy="54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sit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amet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did.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3E8F4A-B7F8-9435-9C2B-1C6C027E11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862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About Us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95100-9699-F899-C268-6C8F0BF93775}"/>
              </a:ext>
            </a:extLst>
          </p:cNvPr>
          <p:cNvSpPr txBox="1"/>
          <p:nvPr/>
        </p:nvSpPr>
        <p:spPr>
          <a:xfrm>
            <a:off x="948240" y="4700819"/>
            <a:ext cx="249316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8.05K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3B40B-AF2C-15A8-9908-B6F2D4FEB98A}"/>
              </a:ext>
            </a:extLst>
          </p:cNvPr>
          <p:cNvSpPr txBox="1"/>
          <p:nvPr/>
        </p:nvSpPr>
        <p:spPr>
          <a:xfrm>
            <a:off x="948240" y="4491591"/>
            <a:ext cx="1794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Our Educated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30126D-CD49-5B6B-5C30-2300BB2D8199}"/>
              </a:ext>
            </a:extLst>
          </p:cNvPr>
          <p:cNvSpPr txBox="1"/>
          <p:nvPr/>
        </p:nvSpPr>
        <p:spPr>
          <a:xfrm>
            <a:off x="977397" y="5588153"/>
            <a:ext cx="2633675" cy="54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sit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amet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did.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A8EE2-7366-2119-4870-2B3C325AECAC}"/>
              </a:ext>
            </a:extLst>
          </p:cNvPr>
          <p:cNvSpPr txBox="1"/>
          <p:nvPr/>
        </p:nvSpPr>
        <p:spPr>
          <a:xfrm>
            <a:off x="7222072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text printing and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 explain to you how all this sit.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45060E-B5CB-AB69-784E-B6BCE1B5BEC7}"/>
              </a:ext>
            </a:extLst>
          </p:cNvPr>
          <p:cNvSpPr txBox="1"/>
          <p:nvPr/>
        </p:nvSpPr>
        <p:spPr>
          <a:xfrm>
            <a:off x="7222072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There are many variations of passage of Lorem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Ipsum form injected humor randomized words which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184EDA-C759-2CAB-F723-7933F0D9ACD8}"/>
              </a:ext>
            </a:extLst>
          </p:cNvPr>
          <p:cNvSpPr txBox="1"/>
          <p:nvPr/>
        </p:nvSpPr>
        <p:spPr>
          <a:xfrm>
            <a:off x="7222072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The best Expert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Details for Your company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76A209C-3A8D-7558-B241-2A8FAB7335D7}"/>
              </a:ext>
            </a:extLst>
          </p:cNvPr>
          <p:cNvSpPr/>
          <p:nvPr/>
        </p:nvSpPr>
        <p:spPr>
          <a:xfrm>
            <a:off x="7330255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9BDB71-1107-3D1F-D735-134B83B5EEF4}"/>
              </a:ext>
            </a:extLst>
          </p:cNvPr>
          <p:cNvSpPr txBox="1"/>
          <p:nvPr/>
        </p:nvSpPr>
        <p:spPr>
          <a:xfrm>
            <a:off x="7190289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A12E84-D21B-78DC-6DFF-A160DE032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5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647064-123A-D653-7325-0E52ECCB9215}"/>
              </a:ext>
            </a:extLst>
          </p:cNvPr>
          <p:cNvSpPr/>
          <p:nvPr/>
        </p:nvSpPr>
        <p:spPr>
          <a:xfrm>
            <a:off x="5115498" y="3295650"/>
            <a:ext cx="3056952" cy="35623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4CADC9-2495-4EB7-B967-BF567DE97F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462524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We Are Your Best Choices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06E85-1090-7E4F-202C-62A879239F96}"/>
              </a:ext>
            </a:extLst>
          </p:cNvPr>
          <p:cNvSpPr txBox="1"/>
          <p:nvPr/>
        </p:nvSpPr>
        <p:spPr>
          <a:xfrm>
            <a:off x="946979" y="2934408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Something Is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Beautiful To Find,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&amp; Simple.</a:t>
            </a:r>
            <a:endParaRPr lang="en-US" sz="2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75E7E-2608-6C65-2458-CB13AD6E73E4}"/>
              </a:ext>
            </a:extLst>
          </p:cNvPr>
          <p:cNvSpPr txBox="1"/>
          <p:nvPr/>
        </p:nvSpPr>
        <p:spPr>
          <a:xfrm>
            <a:off x="946979" y="3977777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Have them for one. Living grass to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athered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waters had winged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Have one Living grass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them 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had winged Have them.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AA9C37-62AA-F416-2E7B-229EB0903DCF}"/>
              </a:ext>
            </a:extLst>
          </p:cNvPr>
          <p:cNvSpPr/>
          <p:nvPr/>
        </p:nvSpPr>
        <p:spPr>
          <a:xfrm>
            <a:off x="1037406" y="5529978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23540-4036-9585-2DEA-944E6F013FF9}"/>
              </a:ext>
            </a:extLst>
          </p:cNvPr>
          <p:cNvSpPr txBox="1"/>
          <p:nvPr/>
        </p:nvSpPr>
        <p:spPr>
          <a:xfrm>
            <a:off x="897440" y="5523628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B79330-14D0-2C18-4BFF-B1ECAE30FC0F}"/>
              </a:ext>
            </a:extLst>
          </p:cNvPr>
          <p:cNvSpPr txBox="1"/>
          <p:nvPr/>
        </p:nvSpPr>
        <p:spPr>
          <a:xfrm>
            <a:off x="5965371" y="2452828"/>
            <a:ext cx="3216532" cy="2672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simplest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things are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offer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the truest</a:t>
            </a:r>
          </a:p>
          <a:p>
            <a:pPr marL="0" marR="0" lvl="0" indent="0" algn="l" rtl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title</a:t>
            </a:r>
            <a:endParaRPr lang="en-US" sz="4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89606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462524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We Are Your Best Choices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BD219D-0E6C-D03A-E781-231B0FDB54AE}"/>
              </a:ext>
            </a:extLst>
          </p:cNvPr>
          <p:cNvGrpSpPr/>
          <p:nvPr/>
        </p:nvGrpSpPr>
        <p:grpSpPr>
          <a:xfrm>
            <a:off x="6304423" y="1232547"/>
            <a:ext cx="4313361" cy="5052758"/>
            <a:chOff x="3257551" y="531813"/>
            <a:chExt cx="5399088" cy="6324600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F18B0DE3-3D40-697C-E11B-04DEB1F88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7801" y="2370138"/>
              <a:ext cx="1954213" cy="465138"/>
            </a:xfrm>
            <a:custGeom>
              <a:avLst/>
              <a:gdLst>
                <a:gd name="T0" fmla="*/ 533 w 1043"/>
                <a:gd name="T1" fmla="*/ 28 h 248"/>
                <a:gd name="T2" fmla="*/ 34 w 1043"/>
                <a:gd name="T3" fmla="*/ 36 h 248"/>
                <a:gd name="T4" fmla="*/ 495 w 1043"/>
                <a:gd name="T5" fmla="*/ 203 h 248"/>
                <a:gd name="T6" fmla="*/ 1039 w 1043"/>
                <a:gd name="T7" fmla="*/ 143 h 248"/>
                <a:gd name="T8" fmla="*/ 533 w 1043"/>
                <a:gd name="T9" fmla="*/ 2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248">
                  <a:moveTo>
                    <a:pt x="533" y="28"/>
                  </a:moveTo>
                  <a:cubicBezTo>
                    <a:pt x="244" y="0"/>
                    <a:pt x="68" y="6"/>
                    <a:pt x="34" y="36"/>
                  </a:cubicBezTo>
                  <a:cubicBezTo>
                    <a:pt x="0" y="66"/>
                    <a:pt x="95" y="158"/>
                    <a:pt x="495" y="203"/>
                  </a:cubicBezTo>
                  <a:cubicBezTo>
                    <a:pt x="895" y="248"/>
                    <a:pt x="1035" y="170"/>
                    <a:pt x="1039" y="143"/>
                  </a:cubicBezTo>
                  <a:cubicBezTo>
                    <a:pt x="1043" y="116"/>
                    <a:pt x="823" y="56"/>
                    <a:pt x="533" y="28"/>
                  </a:cubicBezTo>
                  <a:close/>
                </a:path>
              </a:pathLst>
            </a:custGeom>
            <a:solidFill>
              <a:srgbClr val="8C6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5AA1BD61-93CC-1BB7-385F-1DBBE9F8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3038" y="2351088"/>
              <a:ext cx="2016125" cy="287338"/>
            </a:xfrm>
            <a:custGeom>
              <a:avLst/>
              <a:gdLst>
                <a:gd name="T0" fmla="*/ 541 w 1077"/>
                <a:gd name="T1" fmla="*/ 49 h 153"/>
                <a:gd name="T2" fmla="*/ 1016 w 1077"/>
                <a:gd name="T3" fmla="*/ 147 h 153"/>
                <a:gd name="T4" fmla="*/ 1077 w 1077"/>
                <a:gd name="T5" fmla="*/ 153 h 153"/>
                <a:gd name="T6" fmla="*/ 543 w 1077"/>
                <a:gd name="T7" fmla="*/ 27 h 153"/>
                <a:gd name="T8" fmla="*/ 0 w 1077"/>
                <a:gd name="T9" fmla="*/ 38 h 153"/>
                <a:gd name="T10" fmla="*/ 63 w 1077"/>
                <a:gd name="T11" fmla="*/ 44 h 153"/>
                <a:gd name="T12" fmla="*/ 541 w 1077"/>
                <a:gd name="T13" fmla="*/ 4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7" h="153">
                  <a:moveTo>
                    <a:pt x="541" y="49"/>
                  </a:moveTo>
                  <a:cubicBezTo>
                    <a:pt x="800" y="75"/>
                    <a:pt x="1009" y="118"/>
                    <a:pt x="1016" y="147"/>
                  </a:cubicBezTo>
                  <a:cubicBezTo>
                    <a:pt x="1077" y="153"/>
                    <a:pt x="1077" y="153"/>
                    <a:pt x="1077" y="153"/>
                  </a:cubicBezTo>
                  <a:cubicBezTo>
                    <a:pt x="1074" y="113"/>
                    <a:pt x="838" y="57"/>
                    <a:pt x="543" y="27"/>
                  </a:cubicBezTo>
                  <a:cubicBezTo>
                    <a:pt x="267" y="0"/>
                    <a:pt x="36" y="5"/>
                    <a:pt x="0" y="38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103" y="24"/>
                    <a:pt x="303" y="25"/>
                    <a:pt x="541" y="49"/>
                  </a:cubicBezTo>
                  <a:close/>
                </a:path>
              </a:pathLst>
            </a:custGeom>
            <a:solidFill>
              <a:srgbClr val="CC8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6CB98405-4877-E95F-E0B6-1BC8E295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6313" y="1501775"/>
              <a:ext cx="512763" cy="290513"/>
            </a:xfrm>
            <a:custGeom>
              <a:avLst/>
              <a:gdLst>
                <a:gd name="T0" fmla="*/ 32 w 274"/>
                <a:gd name="T1" fmla="*/ 94 h 155"/>
                <a:gd name="T2" fmla="*/ 197 w 274"/>
                <a:gd name="T3" fmla="*/ 144 h 155"/>
                <a:gd name="T4" fmla="*/ 267 w 274"/>
                <a:gd name="T5" fmla="*/ 109 h 155"/>
                <a:gd name="T6" fmla="*/ 129 w 274"/>
                <a:gd name="T7" fmla="*/ 5 h 155"/>
                <a:gd name="T8" fmla="*/ 32 w 274"/>
                <a:gd name="T9" fmla="*/ 94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155">
                  <a:moveTo>
                    <a:pt x="32" y="94"/>
                  </a:moveTo>
                  <a:cubicBezTo>
                    <a:pt x="39" y="106"/>
                    <a:pt x="161" y="133"/>
                    <a:pt x="197" y="144"/>
                  </a:cubicBezTo>
                  <a:cubicBezTo>
                    <a:pt x="232" y="155"/>
                    <a:pt x="265" y="128"/>
                    <a:pt x="267" y="109"/>
                  </a:cubicBezTo>
                  <a:cubicBezTo>
                    <a:pt x="274" y="64"/>
                    <a:pt x="149" y="10"/>
                    <a:pt x="129" y="5"/>
                  </a:cubicBezTo>
                  <a:cubicBezTo>
                    <a:pt x="108" y="0"/>
                    <a:pt x="0" y="39"/>
                    <a:pt x="32" y="94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8244F8BF-74EA-A4F4-A538-6D2F6511B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663" y="1304925"/>
              <a:ext cx="862013" cy="373063"/>
            </a:xfrm>
            <a:custGeom>
              <a:avLst/>
              <a:gdLst>
                <a:gd name="T0" fmla="*/ 96 w 460"/>
                <a:gd name="T1" fmla="*/ 199 h 199"/>
                <a:gd name="T2" fmla="*/ 242 w 460"/>
                <a:gd name="T3" fmla="*/ 152 h 199"/>
                <a:gd name="T4" fmla="*/ 383 w 460"/>
                <a:gd name="T5" fmla="*/ 66 h 199"/>
                <a:gd name="T6" fmla="*/ 425 w 460"/>
                <a:gd name="T7" fmla="*/ 29 h 199"/>
                <a:gd name="T8" fmla="*/ 253 w 460"/>
                <a:gd name="T9" fmla="*/ 45 h 199"/>
                <a:gd name="T10" fmla="*/ 96 w 460"/>
                <a:gd name="T11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0" h="199">
                  <a:moveTo>
                    <a:pt x="96" y="199"/>
                  </a:moveTo>
                  <a:cubicBezTo>
                    <a:pt x="96" y="199"/>
                    <a:pt x="219" y="190"/>
                    <a:pt x="242" y="152"/>
                  </a:cubicBezTo>
                  <a:cubicBezTo>
                    <a:pt x="264" y="115"/>
                    <a:pt x="365" y="89"/>
                    <a:pt x="383" y="66"/>
                  </a:cubicBezTo>
                  <a:cubicBezTo>
                    <a:pt x="402" y="43"/>
                    <a:pt x="460" y="57"/>
                    <a:pt x="425" y="29"/>
                  </a:cubicBezTo>
                  <a:cubicBezTo>
                    <a:pt x="390" y="0"/>
                    <a:pt x="288" y="31"/>
                    <a:pt x="253" y="45"/>
                  </a:cubicBezTo>
                  <a:cubicBezTo>
                    <a:pt x="218" y="58"/>
                    <a:pt x="0" y="155"/>
                    <a:pt x="96" y="199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34D91A58-4AFE-8CA0-A02B-E3E9391F2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1488" y="1368425"/>
              <a:ext cx="136525" cy="282575"/>
            </a:xfrm>
            <a:custGeom>
              <a:avLst/>
              <a:gdLst>
                <a:gd name="T0" fmla="*/ 50 w 73"/>
                <a:gd name="T1" fmla="*/ 11 h 151"/>
                <a:gd name="T2" fmla="*/ 37 w 73"/>
                <a:gd name="T3" fmla="*/ 118 h 151"/>
                <a:gd name="T4" fmla="*/ 50 w 73"/>
                <a:gd name="T5" fmla="*/ 1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" h="151">
                  <a:moveTo>
                    <a:pt x="50" y="11"/>
                  </a:moveTo>
                  <a:cubicBezTo>
                    <a:pt x="59" y="0"/>
                    <a:pt x="73" y="86"/>
                    <a:pt x="37" y="118"/>
                  </a:cubicBezTo>
                  <a:cubicBezTo>
                    <a:pt x="1" y="151"/>
                    <a:pt x="0" y="70"/>
                    <a:pt x="50" y="11"/>
                  </a:cubicBez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CE3143B-6CF0-1E09-E99A-23F07DF39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551" y="1111250"/>
              <a:ext cx="542925" cy="430213"/>
            </a:xfrm>
            <a:custGeom>
              <a:avLst/>
              <a:gdLst>
                <a:gd name="T0" fmla="*/ 0 w 290"/>
                <a:gd name="T1" fmla="*/ 55 h 229"/>
                <a:gd name="T2" fmla="*/ 118 w 290"/>
                <a:gd name="T3" fmla="*/ 3 h 229"/>
                <a:gd name="T4" fmla="*/ 270 w 290"/>
                <a:gd name="T5" fmla="*/ 98 h 229"/>
                <a:gd name="T6" fmla="*/ 245 w 290"/>
                <a:gd name="T7" fmla="*/ 216 h 229"/>
                <a:gd name="T8" fmla="*/ 207 w 290"/>
                <a:gd name="T9" fmla="*/ 229 h 229"/>
                <a:gd name="T10" fmla="*/ 207 w 290"/>
                <a:gd name="T11" fmla="*/ 132 h 229"/>
                <a:gd name="T12" fmla="*/ 0 w 290"/>
                <a:gd name="T13" fmla="*/ 5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229">
                  <a:moveTo>
                    <a:pt x="0" y="55"/>
                  </a:moveTo>
                  <a:cubicBezTo>
                    <a:pt x="0" y="55"/>
                    <a:pt x="96" y="0"/>
                    <a:pt x="118" y="3"/>
                  </a:cubicBezTo>
                  <a:cubicBezTo>
                    <a:pt x="140" y="6"/>
                    <a:pt x="250" y="73"/>
                    <a:pt x="270" y="98"/>
                  </a:cubicBezTo>
                  <a:cubicBezTo>
                    <a:pt x="290" y="124"/>
                    <a:pt x="250" y="206"/>
                    <a:pt x="245" y="216"/>
                  </a:cubicBezTo>
                  <a:cubicBezTo>
                    <a:pt x="240" y="226"/>
                    <a:pt x="207" y="229"/>
                    <a:pt x="207" y="229"/>
                  </a:cubicBezTo>
                  <a:cubicBezTo>
                    <a:pt x="207" y="229"/>
                    <a:pt x="219" y="147"/>
                    <a:pt x="207" y="132"/>
                  </a:cubicBezTo>
                  <a:cubicBezTo>
                    <a:pt x="195" y="116"/>
                    <a:pt x="23" y="84"/>
                    <a:pt x="0" y="55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0D488A3-1F8D-901B-99F8-946BBD34E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1387475"/>
              <a:ext cx="414338" cy="284163"/>
            </a:xfrm>
            <a:custGeom>
              <a:avLst/>
              <a:gdLst>
                <a:gd name="T0" fmla="*/ 2 w 221"/>
                <a:gd name="T1" fmla="*/ 55 h 152"/>
                <a:gd name="T2" fmla="*/ 172 w 221"/>
                <a:gd name="T3" fmla="*/ 1 h 152"/>
                <a:gd name="T4" fmla="*/ 221 w 221"/>
                <a:gd name="T5" fmla="*/ 67 h 152"/>
                <a:gd name="T6" fmla="*/ 19 w 221"/>
                <a:gd name="T7" fmla="*/ 125 h 152"/>
                <a:gd name="T8" fmla="*/ 2 w 221"/>
                <a:gd name="T9" fmla="*/ 5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152">
                  <a:moveTo>
                    <a:pt x="2" y="55"/>
                  </a:moveTo>
                  <a:cubicBezTo>
                    <a:pt x="2" y="55"/>
                    <a:pt x="165" y="0"/>
                    <a:pt x="172" y="1"/>
                  </a:cubicBezTo>
                  <a:cubicBezTo>
                    <a:pt x="178" y="1"/>
                    <a:pt x="221" y="67"/>
                    <a:pt x="221" y="67"/>
                  </a:cubicBezTo>
                  <a:cubicBezTo>
                    <a:pt x="221" y="67"/>
                    <a:pt x="80" y="152"/>
                    <a:pt x="19" y="125"/>
                  </a:cubicBezTo>
                  <a:cubicBezTo>
                    <a:pt x="0" y="116"/>
                    <a:pt x="2" y="55"/>
                    <a:pt x="2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89E4488-6C8C-A1FA-072F-50621A24B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5263" y="1428750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D2DAFC0-3EA8-BF57-30F6-004B77B11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5263" y="1428750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7176BBA-FFDA-6530-CCC2-8B8193B3B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501" y="1428750"/>
              <a:ext cx="57150" cy="117475"/>
            </a:xfrm>
            <a:custGeom>
              <a:avLst/>
              <a:gdLst>
                <a:gd name="T0" fmla="*/ 5 w 36"/>
                <a:gd name="T1" fmla="*/ 0 h 74"/>
                <a:gd name="T2" fmla="*/ 36 w 36"/>
                <a:gd name="T3" fmla="*/ 74 h 74"/>
                <a:gd name="T4" fmla="*/ 0 w 36"/>
                <a:gd name="T5" fmla="*/ 1 h 74"/>
                <a:gd name="T6" fmla="*/ 5 w 36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5" y="0"/>
                  </a:moveTo>
                  <a:lnTo>
                    <a:pt x="36" y="74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071BB85-5FFE-FA5E-8728-96C1BE633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6688" y="1439863"/>
              <a:ext cx="52388" cy="115888"/>
            </a:xfrm>
            <a:custGeom>
              <a:avLst/>
              <a:gdLst>
                <a:gd name="T0" fmla="*/ 0 w 33"/>
                <a:gd name="T1" fmla="*/ 0 h 73"/>
                <a:gd name="T2" fmla="*/ 33 w 33"/>
                <a:gd name="T3" fmla="*/ 73 h 73"/>
                <a:gd name="T4" fmla="*/ 0 w 33"/>
                <a:gd name="T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3">
                  <a:moveTo>
                    <a:pt x="0" y="0"/>
                  </a:moveTo>
                  <a:lnTo>
                    <a:pt x="33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D88EC85D-04B5-E390-4B7A-1E927577B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6688" y="1439863"/>
              <a:ext cx="52388" cy="1158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B6B608C-2DF6-9A90-FC36-6346BDA5E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3513" y="1438275"/>
              <a:ext cx="55563" cy="117475"/>
            </a:xfrm>
            <a:custGeom>
              <a:avLst/>
              <a:gdLst>
                <a:gd name="T0" fmla="*/ 4 w 35"/>
                <a:gd name="T1" fmla="*/ 0 h 74"/>
                <a:gd name="T2" fmla="*/ 35 w 35"/>
                <a:gd name="T3" fmla="*/ 74 h 74"/>
                <a:gd name="T4" fmla="*/ 0 w 35"/>
                <a:gd name="T5" fmla="*/ 2 h 74"/>
                <a:gd name="T6" fmla="*/ 4 w 35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4">
                  <a:moveTo>
                    <a:pt x="4" y="0"/>
                  </a:moveTo>
                  <a:lnTo>
                    <a:pt x="35" y="74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294D4E8-23C8-7C14-2511-4CD8CC15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1449388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24DF4A63-0329-FA89-FFA8-AE1C19629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8113" y="1449388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033B86B-32AB-3272-DD1A-C6D2392D9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4938" y="1447800"/>
              <a:ext cx="55563" cy="119063"/>
            </a:xfrm>
            <a:custGeom>
              <a:avLst/>
              <a:gdLst>
                <a:gd name="T0" fmla="*/ 5 w 35"/>
                <a:gd name="T1" fmla="*/ 0 h 75"/>
                <a:gd name="T2" fmla="*/ 35 w 35"/>
                <a:gd name="T3" fmla="*/ 75 h 75"/>
                <a:gd name="T4" fmla="*/ 0 w 35"/>
                <a:gd name="T5" fmla="*/ 2 h 75"/>
                <a:gd name="T6" fmla="*/ 5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5" y="0"/>
                  </a:moveTo>
                  <a:lnTo>
                    <a:pt x="35" y="75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5BB595C-4F0D-D761-677E-182F0794B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126" y="1458913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A21E4BBD-8C18-BF16-2E97-775045219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6" y="1458913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46BD2338-B557-8BCC-D7B0-364C2E4E7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1457325"/>
              <a:ext cx="57150" cy="119063"/>
            </a:xfrm>
            <a:custGeom>
              <a:avLst/>
              <a:gdLst>
                <a:gd name="T0" fmla="*/ 5 w 36"/>
                <a:gd name="T1" fmla="*/ 0 h 75"/>
                <a:gd name="T2" fmla="*/ 36 w 36"/>
                <a:gd name="T3" fmla="*/ 75 h 75"/>
                <a:gd name="T4" fmla="*/ 0 w 36"/>
                <a:gd name="T5" fmla="*/ 2 h 75"/>
                <a:gd name="T6" fmla="*/ 5 w 36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5" y="0"/>
                  </a:moveTo>
                  <a:lnTo>
                    <a:pt x="36" y="75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97272BD6-E1E1-BA9D-A801-03923692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726" y="1465263"/>
              <a:ext cx="52388" cy="119063"/>
            </a:xfrm>
            <a:custGeom>
              <a:avLst/>
              <a:gdLst>
                <a:gd name="T0" fmla="*/ 0 w 33"/>
                <a:gd name="T1" fmla="*/ 0 h 75"/>
                <a:gd name="T2" fmla="*/ 33 w 33"/>
                <a:gd name="T3" fmla="*/ 75 h 75"/>
                <a:gd name="T4" fmla="*/ 0 w 33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5">
                  <a:moveTo>
                    <a:pt x="0" y="0"/>
                  </a:moveTo>
                  <a:lnTo>
                    <a:pt x="33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4898AED9-1B13-9C3A-0E58-D38A28DCE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5726" y="1465263"/>
              <a:ext cx="52388" cy="11906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FFA72204-4EBA-DF7D-5A3B-5D1AB524B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551" y="1465263"/>
              <a:ext cx="55563" cy="119063"/>
            </a:xfrm>
            <a:custGeom>
              <a:avLst/>
              <a:gdLst>
                <a:gd name="T0" fmla="*/ 5 w 35"/>
                <a:gd name="T1" fmla="*/ 0 h 75"/>
                <a:gd name="T2" fmla="*/ 35 w 35"/>
                <a:gd name="T3" fmla="*/ 75 h 75"/>
                <a:gd name="T4" fmla="*/ 0 w 35"/>
                <a:gd name="T5" fmla="*/ 2 h 75"/>
                <a:gd name="T6" fmla="*/ 5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5" y="0"/>
                  </a:moveTo>
                  <a:lnTo>
                    <a:pt x="35" y="75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59BA408-D4B4-77F0-6DCF-8466E85B5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3501" y="1474788"/>
              <a:ext cx="47625" cy="120650"/>
            </a:xfrm>
            <a:custGeom>
              <a:avLst/>
              <a:gdLst>
                <a:gd name="T0" fmla="*/ 0 w 30"/>
                <a:gd name="T1" fmla="*/ 0 h 76"/>
                <a:gd name="T2" fmla="*/ 30 w 30"/>
                <a:gd name="T3" fmla="*/ 76 h 76"/>
                <a:gd name="T4" fmla="*/ 0 w 30"/>
                <a:gd name="T5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76">
                  <a:moveTo>
                    <a:pt x="0" y="0"/>
                  </a:moveTo>
                  <a:lnTo>
                    <a:pt x="30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EF08A3EA-B07C-E374-9053-F36653722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3501" y="1474788"/>
              <a:ext cx="47625" cy="12065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71938312-E73C-D78D-FADA-5A90AC1BA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0326" y="1473200"/>
              <a:ext cx="50800" cy="122238"/>
            </a:xfrm>
            <a:custGeom>
              <a:avLst/>
              <a:gdLst>
                <a:gd name="T0" fmla="*/ 3 w 32"/>
                <a:gd name="T1" fmla="*/ 0 h 77"/>
                <a:gd name="T2" fmla="*/ 32 w 32"/>
                <a:gd name="T3" fmla="*/ 77 h 77"/>
                <a:gd name="T4" fmla="*/ 0 w 32"/>
                <a:gd name="T5" fmla="*/ 2 h 77"/>
                <a:gd name="T6" fmla="*/ 3 w 32"/>
                <a:gd name="T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77">
                  <a:moveTo>
                    <a:pt x="3" y="0"/>
                  </a:moveTo>
                  <a:lnTo>
                    <a:pt x="32" y="77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7666C607-0969-33A7-6248-F5E2927F6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5426" y="1420813"/>
              <a:ext cx="52388" cy="115888"/>
            </a:xfrm>
            <a:custGeom>
              <a:avLst/>
              <a:gdLst>
                <a:gd name="T0" fmla="*/ 0 w 33"/>
                <a:gd name="T1" fmla="*/ 0 h 73"/>
                <a:gd name="T2" fmla="*/ 33 w 33"/>
                <a:gd name="T3" fmla="*/ 73 h 73"/>
                <a:gd name="T4" fmla="*/ 0 w 33"/>
                <a:gd name="T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3">
                  <a:moveTo>
                    <a:pt x="0" y="0"/>
                  </a:moveTo>
                  <a:lnTo>
                    <a:pt x="33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838893AC-3411-0A78-126E-092028C1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5426" y="1420813"/>
              <a:ext cx="52388" cy="1158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0827C0CB-DB0B-8E1E-F6DA-B20421244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0663" y="1419225"/>
              <a:ext cx="57150" cy="117475"/>
            </a:xfrm>
            <a:custGeom>
              <a:avLst/>
              <a:gdLst>
                <a:gd name="T0" fmla="*/ 5 w 36"/>
                <a:gd name="T1" fmla="*/ 0 h 74"/>
                <a:gd name="T2" fmla="*/ 36 w 36"/>
                <a:gd name="T3" fmla="*/ 74 h 74"/>
                <a:gd name="T4" fmla="*/ 0 w 36"/>
                <a:gd name="T5" fmla="*/ 1 h 74"/>
                <a:gd name="T6" fmla="*/ 5 w 36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5" y="0"/>
                  </a:moveTo>
                  <a:lnTo>
                    <a:pt x="36" y="74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9BA41A87-76F8-2FAB-0C0F-105154B31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1409700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10EB65E7-FB53-8F08-AB82-0C9E74054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1" y="1409700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9F5F8A6A-9208-DCD8-13C3-55D7E1EEC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0826" y="1408113"/>
              <a:ext cx="55563" cy="119063"/>
            </a:xfrm>
            <a:custGeom>
              <a:avLst/>
              <a:gdLst>
                <a:gd name="T0" fmla="*/ 4 w 35"/>
                <a:gd name="T1" fmla="*/ 0 h 75"/>
                <a:gd name="T2" fmla="*/ 35 w 35"/>
                <a:gd name="T3" fmla="*/ 75 h 75"/>
                <a:gd name="T4" fmla="*/ 0 w 35"/>
                <a:gd name="T5" fmla="*/ 2 h 75"/>
                <a:gd name="T6" fmla="*/ 4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4" y="0"/>
                  </a:moveTo>
                  <a:lnTo>
                    <a:pt x="35" y="75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D8F08D12-DC6A-C780-95BD-36D82E169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163" y="1403350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14E9A2FA-8485-13E8-5A60-57E81A7B5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4163" y="1403350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1BCA40B8-F061-C1EE-A95B-F022E663D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2576" y="1401763"/>
              <a:ext cx="53975" cy="119063"/>
            </a:xfrm>
            <a:custGeom>
              <a:avLst/>
              <a:gdLst>
                <a:gd name="T0" fmla="*/ 4 w 34"/>
                <a:gd name="T1" fmla="*/ 0 h 75"/>
                <a:gd name="T2" fmla="*/ 34 w 34"/>
                <a:gd name="T3" fmla="*/ 75 h 75"/>
                <a:gd name="T4" fmla="*/ 0 w 34"/>
                <a:gd name="T5" fmla="*/ 1 h 75"/>
                <a:gd name="T6" fmla="*/ 4 w 34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75">
                  <a:moveTo>
                    <a:pt x="4" y="0"/>
                  </a:moveTo>
                  <a:lnTo>
                    <a:pt x="34" y="75"/>
                  </a:lnTo>
                  <a:lnTo>
                    <a:pt x="0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68E017E9-BF25-703D-A3F2-3CD31683B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1151" y="1395413"/>
              <a:ext cx="53975" cy="115888"/>
            </a:xfrm>
            <a:custGeom>
              <a:avLst/>
              <a:gdLst>
                <a:gd name="T0" fmla="*/ 0 w 34"/>
                <a:gd name="T1" fmla="*/ 0 h 73"/>
                <a:gd name="T2" fmla="*/ 34 w 34"/>
                <a:gd name="T3" fmla="*/ 73 h 73"/>
                <a:gd name="T4" fmla="*/ 0 w 34"/>
                <a:gd name="T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73">
                  <a:moveTo>
                    <a:pt x="0" y="0"/>
                  </a:moveTo>
                  <a:lnTo>
                    <a:pt x="34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B4C2C404-6C54-AC21-723D-D53545945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151" y="1395413"/>
              <a:ext cx="53975" cy="1158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B6937D47-A662-E727-F0A0-24F2ED227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9563" y="1392238"/>
              <a:ext cx="55563" cy="119063"/>
            </a:xfrm>
            <a:custGeom>
              <a:avLst/>
              <a:gdLst>
                <a:gd name="T0" fmla="*/ 3 w 35"/>
                <a:gd name="T1" fmla="*/ 0 h 75"/>
                <a:gd name="T2" fmla="*/ 35 w 35"/>
                <a:gd name="T3" fmla="*/ 75 h 75"/>
                <a:gd name="T4" fmla="*/ 0 w 35"/>
                <a:gd name="T5" fmla="*/ 3 h 75"/>
                <a:gd name="T6" fmla="*/ 3 w 35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5">
                  <a:moveTo>
                    <a:pt x="3" y="0"/>
                  </a:moveTo>
                  <a:lnTo>
                    <a:pt x="35" y="75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F7CC719F-6AD2-AC2F-24F7-467ABCAEC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9726" y="1385888"/>
              <a:ext cx="52388" cy="117475"/>
            </a:xfrm>
            <a:custGeom>
              <a:avLst/>
              <a:gdLst>
                <a:gd name="T0" fmla="*/ 0 w 33"/>
                <a:gd name="T1" fmla="*/ 0 h 74"/>
                <a:gd name="T2" fmla="*/ 33 w 33"/>
                <a:gd name="T3" fmla="*/ 74 h 74"/>
                <a:gd name="T4" fmla="*/ 0 w 33"/>
                <a:gd name="T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4">
                  <a:moveTo>
                    <a:pt x="0" y="0"/>
                  </a:moveTo>
                  <a:lnTo>
                    <a:pt x="33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E3214226-F461-33DC-17B0-C791EB912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9726" y="1385888"/>
              <a:ext cx="52388" cy="1174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3BB73BD7-DFEA-6AAC-185A-A4BAC76A2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4963" y="1384300"/>
              <a:ext cx="57150" cy="119063"/>
            </a:xfrm>
            <a:custGeom>
              <a:avLst/>
              <a:gdLst>
                <a:gd name="T0" fmla="*/ 4 w 36"/>
                <a:gd name="T1" fmla="*/ 0 h 75"/>
                <a:gd name="T2" fmla="*/ 36 w 36"/>
                <a:gd name="T3" fmla="*/ 75 h 75"/>
                <a:gd name="T4" fmla="*/ 0 w 36"/>
                <a:gd name="T5" fmla="*/ 2 h 75"/>
                <a:gd name="T6" fmla="*/ 4 w 36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4" y="0"/>
                  </a:moveTo>
                  <a:lnTo>
                    <a:pt x="36" y="75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7860CB91-9C51-AE24-1F2B-2CB7FCB80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4926" y="1387475"/>
              <a:ext cx="414338" cy="284163"/>
            </a:xfrm>
            <a:custGeom>
              <a:avLst/>
              <a:gdLst>
                <a:gd name="T0" fmla="*/ 2 w 221"/>
                <a:gd name="T1" fmla="*/ 55 h 152"/>
                <a:gd name="T2" fmla="*/ 172 w 221"/>
                <a:gd name="T3" fmla="*/ 1 h 152"/>
                <a:gd name="T4" fmla="*/ 221 w 221"/>
                <a:gd name="T5" fmla="*/ 67 h 152"/>
                <a:gd name="T6" fmla="*/ 19 w 221"/>
                <a:gd name="T7" fmla="*/ 125 h 152"/>
                <a:gd name="T8" fmla="*/ 2 w 221"/>
                <a:gd name="T9" fmla="*/ 5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152">
                  <a:moveTo>
                    <a:pt x="2" y="55"/>
                  </a:moveTo>
                  <a:cubicBezTo>
                    <a:pt x="2" y="55"/>
                    <a:pt x="165" y="0"/>
                    <a:pt x="172" y="1"/>
                  </a:cubicBezTo>
                  <a:cubicBezTo>
                    <a:pt x="178" y="1"/>
                    <a:pt x="221" y="67"/>
                    <a:pt x="221" y="67"/>
                  </a:cubicBezTo>
                  <a:cubicBezTo>
                    <a:pt x="221" y="67"/>
                    <a:pt x="80" y="152"/>
                    <a:pt x="19" y="125"/>
                  </a:cubicBezTo>
                  <a:cubicBezTo>
                    <a:pt x="0" y="116"/>
                    <a:pt x="2" y="55"/>
                    <a:pt x="2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69543E05-15C1-E9C9-9A10-76ABD284D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1516063"/>
              <a:ext cx="869950" cy="1477963"/>
            </a:xfrm>
            <a:custGeom>
              <a:avLst/>
              <a:gdLst>
                <a:gd name="T0" fmla="*/ 0 w 464"/>
                <a:gd name="T1" fmla="*/ 83 h 789"/>
                <a:gd name="T2" fmla="*/ 240 w 464"/>
                <a:gd name="T3" fmla="*/ 0 h 789"/>
                <a:gd name="T4" fmla="*/ 456 w 464"/>
                <a:gd name="T5" fmla="*/ 715 h 789"/>
                <a:gd name="T6" fmla="*/ 266 w 464"/>
                <a:gd name="T7" fmla="*/ 777 h 789"/>
                <a:gd name="T8" fmla="*/ 0 w 464"/>
                <a:gd name="T9" fmla="*/ 83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789">
                  <a:moveTo>
                    <a:pt x="0" y="83"/>
                  </a:moveTo>
                  <a:cubicBezTo>
                    <a:pt x="0" y="83"/>
                    <a:pt x="81" y="80"/>
                    <a:pt x="240" y="0"/>
                  </a:cubicBezTo>
                  <a:cubicBezTo>
                    <a:pt x="251" y="10"/>
                    <a:pt x="424" y="584"/>
                    <a:pt x="456" y="715"/>
                  </a:cubicBezTo>
                  <a:cubicBezTo>
                    <a:pt x="464" y="748"/>
                    <a:pt x="275" y="789"/>
                    <a:pt x="266" y="777"/>
                  </a:cubicBezTo>
                  <a:cubicBezTo>
                    <a:pt x="257" y="764"/>
                    <a:pt x="12" y="105"/>
                    <a:pt x="0" y="83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B51FE10A-B034-77CB-E076-46D497EB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563" y="1516063"/>
              <a:ext cx="882650" cy="1535113"/>
            </a:xfrm>
            <a:custGeom>
              <a:avLst/>
              <a:gdLst>
                <a:gd name="T0" fmla="*/ 0 w 471"/>
                <a:gd name="T1" fmla="*/ 102 h 820"/>
                <a:gd name="T2" fmla="*/ 220 w 471"/>
                <a:gd name="T3" fmla="*/ 634 h 820"/>
                <a:gd name="T4" fmla="*/ 391 w 471"/>
                <a:gd name="T5" fmla="*/ 572 h 820"/>
                <a:gd name="T6" fmla="*/ 233 w 471"/>
                <a:gd name="T7" fmla="*/ 0 h 820"/>
                <a:gd name="T8" fmla="*/ 462 w 471"/>
                <a:gd name="T9" fmla="*/ 729 h 820"/>
                <a:gd name="T10" fmla="*/ 237 w 471"/>
                <a:gd name="T11" fmla="*/ 789 h 820"/>
                <a:gd name="T12" fmla="*/ 0 w 471"/>
                <a:gd name="T13" fmla="*/ 102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1" h="820">
                  <a:moveTo>
                    <a:pt x="0" y="102"/>
                  </a:moveTo>
                  <a:cubicBezTo>
                    <a:pt x="0" y="102"/>
                    <a:pt x="207" y="609"/>
                    <a:pt x="220" y="634"/>
                  </a:cubicBezTo>
                  <a:cubicBezTo>
                    <a:pt x="233" y="658"/>
                    <a:pt x="375" y="610"/>
                    <a:pt x="391" y="572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33" y="0"/>
                    <a:pt x="471" y="693"/>
                    <a:pt x="462" y="729"/>
                  </a:cubicBezTo>
                  <a:cubicBezTo>
                    <a:pt x="454" y="765"/>
                    <a:pt x="287" y="820"/>
                    <a:pt x="237" y="789"/>
                  </a:cubicBezTo>
                  <a:cubicBezTo>
                    <a:pt x="188" y="759"/>
                    <a:pt x="0" y="102"/>
                    <a:pt x="0" y="102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10DE741C-C10B-42A5-0A46-1E8841301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3651" y="1350963"/>
              <a:ext cx="503238" cy="338138"/>
            </a:xfrm>
            <a:custGeom>
              <a:avLst/>
              <a:gdLst>
                <a:gd name="T0" fmla="*/ 26 w 268"/>
                <a:gd name="T1" fmla="*/ 171 h 180"/>
                <a:gd name="T2" fmla="*/ 3 w 268"/>
                <a:gd name="T3" fmla="*/ 76 h 180"/>
                <a:gd name="T4" fmla="*/ 29 w 268"/>
                <a:gd name="T5" fmla="*/ 67 h 180"/>
                <a:gd name="T6" fmla="*/ 54 w 268"/>
                <a:gd name="T7" fmla="*/ 138 h 180"/>
                <a:gd name="T8" fmla="*/ 225 w 268"/>
                <a:gd name="T9" fmla="*/ 83 h 180"/>
                <a:gd name="T10" fmla="*/ 191 w 268"/>
                <a:gd name="T11" fmla="*/ 13 h 180"/>
                <a:gd name="T12" fmla="*/ 217 w 268"/>
                <a:gd name="T13" fmla="*/ 4 h 180"/>
                <a:gd name="T14" fmla="*/ 266 w 268"/>
                <a:gd name="T15" fmla="*/ 88 h 180"/>
                <a:gd name="T16" fmla="*/ 26 w 268"/>
                <a:gd name="T17" fmla="*/ 171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8" h="180">
                  <a:moveTo>
                    <a:pt x="26" y="171"/>
                  </a:moveTo>
                  <a:cubicBezTo>
                    <a:pt x="26" y="171"/>
                    <a:pt x="0" y="86"/>
                    <a:pt x="3" y="76"/>
                  </a:cubicBezTo>
                  <a:cubicBezTo>
                    <a:pt x="5" y="67"/>
                    <a:pt x="29" y="67"/>
                    <a:pt x="29" y="67"/>
                  </a:cubicBezTo>
                  <a:cubicBezTo>
                    <a:pt x="29" y="67"/>
                    <a:pt x="47" y="135"/>
                    <a:pt x="54" y="138"/>
                  </a:cubicBezTo>
                  <a:cubicBezTo>
                    <a:pt x="83" y="151"/>
                    <a:pt x="223" y="92"/>
                    <a:pt x="225" y="83"/>
                  </a:cubicBezTo>
                  <a:cubicBezTo>
                    <a:pt x="227" y="74"/>
                    <a:pt x="189" y="19"/>
                    <a:pt x="191" y="13"/>
                  </a:cubicBezTo>
                  <a:cubicBezTo>
                    <a:pt x="193" y="8"/>
                    <a:pt x="213" y="0"/>
                    <a:pt x="217" y="4"/>
                  </a:cubicBezTo>
                  <a:cubicBezTo>
                    <a:pt x="221" y="7"/>
                    <a:pt x="264" y="72"/>
                    <a:pt x="266" y="88"/>
                  </a:cubicBezTo>
                  <a:cubicBezTo>
                    <a:pt x="268" y="104"/>
                    <a:pt x="110" y="180"/>
                    <a:pt x="26" y="171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30E04211-4767-0322-7994-9D189B54C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6213" y="1695450"/>
              <a:ext cx="415925" cy="452438"/>
            </a:xfrm>
            <a:custGeom>
              <a:avLst/>
              <a:gdLst>
                <a:gd name="T0" fmla="*/ 0 w 222"/>
                <a:gd name="T1" fmla="*/ 56 h 241"/>
                <a:gd name="T2" fmla="*/ 162 w 222"/>
                <a:gd name="T3" fmla="*/ 0 h 241"/>
                <a:gd name="T4" fmla="*/ 220 w 222"/>
                <a:gd name="T5" fmla="*/ 168 h 241"/>
                <a:gd name="T6" fmla="*/ 62 w 222"/>
                <a:gd name="T7" fmla="*/ 228 h 241"/>
                <a:gd name="T8" fmla="*/ 0 w 222"/>
                <a:gd name="T9" fmla="*/ 56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241">
                  <a:moveTo>
                    <a:pt x="0" y="56"/>
                  </a:moveTo>
                  <a:cubicBezTo>
                    <a:pt x="0" y="56"/>
                    <a:pt x="114" y="33"/>
                    <a:pt x="162" y="0"/>
                  </a:cubicBezTo>
                  <a:cubicBezTo>
                    <a:pt x="162" y="0"/>
                    <a:pt x="217" y="153"/>
                    <a:pt x="220" y="168"/>
                  </a:cubicBezTo>
                  <a:cubicBezTo>
                    <a:pt x="222" y="183"/>
                    <a:pt x="71" y="241"/>
                    <a:pt x="62" y="228"/>
                  </a:cubicBezTo>
                  <a:cubicBezTo>
                    <a:pt x="55" y="217"/>
                    <a:pt x="0" y="56"/>
                    <a:pt x="0" y="56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749B45F8-B93A-380F-D927-CFF6AB19D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776" y="1589088"/>
              <a:ext cx="396875" cy="176213"/>
            </a:xfrm>
            <a:custGeom>
              <a:avLst/>
              <a:gdLst>
                <a:gd name="T0" fmla="*/ 0 w 212"/>
                <a:gd name="T1" fmla="*/ 71 h 94"/>
                <a:gd name="T2" fmla="*/ 204 w 212"/>
                <a:gd name="T3" fmla="*/ 0 h 94"/>
                <a:gd name="T4" fmla="*/ 212 w 212"/>
                <a:gd name="T5" fmla="*/ 24 h 94"/>
                <a:gd name="T6" fmla="*/ 8 w 212"/>
                <a:gd name="T7" fmla="*/ 94 h 94"/>
                <a:gd name="T8" fmla="*/ 0 w 212"/>
                <a:gd name="T9" fmla="*/ 7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94">
                  <a:moveTo>
                    <a:pt x="0" y="71"/>
                  </a:moveTo>
                  <a:cubicBezTo>
                    <a:pt x="0" y="71"/>
                    <a:pt x="116" y="61"/>
                    <a:pt x="204" y="0"/>
                  </a:cubicBezTo>
                  <a:cubicBezTo>
                    <a:pt x="212" y="24"/>
                    <a:pt x="212" y="24"/>
                    <a:pt x="212" y="24"/>
                  </a:cubicBezTo>
                  <a:cubicBezTo>
                    <a:pt x="212" y="24"/>
                    <a:pt x="130" y="82"/>
                    <a:pt x="8" y="94"/>
                  </a:cubicBezTo>
                  <a:lnTo>
                    <a:pt x="0" y="71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7FCB3414-A568-3210-F6CA-806A06AEB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2811463"/>
              <a:ext cx="334963" cy="139700"/>
            </a:xfrm>
            <a:custGeom>
              <a:avLst/>
              <a:gdLst>
                <a:gd name="T0" fmla="*/ 0 w 179"/>
                <a:gd name="T1" fmla="*/ 54 h 74"/>
                <a:gd name="T2" fmla="*/ 173 w 179"/>
                <a:gd name="T3" fmla="*/ 0 h 74"/>
                <a:gd name="T4" fmla="*/ 179 w 179"/>
                <a:gd name="T5" fmla="*/ 20 h 74"/>
                <a:gd name="T6" fmla="*/ 6 w 179"/>
                <a:gd name="T7" fmla="*/ 74 h 74"/>
                <a:gd name="T8" fmla="*/ 0 w 179"/>
                <a:gd name="T9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74">
                  <a:moveTo>
                    <a:pt x="0" y="54"/>
                  </a:moveTo>
                  <a:cubicBezTo>
                    <a:pt x="0" y="54"/>
                    <a:pt x="98" y="49"/>
                    <a:pt x="173" y="0"/>
                  </a:cubicBezTo>
                  <a:cubicBezTo>
                    <a:pt x="179" y="20"/>
                    <a:pt x="179" y="20"/>
                    <a:pt x="179" y="20"/>
                  </a:cubicBezTo>
                  <a:cubicBezTo>
                    <a:pt x="179" y="20"/>
                    <a:pt x="109" y="66"/>
                    <a:pt x="6" y="74"/>
                  </a:cubicBezTo>
                  <a:lnTo>
                    <a:pt x="0" y="54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17379ED6-D129-AC9E-55E3-A723C7815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2060575"/>
              <a:ext cx="338138" cy="139700"/>
            </a:xfrm>
            <a:custGeom>
              <a:avLst/>
              <a:gdLst>
                <a:gd name="T0" fmla="*/ 0 w 181"/>
                <a:gd name="T1" fmla="*/ 54 h 74"/>
                <a:gd name="T2" fmla="*/ 175 w 181"/>
                <a:gd name="T3" fmla="*/ 0 h 74"/>
                <a:gd name="T4" fmla="*/ 181 w 181"/>
                <a:gd name="T5" fmla="*/ 20 h 74"/>
                <a:gd name="T6" fmla="*/ 6 w 181"/>
                <a:gd name="T7" fmla="*/ 74 h 74"/>
                <a:gd name="T8" fmla="*/ 0 w 181"/>
                <a:gd name="T9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74">
                  <a:moveTo>
                    <a:pt x="0" y="54"/>
                  </a:moveTo>
                  <a:cubicBezTo>
                    <a:pt x="0" y="54"/>
                    <a:pt x="98" y="49"/>
                    <a:pt x="175" y="0"/>
                  </a:cubicBezTo>
                  <a:cubicBezTo>
                    <a:pt x="181" y="20"/>
                    <a:pt x="181" y="20"/>
                    <a:pt x="181" y="20"/>
                  </a:cubicBezTo>
                  <a:cubicBezTo>
                    <a:pt x="181" y="20"/>
                    <a:pt x="109" y="66"/>
                    <a:pt x="6" y="74"/>
                  </a:cubicBezTo>
                  <a:lnTo>
                    <a:pt x="0" y="54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8E59353D-ACB5-DC01-EFFC-E9706CFB6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251" y="1141413"/>
              <a:ext cx="1090613" cy="515938"/>
            </a:xfrm>
            <a:custGeom>
              <a:avLst/>
              <a:gdLst>
                <a:gd name="T0" fmla="*/ 42 w 582"/>
                <a:gd name="T1" fmla="*/ 195 h 275"/>
                <a:gd name="T2" fmla="*/ 288 w 582"/>
                <a:gd name="T3" fmla="*/ 12 h 275"/>
                <a:gd name="T4" fmla="*/ 556 w 582"/>
                <a:gd name="T5" fmla="*/ 79 h 275"/>
                <a:gd name="T6" fmla="*/ 577 w 582"/>
                <a:gd name="T7" fmla="*/ 178 h 275"/>
                <a:gd name="T8" fmla="*/ 520 w 582"/>
                <a:gd name="T9" fmla="*/ 153 h 275"/>
                <a:gd name="T10" fmla="*/ 450 w 582"/>
                <a:gd name="T11" fmla="*/ 132 h 275"/>
                <a:gd name="T12" fmla="*/ 340 w 582"/>
                <a:gd name="T13" fmla="*/ 132 h 275"/>
                <a:gd name="T14" fmla="*/ 149 w 582"/>
                <a:gd name="T15" fmla="*/ 264 h 275"/>
                <a:gd name="T16" fmla="*/ 42 w 582"/>
                <a:gd name="T17" fmla="*/ 19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2" h="275">
                  <a:moveTo>
                    <a:pt x="42" y="195"/>
                  </a:moveTo>
                  <a:cubicBezTo>
                    <a:pt x="42" y="195"/>
                    <a:pt x="226" y="25"/>
                    <a:pt x="288" y="12"/>
                  </a:cubicBezTo>
                  <a:cubicBezTo>
                    <a:pt x="350" y="0"/>
                    <a:pt x="531" y="51"/>
                    <a:pt x="556" y="79"/>
                  </a:cubicBezTo>
                  <a:cubicBezTo>
                    <a:pt x="582" y="108"/>
                    <a:pt x="575" y="170"/>
                    <a:pt x="577" y="178"/>
                  </a:cubicBezTo>
                  <a:cubicBezTo>
                    <a:pt x="580" y="185"/>
                    <a:pt x="553" y="188"/>
                    <a:pt x="520" y="153"/>
                  </a:cubicBezTo>
                  <a:cubicBezTo>
                    <a:pt x="486" y="118"/>
                    <a:pt x="450" y="132"/>
                    <a:pt x="450" y="132"/>
                  </a:cubicBezTo>
                  <a:cubicBezTo>
                    <a:pt x="450" y="132"/>
                    <a:pt x="353" y="143"/>
                    <a:pt x="340" y="132"/>
                  </a:cubicBezTo>
                  <a:cubicBezTo>
                    <a:pt x="340" y="132"/>
                    <a:pt x="298" y="252"/>
                    <a:pt x="149" y="264"/>
                  </a:cubicBezTo>
                  <a:cubicBezTo>
                    <a:pt x="0" y="275"/>
                    <a:pt x="42" y="195"/>
                    <a:pt x="42" y="195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4ED7B1B2-6D46-0FF3-66D7-71DF93655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738" y="1381125"/>
              <a:ext cx="285750" cy="290513"/>
            </a:xfrm>
            <a:custGeom>
              <a:avLst/>
              <a:gdLst>
                <a:gd name="T0" fmla="*/ 0 w 152"/>
                <a:gd name="T1" fmla="*/ 126 h 155"/>
                <a:gd name="T2" fmla="*/ 152 w 152"/>
                <a:gd name="T3" fmla="*/ 0 h 155"/>
                <a:gd name="T4" fmla="*/ 0 w 152"/>
                <a:gd name="T5" fmla="*/ 126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155">
                  <a:moveTo>
                    <a:pt x="0" y="126"/>
                  </a:moveTo>
                  <a:cubicBezTo>
                    <a:pt x="0" y="126"/>
                    <a:pt x="100" y="124"/>
                    <a:pt x="152" y="0"/>
                  </a:cubicBezTo>
                  <a:cubicBezTo>
                    <a:pt x="152" y="0"/>
                    <a:pt x="119" y="155"/>
                    <a:pt x="0" y="126"/>
                  </a:cubicBezTo>
                  <a:close/>
                </a:path>
              </a:pathLst>
            </a:custGeom>
            <a:solidFill>
              <a:srgbClr val="E8B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2C8F83BD-EBC1-23FF-AFC1-0B1B6BB80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1117600"/>
              <a:ext cx="423863" cy="219075"/>
            </a:xfrm>
            <a:custGeom>
              <a:avLst/>
              <a:gdLst>
                <a:gd name="T0" fmla="*/ 22 w 226"/>
                <a:gd name="T1" fmla="*/ 0 h 117"/>
                <a:gd name="T2" fmla="*/ 201 w 226"/>
                <a:gd name="T3" fmla="*/ 4 h 117"/>
                <a:gd name="T4" fmla="*/ 226 w 226"/>
                <a:gd name="T5" fmla="*/ 83 h 117"/>
                <a:gd name="T6" fmla="*/ 16 w 226"/>
                <a:gd name="T7" fmla="*/ 72 h 117"/>
                <a:gd name="T8" fmla="*/ 22 w 22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117">
                  <a:moveTo>
                    <a:pt x="22" y="0"/>
                  </a:moveTo>
                  <a:cubicBezTo>
                    <a:pt x="22" y="0"/>
                    <a:pt x="195" y="2"/>
                    <a:pt x="201" y="4"/>
                  </a:cubicBezTo>
                  <a:cubicBezTo>
                    <a:pt x="206" y="7"/>
                    <a:pt x="226" y="83"/>
                    <a:pt x="226" y="83"/>
                  </a:cubicBezTo>
                  <a:cubicBezTo>
                    <a:pt x="226" y="83"/>
                    <a:pt x="64" y="117"/>
                    <a:pt x="16" y="72"/>
                  </a:cubicBezTo>
                  <a:cubicBezTo>
                    <a:pt x="0" y="57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23A4F940-610D-A6D9-E590-212416F47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863" y="1111250"/>
              <a:ext cx="12700" cy="128588"/>
            </a:xfrm>
            <a:custGeom>
              <a:avLst/>
              <a:gdLst>
                <a:gd name="T0" fmla="*/ 0 w 8"/>
                <a:gd name="T1" fmla="*/ 0 h 81"/>
                <a:gd name="T2" fmla="*/ 8 w 8"/>
                <a:gd name="T3" fmla="*/ 81 h 81"/>
                <a:gd name="T4" fmla="*/ 0 w 8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81">
                  <a:moveTo>
                    <a:pt x="0" y="0"/>
                  </a:moveTo>
                  <a:lnTo>
                    <a:pt x="8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B9D6380A-F7A1-C67D-E3EB-493D8014F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1111250"/>
              <a:ext cx="12700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2136445D-F325-7427-400A-A97775245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8688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E371D189-AF2D-B0A0-AACE-544A93407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3288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F40A1ABE-5C97-87D4-CF93-4F21E6BC49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3288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466A05E8-27E5-11EB-443E-3E567A3C3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526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09155B24-F99E-BE01-FAA8-730BA223B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3126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2609CE30-1F76-5F7C-5164-858BA2604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3126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B29DE68D-1EEB-DDCC-1417-BFB7889C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B91E4AB7-9583-A3C9-C4FF-5D82A91C6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963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F51AA70A-8324-7648-2943-E52090CB4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2963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02A34815-E392-583A-DDDC-C707D305C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01" y="1109663"/>
              <a:ext cx="15875" cy="130175"/>
            </a:xfrm>
            <a:custGeom>
              <a:avLst/>
              <a:gdLst>
                <a:gd name="T0" fmla="*/ 5 w 10"/>
                <a:gd name="T1" fmla="*/ 0 h 82"/>
                <a:gd name="T2" fmla="*/ 10 w 10"/>
                <a:gd name="T3" fmla="*/ 82 h 82"/>
                <a:gd name="T4" fmla="*/ 0 w 10"/>
                <a:gd name="T5" fmla="*/ 1 h 82"/>
                <a:gd name="T6" fmla="*/ 5 w 10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2">
                  <a:moveTo>
                    <a:pt x="5" y="0"/>
                  </a:moveTo>
                  <a:lnTo>
                    <a:pt x="10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1C46C7DF-066C-E0C2-7B83-83B2EBA40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5976" y="1111250"/>
              <a:ext cx="14288" cy="128588"/>
            </a:xfrm>
            <a:custGeom>
              <a:avLst/>
              <a:gdLst>
                <a:gd name="T0" fmla="*/ 0 w 9"/>
                <a:gd name="T1" fmla="*/ 0 h 81"/>
                <a:gd name="T2" fmla="*/ 9 w 9"/>
                <a:gd name="T3" fmla="*/ 81 h 81"/>
                <a:gd name="T4" fmla="*/ 0 w 9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81">
                  <a:moveTo>
                    <a:pt x="0" y="0"/>
                  </a:moveTo>
                  <a:lnTo>
                    <a:pt x="9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627589AB-70C8-8826-5277-99621DB99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6" y="1111250"/>
              <a:ext cx="14288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B5034F4F-93CB-8A5B-693E-2F455FCBE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801" y="1109663"/>
              <a:ext cx="17463" cy="130175"/>
            </a:xfrm>
            <a:custGeom>
              <a:avLst/>
              <a:gdLst>
                <a:gd name="T0" fmla="*/ 5 w 11"/>
                <a:gd name="T1" fmla="*/ 0 h 82"/>
                <a:gd name="T2" fmla="*/ 11 w 11"/>
                <a:gd name="T3" fmla="*/ 82 h 82"/>
                <a:gd name="T4" fmla="*/ 0 w 11"/>
                <a:gd name="T5" fmla="*/ 1 h 82"/>
                <a:gd name="T6" fmla="*/ 5 w 11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82">
                  <a:moveTo>
                    <a:pt x="5" y="0"/>
                  </a:moveTo>
                  <a:lnTo>
                    <a:pt x="11" y="82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C76121FD-9EF0-FC44-8C53-E0AC76B29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2163" y="1111250"/>
              <a:ext cx="6350" cy="130175"/>
            </a:xfrm>
            <a:custGeom>
              <a:avLst/>
              <a:gdLst>
                <a:gd name="T0" fmla="*/ 0 w 4"/>
                <a:gd name="T1" fmla="*/ 0 h 82"/>
                <a:gd name="T2" fmla="*/ 4 w 4"/>
                <a:gd name="T3" fmla="*/ 82 h 82"/>
                <a:gd name="T4" fmla="*/ 0 w 4"/>
                <a:gd name="T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82">
                  <a:moveTo>
                    <a:pt x="0" y="0"/>
                  </a:moveTo>
                  <a:lnTo>
                    <a:pt x="4" y="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7E5A4034-A567-0A5C-2E92-CC8760EFD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2163" y="1111250"/>
              <a:ext cx="6350" cy="13017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E21A961B-64B1-A88C-BF3A-EF18EDD42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988" y="1111250"/>
              <a:ext cx="9525" cy="130175"/>
            </a:xfrm>
            <a:custGeom>
              <a:avLst/>
              <a:gdLst>
                <a:gd name="T0" fmla="*/ 4 w 6"/>
                <a:gd name="T1" fmla="*/ 0 h 82"/>
                <a:gd name="T2" fmla="*/ 6 w 6"/>
                <a:gd name="T3" fmla="*/ 82 h 82"/>
                <a:gd name="T4" fmla="*/ 0 w 6"/>
                <a:gd name="T5" fmla="*/ 0 h 82"/>
                <a:gd name="T6" fmla="*/ 4 w 6"/>
                <a:gd name="T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82">
                  <a:moveTo>
                    <a:pt x="4" y="0"/>
                  </a:moveTo>
                  <a:lnTo>
                    <a:pt x="6" y="82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E3398BCD-3AEB-329C-EB2D-E0BE34858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2026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3EED3A8A-A093-4EB4-04B4-2216EAA28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2026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BA73E4C1-BD2F-B95B-7FDF-DD700B5CC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8851" y="1111250"/>
              <a:ext cx="14288" cy="128588"/>
            </a:xfrm>
            <a:custGeom>
              <a:avLst/>
              <a:gdLst>
                <a:gd name="T0" fmla="*/ 5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5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5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AD9FD5AC-EAF9-04E0-CAFD-E01E941A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3776" y="1111250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9E0452C2-791A-9124-5B24-94FEFBA67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3776" y="1111250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69E5FFC6-904A-0931-7204-0B7D74207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601" y="1111250"/>
              <a:ext cx="14288" cy="128588"/>
            </a:xfrm>
            <a:custGeom>
              <a:avLst/>
              <a:gdLst>
                <a:gd name="T0" fmla="*/ 5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5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5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BCE0C331-010B-44E6-A633-07D40301D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6" y="1116013"/>
              <a:ext cx="12700" cy="128588"/>
            </a:xfrm>
            <a:custGeom>
              <a:avLst/>
              <a:gdLst>
                <a:gd name="T0" fmla="*/ 0 w 8"/>
                <a:gd name="T1" fmla="*/ 0 h 81"/>
                <a:gd name="T2" fmla="*/ 8 w 8"/>
                <a:gd name="T3" fmla="*/ 81 h 81"/>
                <a:gd name="T4" fmla="*/ 0 w 8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81">
                  <a:moveTo>
                    <a:pt x="0" y="0"/>
                  </a:moveTo>
                  <a:lnTo>
                    <a:pt x="8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12632F42-B9F2-A8E3-70F0-6E908A0C5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5526" y="1116013"/>
              <a:ext cx="12700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AD1E6DE7-658F-0B0B-ACCC-8BC99ABD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2351" y="1116013"/>
              <a:ext cx="15875" cy="128588"/>
            </a:xfrm>
            <a:custGeom>
              <a:avLst/>
              <a:gdLst>
                <a:gd name="T0" fmla="*/ 5 w 10"/>
                <a:gd name="T1" fmla="*/ 0 h 81"/>
                <a:gd name="T2" fmla="*/ 10 w 10"/>
                <a:gd name="T3" fmla="*/ 81 h 81"/>
                <a:gd name="T4" fmla="*/ 0 w 10"/>
                <a:gd name="T5" fmla="*/ 0 h 81"/>
                <a:gd name="T6" fmla="*/ 5 w 10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1">
                  <a:moveTo>
                    <a:pt x="5" y="0"/>
                  </a:moveTo>
                  <a:lnTo>
                    <a:pt x="10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id="{8598D857-9719-918E-14EC-EFF89A0F4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101" y="1116013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3A7C2534-8A88-F049-C5F3-F970044F2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4101" y="1116013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40FD5D29-ED2A-7A67-75A7-2C8AAB014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0926" y="1116013"/>
              <a:ext cx="14288" cy="128588"/>
            </a:xfrm>
            <a:custGeom>
              <a:avLst/>
              <a:gdLst>
                <a:gd name="T0" fmla="*/ 5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5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5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5A4C2BDD-E167-B2EA-69A3-74B2FC65B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676" y="1116013"/>
              <a:ext cx="11113" cy="128588"/>
            </a:xfrm>
            <a:custGeom>
              <a:avLst/>
              <a:gdLst>
                <a:gd name="T0" fmla="*/ 0 w 7"/>
                <a:gd name="T1" fmla="*/ 0 h 81"/>
                <a:gd name="T2" fmla="*/ 7 w 7"/>
                <a:gd name="T3" fmla="*/ 81 h 81"/>
                <a:gd name="T4" fmla="*/ 0 w 7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81">
                  <a:moveTo>
                    <a:pt x="0" y="0"/>
                  </a:moveTo>
                  <a:lnTo>
                    <a:pt x="7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92">
              <a:extLst>
                <a:ext uri="{FF2B5EF4-FFF2-40B4-BE49-F238E27FC236}">
                  <a16:creationId xmlns:a16="http://schemas.microsoft.com/office/drawing/2014/main" id="{19320EF5-E921-2B01-69C6-B3D1918A5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2676" y="1116013"/>
              <a:ext cx="11113" cy="1285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D933F554-A8FC-6E43-DBA5-3CA4552D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9501" y="1116013"/>
              <a:ext cx="14288" cy="128588"/>
            </a:xfrm>
            <a:custGeom>
              <a:avLst/>
              <a:gdLst>
                <a:gd name="T0" fmla="*/ 4 w 9"/>
                <a:gd name="T1" fmla="*/ 0 h 81"/>
                <a:gd name="T2" fmla="*/ 9 w 9"/>
                <a:gd name="T3" fmla="*/ 81 h 81"/>
                <a:gd name="T4" fmla="*/ 0 w 9"/>
                <a:gd name="T5" fmla="*/ 0 h 81"/>
                <a:gd name="T6" fmla="*/ 4 w 9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1">
                  <a:moveTo>
                    <a:pt x="4" y="0"/>
                  </a:moveTo>
                  <a:lnTo>
                    <a:pt x="9" y="81"/>
                  </a:ln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AED2BBC3-F9A5-1A17-7762-4310003CC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1117600"/>
              <a:ext cx="423863" cy="219075"/>
            </a:xfrm>
            <a:custGeom>
              <a:avLst/>
              <a:gdLst>
                <a:gd name="T0" fmla="*/ 22 w 226"/>
                <a:gd name="T1" fmla="*/ 0 h 117"/>
                <a:gd name="T2" fmla="*/ 201 w 226"/>
                <a:gd name="T3" fmla="*/ 4 h 117"/>
                <a:gd name="T4" fmla="*/ 226 w 226"/>
                <a:gd name="T5" fmla="*/ 83 h 117"/>
                <a:gd name="T6" fmla="*/ 16 w 226"/>
                <a:gd name="T7" fmla="*/ 72 h 117"/>
                <a:gd name="T8" fmla="*/ 22 w 22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117">
                  <a:moveTo>
                    <a:pt x="22" y="0"/>
                  </a:moveTo>
                  <a:cubicBezTo>
                    <a:pt x="22" y="0"/>
                    <a:pt x="195" y="2"/>
                    <a:pt x="201" y="4"/>
                  </a:cubicBezTo>
                  <a:cubicBezTo>
                    <a:pt x="206" y="7"/>
                    <a:pt x="226" y="83"/>
                    <a:pt x="226" y="83"/>
                  </a:cubicBezTo>
                  <a:cubicBezTo>
                    <a:pt x="226" y="83"/>
                    <a:pt x="64" y="117"/>
                    <a:pt x="16" y="72"/>
                  </a:cubicBezTo>
                  <a:cubicBezTo>
                    <a:pt x="0" y="57"/>
                    <a:pt x="22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5">
              <a:extLst>
                <a:ext uri="{FF2B5EF4-FFF2-40B4-BE49-F238E27FC236}">
                  <a16:creationId xmlns:a16="http://schemas.microsoft.com/office/drawing/2014/main" id="{9B13A2E0-0C5A-0481-A44A-9A96DD38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9613" y="1290638"/>
              <a:ext cx="488950" cy="1458913"/>
            </a:xfrm>
            <a:custGeom>
              <a:avLst/>
              <a:gdLst>
                <a:gd name="T0" fmla="*/ 0 w 261"/>
                <a:gd name="T1" fmla="*/ 0 h 780"/>
                <a:gd name="T2" fmla="*/ 254 w 261"/>
                <a:gd name="T3" fmla="*/ 0 h 780"/>
                <a:gd name="T4" fmla="*/ 225 w 261"/>
                <a:gd name="T5" fmla="*/ 747 h 780"/>
                <a:gd name="T6" fmla="*/ 25 w 261"/>
                <a:gd name="T7" fmla="*/ 743 h 780"/>
                <a:gd name="T8" fmla="*/ 0 w 261"/>
                <a:gd name="T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780">
                  <a:moveTo>
                    <a:pt x="0" y="0"/>
                  </a:moveTo>
                  <a:cubicBezTo>
                    <a:pt x="0" y="0"/>
                    <a:pt x="77" y="24"/>
                    <a:pt x="254" y="0"/>
                  </a:cubicBezTo>
                  <a:cubicBezTo>
                    <a:pt x="261" y="13"/>
                    <a:pt x="237" y="613"/>
                    <a:pt x="225" y="747"/>
                  </a:cubicBezTo>
                  <a:cubicBezTo>
                    <a:pt x="222" y="780"/>
                    <a:pt x="29" y="758"/>
                    <a:pt x="25" y="743"/>
                  </a:cubicBezTo>
                  <a:cubicBezTo>
                    <a:pt x="20" y="728"/>
                    <a:pt x="4" y="25"/>
                    <a:pt x="0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id="{64B36A50-0EC5-8EBF-015F-0D87F11B4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1290638"/>
              <a:ext cx="546100" cy="1487488"/>
            </a:xfrm>
            <a:custGeom>
              <a:avLst/>
              <a:gdLst>
                <a:gd name="T0" fmla="*/ 37 w 291"/>
                <a:gd name="T1" fmla="*/ 20 h 795"/>
                <a:gd name="T2" fmla="*/ 71 w 291"/>
                <a:gd name="T3" fmla="*/ 595 h 795"/>
                <a:gd name="T4" fmla="*/ 253 w 291"/>
                <a:gd name="T5" fmla="*/ 593 h 795"/>
                <a:gd name="T6" fmla="*/ 291 w 291"/>
                <a:gd name="T7" fmla="*/ 0 h 795"/>
                <a:gd name="T8" fmla="*/ 270 w 291"/>
                <a:gd name="T9" fmla="*/ 764 h 795"/>
                <a:gd name="T10" fmla="*/ 37 w 291"/>
                <a:gd name="T11" fmla="*/ 748 h 795"/>
                <a:gd name="T12" fmla="*/ 37 w 291"/>
                <a:gd name="T13" fmla="*/ 20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1" h="795">
                  <a:moveTo>
                    <a:pt x="37" y="20"/>
                  </a:moveTo>
                  <a:cubicBezTo>
                    <a:pt x="37" y="20"/>
                    <a:pt x="67" y="568"/>
                    <a:pt x="71" y="595"/>
                  </a:cubicBezTo>
                  <a:cubicBezTo>
                    <a:pt x="76" y="623"/>
                    <a:pt x="226" y="623"/>
                    <a:pt x="253" y="593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291" y="0"/>
                    <a:pt x="289" y="733"/>
                    <a:pt x="270" y="764"/>
                  </a:cubicBezTo>
                  <a:cubicBezTo>
                    <a:pt x="250" y="795"/>
                    <a:pt x="74" y="793"/>
                    <a:pt x="37" y="748"/>
                  </a:cubicBezTo>
                  <a:cubicBezTo>
                    <a:pt x="0" y="703"/>
                    <a:pt x="37" y="20"/>
                    <a:pt x="37" y="2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7">
              <a:extLst>
                <a:ext uri="{FF2B5EF4-FFF2-40B4-BE49-F238E27FC236}">
                  <a16:creationId xmlns:a16="http://schemas.microsoft.com/office/drawing/2014/main" id="{4F8DA715-36F4-0E07-E7B7-D6762340E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9613" y="1093788"/>
              <a:ext cx="481013" cy="263525"/>
            </a:xfrm>
            <a:custGeom>
              <a:avLst/>
              <a:gdLst>
                <a:gd name="T0" fmla="*/ 0 w 257"/>
                <a:gd name="T1" fmla="*/ 105 h 141"/>
                <a:gd name="T2" fmla="*/ 9 w 257"/>
                <a:gd name="T3" fmla="*/ 9 h 141"/>
                <a:gd name="T4" fmla="*/ 37 w 257"/>
                <a:gd name="T5" fmla="*/ 9 h 141"/>
                <a:gd name="T6" fmla="*/ 37 w 257"/>
                <a:gd name="T7" fmla="*/ 84 h 141"/>
                <a:gd name="T8" fmla="*/ 217 w 257"/>
                <a:gd name="T9" fmla="*/ 87 h 141"/>
                <a:gd name="T10" fmla="*/ 208 w 257"/>
                <a:gd name="T11" fmla="*/ 10 h 141"/>
                <a:gd name="T12" fmla="*/ 235 w 257"/>
                <a:gd name="T13" fmla="*/ 10 h 141"/>
                <a:gd name="T14" fmla="*/ 254 w 257"/>
                <a:gd name="T15" fmla="*/ 105 h 141"/>
                <a:gd name="T16" fmla="*/ 0 w 257"/>
                <a:gd name="T17" fmla="*/ 105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7" h="141">
                  <a:moveTo>
                    <a:pt x="0" y="105"/>
                  </a:moveTo>
                  <a:cubicBezTo>
                    <a:pt x="0" y="105"/>
                    <a:pt x="3" y="17"/>
                    <a:pt x="9" y="9"/>
                  </a:cubicBezTo>
                  <a:cubicBezTo>
                    <a:pt x="14" y="0"/>
                    <a:pt x="37" y="9"/>
                    <a:pt x="37" y="9"/>
                  </a:cubicBezTo>
                  <a:cubicBezTo>
                    <a:pt x="37" y="9"/>
                    <a:pt x="31" y="78"/>
                    <a:pt x="37" y="84"/>
                  </a:cubicBezTo>
                  <a:cubicBezTo>
                    <a:pt x="60" y="105"/>
                    <a:pt x="212" y="95"/>
                    <a:pt x="217" y="87"/>
                  </a:cubicBezTo>
                  <a:cubicBezTo>
                    <a:pt x="221" y="80"/>
                    <a:pt x="204" y="15"/>
                    <a:pt x="208" y="10"/>
                  </a:cubicBezTo>
                  <a:cubicBezTo>
                    <a:pt x="211" y="6"/>
                    <a:pt x="232" y="5"/>
                    <a:pt x="235" y="10"/>
                  </a:cubicBezTo>
                  <a:cubicBezTo>
                    <a:pt x="237" y="14"/>
                    <a:pt x="257" y="90"/>
                    <a:pt x="254" y="105"/>
                  </a:cubicBezTo>
                  <a:cubicBezTo>
                    <a:pt x="251" y="121"/>
                    <a:pt x="77" y="141"/>
                    <a:pt x="0" y="105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8">
              <a:extLst>
                <a:ext uri="{FF2B5EF4-FFF2-40B4-BE49-F238E27FC236}">
                  <a16:creationId xmlns:a16="http://schemas.microsoft.com/office/drawing/2014/main" id="{ECC5B74B-B1A7-A573-576E-052F95F99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2163" y="1457325"/>
              <a:ext cx="325438" cy="369888"/>
            </a:xfrm>
            <a:custGeom>
              <a:avLst/>
              <a:gdLst>
                <a:gd name="T0" fmla="*/ 0 w 174"/>
                <a:gd name="T1" fmla="*/ 0 h 198"/>
                <a:gd name="T2" fmla="*/ 172 w 174"/>
                <a:gd name="T3" fmla="*/ 0 h 198"/>
                <a:gd name="T4" fmla="*/ 172 w 174"/>
                <a:gd name="T5" fmla="*/ 178 h 198"/>
                <a:gd name="T6" fmla="*/ 3 w 174"/>
                <a:gd name="T7" fmla="*/ 183 h 198"/>
                <a:gd name="T8" fmla="*/ 0 w 174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198">
                  <a:moveTo>
                    <a:pt x="0" y="0"/>
                  </a:moveTo>
                  <a:cubicBezTo>
                    <a:pt x="0" y="0"/>
                    <a:pt x="115" y="15"/>
                    <a:pt x="172" y="0"/>
                  </a:cubicBezTo>
                  <a:cubicBezTo>
                    <a:pt x="172" y="0"/>
                    <a:pt x="174" y="163"/>
                    <a:pt x="172" y="178"/>
                  </a:cubicBezTo>
                  <a:cubicBezTo>
                    <a:pt x="169" y="193"/>
                    <a:pt x="7" y="198"/>
                    <a:pt x="3" y="183"/>
                  </a:cubicBezTo>
                  <a:cubicBezTo>
                    <a:pt x="0" y="17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99">
              <a:extLst>
                <a:ext uri="{FF2B5EF4-FFF2-40B4-BE49-F238E27FC236}">
                  <a16:creationId xmlns:a16="http://schemas.microsoft.com/office/drawing/2014/main" id="{D172A470-A75A-59CD-A517-6F4952236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6" y="1358900"/>
              <a:ext cx="403225" cy="98425"/>
            </a:xfrm>
            <a:custGeom>
              <a:avLst/>
              <a:gdLst>
                <a:gd name="T0" fmla="*/ 0 w 215"/>
                <a:gd name="T1" fmla="*/ 0 h 52"/>
                <a:gd name="T2" fmla="*/ 215 w 215"/>
                <a:gd name="T3" fmla="*/ 0 h 52"/>
                <a:gd name="T4" fmla="*/ 215 w 215"/>
                <a:gd name="T5" fmla="*/ 25 h 52"/>
                <a:gd name="T6" fmla="*/ 0 w 215"/>
                <a:gd name="T7" fmla="*/ 25 h 52"/>
                <a:gd name="T8" fmla="*/ 0 w 215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52">
                  <a:moveTo>
                    <a:pt x="0" y="0"/>
                  </a:moveTo>
                  <a:cubicBezTo>
                    <a:pt x="0" y="0"/>
                    <a:pt x="112" y="28"/>
                    <a:pt x="215" y="0"/>
                  </a:cubicBezTo>
                  <a:cubicBezTo>
                    <a:pt x="215" y="25"/>
                    <a:pt x="215" y="25"/>
                    <a:pt x="215" y="25"/>
                  </a:cubicBezTo>
                  <a:cubicBezTo>
                    <a:pt x="215" y="25"/>
                    <a:pt x="118" y="52"/>
                    <a:pt x="0" y="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id="{80FDEC6A-7C77-7C7C-C526-69E6B14D1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13" y="2627313"/>
              <a:ext cx="341313" cy="87313"/>
            </a:xfrm>
            <a:custGeom>
              <a:avLst/>
              <a:gdLst>
                <a:gd name="T0" fmla="*/ 1 w 182"/>
                <a:gd name="T1" fmla="*/ 0 h 47"/>
                <a:gd name="T2" fmla="*/ 182 w 182"/>
                <a:gd name="T3" fmla="*/ 5 h 47"/>
                <a:gd name="T4" fmla="*/ 182 w 182"/>
                <a:gd name="T5" fmla="*/ 26 h 47"/>
                <a:gd name="T6" fmla="*/ 0 w 182"/>
                <a:gd name="T7" fmla="*/ 21 h 47"/>
                <a:gd name="T8" fmla="*/ 1 w 182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47">
                  <a:moveTo>
                    <a:pt x="1" y="0"/>
                  </a:moveTo>
                  <a:cubicBezTo>
                    <a:pt x="1" y="0"/>
                    <a:pt x="95" y="27"/>
                    <a:pt x="182" y="5"/>
                  </a:cubicBezTo>
                  <a:cubicBezTo>
                    <a:pt x="182" y="26"/>
                    <a:pt x="182" y="26"/>
                    <a:pt x="182" y="26"/>
                  </a:cubicBezTo>
                  <a:cubicBezTo>
                    <a:pt x="182" y="26"/>
                    <a:pt x="100" y="47"/>
                    <a:pt x="0" y="2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101">
              <a:extLst>
                <a:ext uri="{FF2B5EF4-FFF2-40B4-BE49-F238E27FC236}">
                  <a16:creationId xmlns:a16="http://schemas.microsoft.com/office/drawing/2014/main" id="{2F076A08-339D-D309-7FC3-9E4B23B1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13" y="1833563"/>
              <a:ext cx="342900" cy="87313"/>
            </a:xfrm>
            <a:custGeom>
              <a:avLst/>
              <a:gdLst>
                <a:gd name="T0" fmla="*/ 0 w 183"/>
                <a:gd name="T1" fmla="*/ 0 h 47"/>
                <a:gd name="T2" fmla="*/ 183 w 183"/>
                <a:gd name="T3" fmla="*/ 5 h 47"/>
                <a:gd name="T4" fmla="*/ 182 w 183"/>
                <a:gd name="T5" fmla="*/ 26 h 47"/>
                <a:gd name="T6" fmla="*/ 0 w 183"/>
                <a:gd name="T7" fmla="*/ 21 h 47"/>
                <a:gd name="T8" fmla="*/ 0 w 183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47">
                  <a:moveTo>
                    <a:pt x="0" y="0"/>
                  </a:moveTo>
                  <a:cubicBezTo>
                    <a:pt x="0" y="0"/>
                    <a:pt x="95" y="27"/>
                    <a:pt x="183" y="5"/>
                  </a:cubicBezTo>
                  <a:cubicBezTo>
                    <a:pt x="182" y="26"/>
                    <a:pt x="182" y="26"/>
                    <a:pt x="182" y="26"/>
                  </a:cubicBezTo>
                  <a:cubicBezTo>
                    <a:pt x="182" y="26"/>
                    <a:pt x="100" y="47"/>
                    <a:pt x="0" y="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102">
              <a:extLst>
                <a:ext uri="{FF2B5EF4-FFF2-40B4-BE49-F238E27FC236}">
                  <a16:creationId xmlns:a16="http://schemas.microsoft.com/office/drawing/2014/main" id="{D0007715-49F4-03B5-2B40-1D3AF13AE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288" y="1958975"/>
              <a:ext cx="374650" cy="336550"/>
            </a:xfrm>
            <a:custGeom>
              <a:avLst/>
              <a:gdLst>
                <a:gd name="T0" fmla="*/ 49 w 200"/>
                <a:gd name="T1" fmla="*/ 0 h 180"/>
                <a:gd name="T2" fmla="*/ 197 w 200"/>
                <a:gd name="T3" fmla="*/ 100 h 180"/>
                <a:gd name="T4" fmla="*/ 175 w 200"/>
                <a:gd name="T5" fmla="*/ 180 h 180"/>
                <a:gd name="T6" fmla="*/ 5 w 200"/>
                <a:gd name="T7" fmla="*/ 56 h 180"/>
                <a:gd name="T8" fmla="*/ 49 w 200"/>
                <a:gd name="T9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80">
                  <a:moveTo>
                    <a:pt x="49" y="0"/>
                  </a:moveTo>
                  <a:cubicBezTo>
                    <a:pt x="49" y="0"/>
                    <a:pt x="193" y="95"/>
                    <a:pt x="197" y="100"/>
                  </a:cubicBezTo>
                  <a:cubicBezTo>
                    <a:pt x="200" y="105"/>
                    <a:pt x="175" y="180"/>
                    <a:pt x="175" y="180"/>
                  </a:cubicBezTo>
                  <a:cubicBezTo>
                    <a:pt x="175" y="180"/>
                    <a:pt x="21" y="121"/>
                    <a:pt x="5" y="56"/>
                  </a:cubicBezTo>
                  <a:cubicBezTo>
                    <a:pt x="0" y="36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CCEB3750-C91C-6503-008B-120021673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1" y="2044700"/>
              <a:ext cx="60325" cy="112713"/>
            </a:xfrm>
            <a:custGeom>
              <a:avLst/>
              <a:gdLst>
                <a:gd name="T0" fmla="*/ 38 w 38"/>
                <a:gd name="T1" fmla="*/ 0 h 71"/>
                <a:gd name="T2" fmla="*/ 0 w 38"/>
                <a:gd name="T3" fmla="*/ 71 h 71"/>
                <a:gd name="T4" fmla="*/ 38 w 38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1">
                  <a:moveTo>
                    <a:pt x="38" y="0"/>
                  </a:moveTo>
                  <a:lnTo>
                    <a:pt x="0" y="7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104">
              <a:extLst>
                <a:ext uri="{FF2B5EF4-FFF2-40B4-BE49-F238E27FC236}">
                  <a16:creationId xmlns:a16="http://schemas.microsoft.com/office/drawing/2014/main" id="{6D90CCC6-6F62-E7BD-3385-5EF9A0C81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7501" y="2044700"/>
              <a:ext cx="60325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513809F8-A4C7-DC43-D4C4-DC9388338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1" y="2043113"/>
              <a:ext cx="65088" cy="114300"/>
            </a:xfrm>
            <a:custGeom>
              <a:avLst/>
              <a:gdLst>
                <a:gd name="T0" fmla="*/ 41 w 41"/>
                <a:gd name="T1" fmla="*/ 1 h 72"/>
                <a:gd name="T2" fmla="*/ 0 w 41"/>
                <a:gd name="T3" fmla="*/ 72 h 72"/>
                <a:gd name="T4" fmla="*/ 37 w 41"/>
                <a:gd name="T5" fmla="*/ 0 h 72"/>
                <a:gd name="T6" fmla="*/ 41 w 41"/>
                <a:gd name="T7" fmla="*/ 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72">
                  <a:moveTo>
                    <a:pt x="41" y="1"/>
                  </a:moveTo>
                  <a:lnTo>
                    <a:pt x="0" y="72"/>
                  </a:lnTo>
                  <a:lnTo>
                    <a:pt x="37" y="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06">
              <a:extLst>
                <a:ext uri="{FF2B5EF4-FFF2-40B4-BE49-F238E27FC236}">
                  <a16:creationId xmlns:a16="http://schemas.microsoft.com/office/drawing/2014/main" id="{14C7BA4C-C60F-9189-3D36-C622F920C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3688" y="2027238"/>
              <a:ext cx="60325" cy="112713"/>
            </a:xfrm>
            <a:custGeom>
              <a:avLst/>
              <a:gdLst>
                <a:gd name="T0" fmla="*/ 38 w 38"/>
                <a:gd name="T1" fmla="*/ 0 h 71"/>
                <a:gd name="T2" fmla="*/ 0 w 38"/>
                <a:gd name="T3" fmla="*/ 71 h 71"/>
                <a:gd name="T4" fmla="*/ 38 w 38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1">
                  <a:moveTo>
                    <a:pt x="38" y="0"/>
                  </a:moveTo>
                  <a:lnTo>
                    <a:pt x="0" y="7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107">
              <a:extLst>
                <a:ext uri="{FF2B5EF4-FFF2-40B4-BE49-F238E27FC236}">
                  <a16:creationId xmlns:a16="http://schemas.microsoft.com/office/drawing/2014/main" id="{DC21F82C-0A4A-214D-8A31-F9672F04EC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3688" y="2027238"/>
              <a:ext cx="60325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8">
              <a:extLst>
                <a:ext uri="{FF2B5EF4-FFF2-40B4-BE49-F238E27FC236}">
                  <a16:creationId xmlns:a16="http://schemas.microsoft.com/office/drawing/2014/main" id="{E5333E22-7D90-093D-8290-48830BA27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3688" y="2025650"/>
              <a:ext cx="61913" cy="114300"/>
            </a:xfrm>
            <a:custGeom>
              <a:avLst/>
              <a:gdLst>
                <a:gd name="T0" fmla="*/ 39 w 39"/>
                <a:gd name="T1" fmla="*/ 2 h 72"/>
                <a:gd name="T2" fmla="*/ 0 w 39"/>
                <a:gd name="T3" fmla="*/ 72 h 72"/>
                <a:gd name="T4" fmla="*/ 35 w 39"/>
                <a:gd name="T5" fmla="*/ 0 h 72"/>
                <a:gd name="T6" fmla="*/ 39 w 39"/>
                <a:gd name="T7" fmla="*/ 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72">
                  <a:moveTo>
                    <a:pt x="39" y="2"/>
                  </a:moveTo>
                  <a:lnTo>
                    <a:pt x="0" y="72"/>
                  </a:lnTo>
                  <a:lnTo>
                    <a:pt x="35" y="0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9">
              <a:extLst>
                <a:ext uri="{FF2B5EF4-FFF2-40B4-BE49-F238E27FC236}">
                  <a16:creationId xmlns:a16="http://schemas.microsoft.com/office/drawing/2014/main" id="{AECB16FD-C15D-5D15-2A40-84B390B3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288" y="2011363"/>
              <a:ext cx="58738" cy="114300"/>
            </a:xfrm>
            <a:custGeom>
              <a:avLst/>
              <a:gdLst>
                <a:gd name="T0" fmla="*/ 37 w 37"/>
                <a:gd name="T1" fmla="*/ 0 h 72"/>
                <a:gd name="T2" fmla="*/ 0 w 37"/>
                <a:gd name="T3" fmla="*/ 72 h 72"/>
                <a:gd name="T4" fmla="*/ 37 w 37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72">
                  <a:moveTo>
                    <a:pt x="37" y="0"/>
                  </a:moveTo>
                  <a:lnTo>
                    <a:pt x="0" y="7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D9AFCE4D-788E-6271-FD55-2E9FE8DB3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8288" y="2011363"/>
              <a:ext cx="58738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11">
              <a:extLst>
                <a:ext uri="{FF2B5EF4-FFF2-40B4-BE49-F238E27FC236}">
                  <a16:creationId xmlns:a16="http://schemas.microsoft.com/office/drawing/2014/main" id="{D28DA2FC-2ADA-BCF9-AD0B-7B43FDD9B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288" y="2008188"/>
              <a:ext cx="63500" cy="117475"/>
            </a:xfrm>
            <a:custGeom>
              <a:avLst/>
              <a:gdLst>
                <a:gd name="T0" fmla="*/ 40 w 40"/>
                <a:gd name="T1" fmla="*/ 3 h 74"/>
                <a:gd name="T2" fmla="*/ 0 w 40"/>
                <a:gd name="T3" fmla="*/ 74 h 74"/>
                <a:gd name="T4" fmla="*/ 36 w 40"/>
                <a:gd name="T5" fmla="*/ 0 h 74"/>
                <a:gd name="T6" fmla="*/ 40 w 40"/>
                <a:gd name="T7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4">
                  <a:moveTo>
                    <a:pt x="40" y="3"/>
                  </a:moveTo>
                  <a:lnTo>
                    <a:pt x="0" y="74"/>
                  </a:lnTo>
                  <a:lnTo>
                    <a:pt x="36" y="0"/>
                  </a:lnTo>
                  <a:lnTo>
                    <a:pt x="40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12">
              <a:extLst>
                <a:ext uri="{FF2B5EF4-FFF2-40B4-BE49-F238E27FC236}">
                  <a16:creationId xmlns:a16="http://schemas.microsoft.com/office/drawing/2014/main" id="{53635A4F-7048-BE19-5972-D0F519EC3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1995488"/>
              <a:ext cx="60325" cy="112713"/>
            </a:xfrm>
            <a:custGeom>
              <a:avLst/>
              <a:gdLst>
                <a:gd name="T0" fmla="*/ 38 w 38"/>
                <a:gd name="T1" fmla="*/ 0 h 71"/>
                <a:gd name="T2" fmla="*/ 0 w 38"/>
                <a:gd name="T3" fmla="*/ 71 h 71"/>
                <a:gd name="T4" fmla="*/ 38 w 38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1">
                  <a:moveTo>
                    <a:pt x="38" y="0"/>
                  </a:moveTo>
                  <a:lnTo>
                    <a:pt x="0" y="7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Line 113">
              <a:extLst>
                <a:ext uri="{FF2B5EF4-FFF2-40B4-BE49-F238E27FC236}">
                  <a16:creationId xmlns:a16="http://schemas.microsoft.com/office/drawing/2014/main" id="{58BED46A-6359-44E9-3CFA-B3E46FB5B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92888" y="1995488"/>
              <a:ext cx="60325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14">
              <a:extLst>
                <a:ext uri="{FF2B5EF4-FFF2-40B4-BE49-F238E27FC236}">
                  <a16:creationId xmlns:a16="http://schemas.microsoft.com/office/drawing/2014/main" id="{BDBBA101-8C05-1607-FE69-0290F51FB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1993900"/>
              <a:ext cx="63500" cy="114300"/>
            </a:xfrm>
            <a:custGeom>
              <a:avLst/>
              <a:gdLst>
                <a:gd name="T0" fmla="*/ 40 w 40"/>
                <a:gd name="T1" fmla="*/ 2 h 72"/>
                <a:gd name="T2" fmla="*/ 0 w 40"/>
                <a:gd name="T3" fmla="*/ 72 h 72"/>
                <a:gd name="T4" fmla="*/ 37 w 40"/>
                <a:gd name="T5" fmla="*/ 0 h 72"/>
                <a:gd name="T6" fmla="*/ 40 w 40"/>
                <a:gd name="T7" fmla="*/ 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2">
                  <a:moveTo>
                    <a:pt x="40" y="2"/>
                  </a:moveTo>
                  <a:lnTo>
                    <a:pt x="0" y="72"/>
                  </a:lnTo>
                  <a:lnTo>
                    <a:pt x="37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15">
              <a:extLst>
                <a:ext uri="{FF2B5EF4-FFF2-40B4-BE49-F238E27FC236}">
                  <a16:creationId xmlns:a16="http://schemas.microsoft.com/office/drawing/2014/main" id="{F7B2B257-B77C-D787-9EF4-48A47C634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1" y="1981200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Line 116">
              <a:extLst>
                <a:ext uri="{FF2B5EF4-FFF2-40B4-BE49-F238E27FC236}">
                  <a16:creationId xmlns:a16="http://schemas.microsoft.com/office/drawing/2014/main" id="{61B8333B-03B5-6D24-36E9-31EBA0F7D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2251" y="1981200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17">
              <a:extLst>
                <a:ext uri="{FF2B5EF4-FFF2-40B4-BE49-F238E27FC236}">
                  <a16:creationId xmlns:a16="http://schemas.microsoft.com/office/drawing/2014/main" id="{6B8B82FD-3C6E-CA86-A125-8FDA31646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1" y="1979613"/>
              <a:ext cx="63500" cy="115888"/>
            </a:xfrm>
            <a:custGeom>
              <a:avLst/>
              <a:gdLst>
                <a:gd name="T0" fmla="*/ 40 w 40"/>
                <a:gd name="T1" fmla="*/ 2 h 73"/>
                <a:gd name="T2" fmla="*/ 0 w 40"/>
                <a:gd name="T3" fmla="*/ 73 h 73"/>
                <a:gd name="T4" fmla="*/ 36 w 40"/>
                <a:gd name="T5" fmla="*/ 0 h 73"/>
                <a:gd name="T6" fmla="*/ 40 w 40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2"/>
                  </a:moveTo>
                  <a:lnTo>
                    <a:pt x="0" y="73"/>
                  </a:lnTo>
                  <a:lnTo>
                    <a:pt x="36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18">
              <a:extLst>
                <a:ext uri="{FF2B5EF4-FFF2-40B4-BE49-F238E27FC236}">
                  <a16:creationId xmlns:a16="http://schemas.microsoft.com/office/drawing/2014/main" id="{87F41BAB-D541-61B8-0796-D7EE32B6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6851" y="1966913"/>
              <a:ext cx="63500" cy="112713"/>
            </a:xfrm>
            <a:custGeom>
              <a:avLst/>
              <a:gdLst>
                <a:gd name="T0" fmla="*/ 40 w 40"/>
                <a:gd name="T1" fmla="*/ 0 h 71"/>
                <a:gd name="T2" fmla="*/ 0 w 40"/>
                <a:gd name="T3" fmla="*/ 71 h 71"/>
                <a:gd name="T4" fmla="*/ 40 w 40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1">
                  <a:moveTo>
                    <a:pt x="40" y="0"/>
                  </a:moveTo>
                  <a:lnTo>
                    <a:pt x="0" y="71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Line 119">
              <a:extLst>
                <a:ext uri="{FF2B5EF4-FFF2-40B4-BE49-F238E27FC236}">
                  <a16:creationId xmlns:a16="http://schemas.microsoft.com/office/drawing/2014/main" id="{B9E09A0A-FA51-199F-3470-722EEB8F0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46851" y="1966913"/>
              <a:ext cx="63500" cy="1127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20">
              <a:extLst>
                <a:ext uri="{FF2B5EF4-FFF2-40B4-BE49-F238E27FC236}">
                  <a16:creationId xmlns:a16="http://schemas.microsoft.com/office/drawing/2014/main" id="{5171C619-E5EC-001B-5257-DEBCDAB1D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6851" y="1965325"/>
              <a:ext cx="66675" cy="114300"/>
            </a:xfrm>
            <a:custGeom>
              <a:avLst/>
              <a:gdLst>
                <a:gd name="T0" fmla="*/ 42 w 42"/>
                <a:gd name="T1" fmla="*/ 3 h 72"/>
                <a:gd name="T2" fmla="*/ 0 w 42"/>
                <a:gd name="T3" fmla="*/ 72 h 72"/>
                <a:gd name="T4" fmla="*/ 39 w 42"/>
                <a:gd name="T5" fmla="*/ 0 h 72"/>
                <a:gd name="T6" fmla="*/ 42 w 42"/>
                <a:gd name="T7" fmla="*/ 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72">
                  <a:moveTo>
                    <a:pt x="42" y="3"/>
                  </a:moveTo>
                  <a:lnTo>
                    <a:pt x="0" y="72"/>
                  </a:lnTo>
                  <a:lnTo>
                    <a:pt x="39" y="0"/>
                  </a:lnTo>
                  <a:lnTo>
                    <a:pt x="42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21">
              <a:extLst>
                <a:ext uri="{FF2B5EF4-FFF2-40B4-BE49-F238E27FC236}">
                  <a16:creationId xmlns:a16="http://schemas.microsoft.com/office/drawing/2014/main" id="{07BE87FC-EB6D-D8EF-A0D5-F377B6A8F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2060575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Line 122">
              <a:extLst>
                <a:ext uri="{FF2B5EF4-FFF2-40B4-BE49-F238E27FC236}">
                  <a16:creationId xmlns:a16="http://schemas.microsoft.com/office/drawing/2014/main" id="{00052DB3-9677-DB04-177F-0280039523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94488" y="2060575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23">
              <a:extLst>
                <a:ext uri="{FF2B5EF4-FFF2-40B4-BE49-F238E27FC236}">
                  <a16:creationId xmlns:a16="http://schemas.microsoft.com/office/drawing/2014/main" id="{DC546B44-C0F8-D780-F56D-04E69AA6A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2058988"/>
              <a:ext cx="63500" cy="115888"/>
            </a:xfrm>
            <a:custGeom>
              <a:avLst/>
              <a:gdLst>
                <a:gd name="T0" fmla="*/ 40 w 40"/>
                <a:gd name="T1" fmla="*/ 3 h 73"/>
                <a:gd name="T2" fmla="*/ 0 w 40"/>
                <a:gd name="T3" fmla="*/ 73 h 73"/>
                <a:gd name="T4" fmla="*/ 35 w 40"/>
                <a:gd name="T5" fmla="*/ 0 h 73"/>
                <a:gd name="T6" fmla="*/ 40 w 40"/>
                <a:gd name="T7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3"/>
                  </a:moveTo>
                  <a:lnTo>
                    <a:pt x="0" y="73"/>
                  </a:lnTo>
                  <a:lnTo>
                    <a:pt x="35" y="0"/>
                  </a:lnTo>
                  <a:lnTo>
                    <a:pt x="40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4">
              <a:extLst>
                <a:ext uri="{FF2B5EF4-FFF2-40B4-BE49-F238E27FC236}">
                  <a16:creationId xmlns:a16="http://schemas.microsoft.com/office/drawing/2014/main" id="{E75CA543-5876-D3FE-499A-BC2C471BA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2078038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Line 125">
              <a:extLst>
                <a:ext uri="{FF2B5EF4-FFF2-40B4-BE49-F238E27FC236}">
                  <a16:creationId xmlns:a16="http://schemas.microsoft.com/office/drawing/2014/main" id="{D00ECFE1-8EE1-443A-7770-2705591D4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19888" y="2078038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26">
              <a:extLst>
                <a:ext uri="{FF2B5EF4-FFF2-40B4-BE49-F238E27FC236}">
                  <a16:creationId xmlns:a16="http://schemas.microsoft.com/office/drawing/2014/main" id="{9E449BB0-0C96-C085-BC67-68893D63A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2076450"/>
              <a:ext cx="65088" cy="115888"/>
            </a:xfrm>
            <a:custGeom>
              <a:avLst/>
              <a:gdLst>
                <a:gd name="T0" fmla="*/ 41 w 41"/>
                <a:gd name="T1" fmla="*/ 2 h 73"/>
                <a:gd name="T2" fmla="*/ 0 w 41"/>
                <a:gd name="T3" fmla="*/ 73 h 73"/>
                <a:gd name="T4" fmla="*/ 36 w 41"/>
                <a:gd name="T5" fmla="*/ 0 h 73"/>
                <a:gd name="T6" fmla="*/ 41 w 41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73">
                  <a:moveTo>
                    <a:pt x="41" y="2"/>
                  </a:moveTo>
                  <a:lnTo>
                    <a:pt x="0" y="73"/>
                  </a:lnTo>
                  <a:lnTo>
                    <a:pt x="36" y="0"/>
                  </a:lnTo>
                  <a:lnTo>
                    <a:pt x="4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27">
              <a:extLst>
                <a:ext uri="{FF2B5EF4-FFF2-40B4-BE49-F238E27FC236}">
                  <a16:creationId xmlns:a16="http://schemas.microsoft.com/office/drawing/2014/main" id="{010117E3-DBCF-06FE-BBF0-86881F06E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098675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Line 128">
              <a:extLst>
                <a:ext uri="{FF2B5EF4-FFF2-40B4-BE49-F238E27FC236}">
                  <a16:creationId xmlns:a16="http://schemas.microsoft.com/office/drawing/2014/main" id="{D49CFB3A-7EF9-2400-8E2A-7DD888661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45288" y="2098675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9">
              <a:extLst>
                <a:ext uri="{FF2B5EF4-FFF2-40B4-BE49-F238E27FC236}">
                  <a16:creationId xmlns:a16="http://schemas.microsoft.com/office/drawing/2014/main" id="{3931F794-444C-E49E-3A98-4903CA8C2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5288" y="2097088"/>
              <a:ext cx="63500" cy="115888"/>
            </a:xfrm>
            <a:custGeom>
              <a:avLst/>
              <a:gdLst>
                <a:gd name="T0" fmla="*/ 40 w 40"/>
                <a:gd name="T1" fmla="*/ 2 h 73"/>
                <a:gd name="T2" fmla="*/ 0 w 40"/>
                <a:gd name="T3" fmla="*/ 73 h 73"/>
                <a:gd name="T4" fmla="*/ 35 w 40"/>
                <a:gd name="T5" fmla="*/ 0 h 73"/>
                <a:gd name="T6" fmla="*/ 40 w 40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2"/>
                  </a:moveTo>
                  <a:lnTo>
                    <a:pt x="0" y="73"/>
                  </a:lnTo>
                  <a:lnTo>
                    <a:pt x="35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30">
              <a:extLst>
                <a:ext uri="{FF2B5EF4-FFF2-40B4-BE49-F238E27FC236}">
                  <a16:creationId xmlns:a16="http://schemas.microsoft.com/office/drawing/2014/main" id="{E3EE0685-65C8-F1D9-CD9D-1575F67B0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9101" y="2112963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Line 131">
              <a:extLst>
                <a:ext uri="{FF2B5EF4-FFF2-40B4-BE49-F238E27FC236}">
                  <a16:creationId xmlns:a16="http://schemas.microsoft.com/office/drawing/2014/main" id="{B09734A8-9ABD-830E-54B5-8ECE9EB51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9101" y="2112963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32">
              <a:extLst>
                <a:ext uri="{FF2B5EF4-FFF2-40B4-BE49-F238E27FC236}">
                  <a16:creationId xmlns:a16="http://schemas.microsoft.com/office/drawing/2014/main" id="{A618FF64-EE79-CC8A-6179-A958E19AE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9101" y="2111375"/>
              <a:ext cx="61913" cy="115888"/>
            </a:xfrm>
            <a:custGeom>
              <a:avLst/>
              <a:gdLst>
                <a:gd name="T0" fmla="*/ 39 w 39"/>
                <a:gd name="T1" fmla="*/ 3 h 73"/>
                <a:gd name="T2" fmla="*/ 0 w 39"/>
                <a:gd name="T3" fmla="*/ 73 h 73"/>
                <a:gd name="T4" fmla="*/ 35 w 39"/>
                <a:gd name="T5" fmla="*/ 0 h 73"/>
                <a:gd name="T6" fmla="*/ 39 w 39"/>
                <a:gd name="T7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73">
                  <a:moveTo>
                    <a:pt x="39" y="3"/>
                  </a:moveTo>
                  <a:lnTo>
                    <a:pt x="0" y="73"/>
                  </a:lnTo>
                  <a:lnTo>
                    <a:pt x="35" y="0"/>
                  </a:lnTo>
                  <a:lnTo>
                    <a:pt x="39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33">
              <a:extLst>
                <a:ext uri="{FF2B5EF4-FFF2-40B4-BE49-F238E27FC236}">
                  <a16:creationId xmlns:a16="http://schemas.microsoft.com/office/drawing/2014/main" id="{ADC3DBFF-A247-307B-1B53-F3F9E7DB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326" y="2128838"/>
              <a:ext cx="60325" cy="114300"/>
            </a:xfrm>
            <a:custGeom>
              <a:avLst/>
              <a:gdLst>
                <a:gd name="T0" fmla="*/ 38 w 38"/>
                <a:gd name="T1" fmla="*/ 0 h 72"/>
                <a:gd name="T2" fmla="*/ 0 w 38"/>
                <a:gd name="T3" fmla="*/ 72 h 72"/>
                <a:gd name="T4" fmla="*/ 38 w 38"/>
                <a:gd name="T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72">
                  <a:moveTo>
                    <a:pt x="38" y="0"/>
                  </a:moveTo>
                  <a:lnTo>
                    <a:pt x="0" y="7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Line 134">
              <a:extLst>
                <a:ext uri="{FF2B5EF4-FFF2-40B4-BE49-F238E27FC236}">
                  <a16:creationId xmlns:a16="http://schemas.microsoft.com/office/drawing/2014/main" id="{29D8DA0F-C149-D5B6-472B-A427C0E82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1326" y="2128838"/>
              <a:ext cx="60325" cy="114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35">
              <a:extLst>
                <a:ext uri="{FF2B5EF4-FFF2-40B4-BE49-F238E27FC236}">
                  <a16:creationId xmlns:a16="http://schemas.microsoft.com/office/drawing/2014/main" id="{03AB9D6E-EA5F-E27A-B348-34B36EFCF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326" y="2127250"/>
              <a:ext cx="63500" cy="115888"/>
            </a:xfrm>
            <a:custGeom>
              <a:avLst/>
              <a:gdLst>
                <a:gd name="T0" fmla="*/ 40 w 40"/>
                <a:gd name="T1" fmla="*/ 2 h 73"/>
                <a:gd name="T2" fmla="*/ 0 w 40"/>
                <a:gd name="T3" fmla="*/ 73 h 73"/>
                <a:gd name="T4" fmla="*/ 36 w 40"/>
                <a:gd name="T5" fmla="*/ 0 h 73"/>
                <a:gd name="T6" fmla="*/ 40 w 40"/>
                <a:gd name="T7" fmla="*/ 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73">
                  <a:moveTo>
                    <a:pt x="40" y="2"/>
                  </a:moveTo>
                  <a:lnTo>
                    <a:pt x="0" y="73"/>
                  </a:lnTo>
                  <a:lnTo>
                    <a:pt x="36" y="0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6">
              <a:extLst>
                <a:ext uri="{FF2B5EF4-FFF2-40B4-BE49-F238E27FC236}">
                  <a16:creationId xmlns:a16="http://schemas.microsoft.com/office/drawing/2014/main" id="{04DFA5DC-9A52-365B-C125-99A43B4E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288" y="1958975"/>
              <a:ext cx="374650" cy="336550"/>
            </a:xfrm>
            <a:custGeom>
              <a:avLst/>
              <a:gdLst>
                <a:gd name="T0" fmla="*/ 49 w 200"/>
                <a:gd name="T1" fmla="*/ 0 h 180"/>
                <a:gd name="T2" fmla="*/ 197 w 200"/>
                <a:gd name="T3" fmla="*/ 100 h 180"/>
                <a:gd name="T4" fmla="*/ 175 w 200"/>
                <a:gd name="T5" fmla="*/ 180 h 180"/>
                <a:gd name="T6" fmla="*/ 5 w 200"/>
                <a:gd name="T7" fmla="*/ 56 h 180"/>
                <a:gd name="T8" fmla="*/ 49 w 200"/>
                <a:gd name="T9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80">
                  <a:moveTo>
                    <a:pt x="49" y="0"/>
                  </a:moveTo>
                  <a:cubicBezTo>
                    <a:pt x="49" y="0"/>
                    <a:pt x="193" y="95"/>
                    <a:pt x="197" y="100"/>
                  </a:cubicBezTo>
                  <a:cubicBezTo>
                    <a:pt x="200" y="105"/>
                    <a:pt x="175" y="180"/>
                    <a:pt x="175" y="180"/>
                  </a:cubicBezTo>
                  <a:cubicBezTo>
                    <a:pt x="175" y="180"/>
                    <a:pt x="21" y="121"/>
                    <a:pt x="5" y="56"/>
                  </a:cubicBezTo>
                  <a:cubicBezTo>
                    <a:pt x="0" y="36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37">
              <a:extLst>
                <a:ext uri="{FF2B5EF4-FFF2-40B4-BE49-F238E27FC236}">
                  <a16:creationId xmlns:a16="http://schemas.microsoft.com/office/drawing/2014/main" id="{06792099-87D9-2231-404A-DE14FBC16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938" y="2074863"/>
              <a:ext cx="1120775" cy="1450975"/>
            </a:xfrm>
            <a:custGeom>
              <a:avLst/>
              <a:gdLst>
                <a:gd name="T0" fmla="*/ 386 w 599"/>
                <a:gd name="T1" fmla="*/ 0 h 775"/>
                <a:gd name="T2" fmla="*/ 599 w 599"/>
                <a:gd name="T3" fmla="*/ 137 h 775"/>
                <a:gd name="T4" fmla="*/ 170 w 599"/>
                <a:gd name="T5" fmla="*/ 749 h 775"/>
                <a:gd name="T6" fmla="*/ 4 w 599"/>
                <a:gd name="T7" fmla="*/ 637 h 775"/>
                <a:gd name="T8" fmla="*/ 386 w 599"/>
                <a:gd name="T9" fmla="*/ 0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9" h="775">
                  <a:moveTo>
                    <a:pt x="386" y="0"/>
                  </a:moveTo>
                  <a:cubicBezTo>
                    <a:pt x="386" y="0"/>
                    <a:pt x="438" y="61"/>
                    <a:pt x="599" y="137"/>
                  </a:cubicBezTo>
                  <a:cubicBezTo>
                    <a:pt x="598" y="151"/>
                    <a:pt x="253" y="643"/>
                    <a:pt x="170" y="749"/>
                  </a:cubicBezTo>
                  <a:cubicBezTo>
                    <a:pt x="149" y="775"/>
                    <a:pt x="0" y="652"/>
                    <a:pt x="4" y="637"/>
                  </a:cubicBezTo>
                  <a:cubicBezTo>
                    <a:pt x="8" y="622"/>
                    <a:pt x="376" y="23"/>
                    <a:pt x="386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38">
              <a:extLst>
                <a:ext uri="{FF2B5EF4-FFF2-40B4-BE49-F238E27FC236}">
                  <a16:creationId xmlns:a16="http://schemas.microsoft.com/office/drawing/2014/main" id="{CFDD287E-F3E3-1F41-0379-6FAF512CE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3726" y="2106613"/>
              <a:ext cx="1169988" cy="1433513"/>
            </a:xfrm>
            <a:custGeom>
              <a:avLst/>
              <a:gdLst>
                <a:gd name="T0" fmla="*/ 401 w 625"/>
                <a:gd name="T1" fmla="*/ 0 h 766"/>
                <a:gd name="T2" fmla="*/ 118 w 625"/>
                <a:gd name="T3" fmla="*/ 501 h 766"/>
                <a:gd name="T4" fmla="*/ 272 w 625"/>
                <a:gd name="T5" fmla="*/ 598 h 766"/>
                <a:gd name="T6" fmla="*/ 625 w 625"/>
                <a:gd name="T7" fmla="*/ 120 h 766"/>
                <a:gd name="T8" fmla="*/ 193 w 625"/>
                <a:gd name="T9" fmla="*/ 751 h 766"/>
                <a:gd name="T10" fmla="*/ 6 w 625"/>
                <a:gd name="T11" fmla="*/ 611 h 766"/>
                <a:gd name="T12" fmla="*/ 401 w 625"/>
                <a:gd name="T13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5" h="766">
                  <a:moveTo>
                    <a:pt x="401" y="0"/>
                  </a:moveTo>
                  <a:cubicBezTo>
                    <a:pt x="401" y="0"/>
                    <a:pt x="129" y="476"/>
                    <a:pt x="118" y="501"/>
                  </a:cubicBezTo>
                  <a:cubicBezTo>
                    <a:pt x="107" y="527"/>
                    <a:pt x="233" y="608"/>
                    <a:pt x="272" y="598"/>
                  </a:cubicBezTo>
                  <a:cubicBezTo>
                    <a:pt x="625" y="120"/>
                    <a:pt x="625" y="120"/>
                    <a:pt x="625" y="120"/>
                  </a:cubicBezTo>
                  <a:cubicBezTo>
                    <a:pt x="625" y="120"/>
                    <a:pt x="226" y="735"/>
                    <a:pt x="193" y="751"/>
                  </a:cubicBezTo>
                  <a:cubicBezTo>
                    <a:pt x="160" y="766"/>
                    <a:pt x="13" y="669"/>
                    <a:pt x="6" y="611"/>
                  </a:cubicBezTo>
                  <a:cubicBezTo>
                    <a:pt x="0" y="553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39">
              <a:extLst>
                <a:ext uri="{FF2B5EF4-FFF2-40B4-BE49-F238E27FC236}">
                  <a16:creationId xmlns:a16="http://schemas.microsoft.com/office/drawing/2014/main" id="{0EDA0B7B-C33C-B439-6277-8C314EFB1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5251" y="1922463"/>
              <a:ext cx="466725" cy="430213"/>
            </a:xfrm>
            <a:custGeom>
              <a:avLst/>
              <a:gdLst>
                <a:gd name="T0" fmla="*/ 0 w 249"/>
                <a:gd name="T1" fmla="*/ 81 h 230"/>
                <a:gd name="T2" fmla="*/ 59 w 249"/>
                <a:gd name="T3" fmla="*/ 4 h 230"/>
                <a:gd name="T4" fmla="*/ 83 w 249"/>
                <a:gd name="T5" fmla="*/ 19 h 230"/>
                <a:gd name="T6" fmla="*/ 42 w 249"/>
                <a:gd name="T7" fmla="*/ 82 h 230"/>
                <a:gd name="T8" fmla="*/ 191 w 249"/>
                <a:gd name="T9" fmla="*/ 183 h 230"/>
                <a:gd name="T10" fmla="*/ 225 w 249"/>
                <a:gd name="T11" fmla="*/ 113 h 230"/>
                <a:gd name="T12" fmla="*/ 249 w 249"/>
                <a:gd name="T13" fmla="*/ 127 h 230"/>
                <a:gd name="T14" fmla="*/ 213 w 249"/>
                <a:gd name="T15" fmla="*/ 218 h 230"/>
                <a:gd name="T16" fmla="*/ 0 w 249"/>
                <a:gd name="T17" fmla="*/ 8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9" h="230">
                  <a:moveTo>
                    <a:pt x="0" y="81"/>
                  </a:moveTo>
                  <a:cubicBezTo>
                    <a:pt x="0" y="81"/>
                    <a:pt x="50" y="8"/>
                    <a:pt x="59" y="4"/>
                  </a:cubicBezTo>
                  <a:cubicBezTo>
                    <a:pt x="69" y="0"/>
                    <a:pt x="83" y="19"/>
                    <a:pt x="83" y="19"/>
                  </a:cubicBezTo>
                  <a:cubicBezTo>
                    <a:pt x="83" y="19"/>
                    <a:pt x="40" y="74"/>
                    <a:pt x="42" y="82"/>
                  </a:cubicBezTo>
                  <a:cubicBezTo>
                    <a:pt x="50" y="113"/>
                    <a:pt x="183" y="187"/>
                    <a:pt x="191" y="183"/>
                  </a:cubicBezTo>
                  <a:cubicBezTo>
                    <a:pt x="199" y="179"/>
                    <a:pt x="220" y="115"/>
                    <a:pt x="225" y="113"/>
                  </a:cubicBezTo>
                  <a:cubicBezTo>
                    <a:pt x="231" y="111"/>
                    <a:pt x="249" y="122"/>
                    <a:pt x="249" y="127"/>
                  </a:cubicBezTo>
                  <a:cubicBezTo>
                    <a:pt x="249" y="133"/>
                    <a:pt x="224" y="207"/>
                    <a:pt x="213" y="218"/>
                  </a:cubicBezTo>
                  <a:cubicBezTo>
                    <a:pt x="202" y="230"/>
                    <a:pt x="44" y="152"/>
                    <a:pt x="0" y="81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40">
              <a:extLst>
                <a:ext uri="{FF2B5EF4-FFF2-40B4-BE49-F238E27FC236}">
                  <a16:creationId xmlns:a16="http://schemas.microsoft.com/office/drawing/2014/main" id="{A241EC9A-732D-14D6-8D8A-EE98181BD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4113" y="2257425"/>
              <a:ext cx="460375" cy="474663"/>
            </a:xfrm>
            <a:custGeom>
              <a:avLst/>
              <a:gdLst>
                <a:gd name="T0" fmla="*/ 101 w 246"/>
                <a:gd name="T1" fmla="*/ 0 h 253"/>
                <a:gd name="T2" fmla="*/ 246 w 246"/>
                <a:gd name="T3" fmla="*/ 93 h 253"/>
                <a:gd name="T4" fmla="*/ 149 w 246"/>
                <a:gd name="T5" fmla="*/ 242 h 253"/>
                <a:gd name="T6" fmla="*/ 5 w 246"/>
                <a:gd name="T7" fmla="*/ 155 h 253"/>
                <a:gd name="T8" fmla="*/ 101 w 246"/>
                <a:gd name="T9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53">
                  <a:moveTo>
                    <a:pt x="101" y="0"/>
                  </a:moveTo>
                  <a:cubicBezTo>
                    <a:pt x="101" y="0"/>
                    <a:pt x="190" y="75"/>
                    <a:pt x="246" y="93"/>
                  </a:cubicBezTo>
                  <a:cubicBezTo>
                    <a:pt x="246" y="93"/>
                    <a:pt x="160" y="231"/>
                    <a:pt x="149" y="242"/>
                  </a:cubicBezTo>
                  <a:cubicBezTo>
                    <a:pt x="139" y="253"/>
                    <a:pt x="0" y="170"/>
                    <a:pt x="5" y="155"/>
                  </a:cubicBezTo>
                  <a:cubicBezTo>
                    <a:pt x="9" y="142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41">
              <a:extLst>
                <a:ext uri="{FF2B5EF4-FFF2-40B4-BE49-F238E27FC236}">
                  <a16:creationId xmlns:a16="http://schemas.microsoft.com/office/drawing/2014/main" id="{3C3EB66A-A6D3-3C9C-59E5-D6BBF8BC7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676" y="2152650"/>
              <a:ext cx="365125" cy="258763"/>
            </a:xfrm>
            <a:custGeom>
              <a:avLst/>
              <a:gdLst>
                <a:gd name="T0" fmla="*/ 14 w 195"/>
                <a:gd name="T1" fmla="*/ 0 h 138"/>
                <a:gd name="T2" fmla="*/ 195 w 195"/>
                <a:gd name="T3" fmla="*/ 117 h 138"/>
                <a:gd name="T4" fmla="*/ 181 w 195"/>
                <a:gd name="T5" fmla="*/ 138 h 138"/>
                <a:gd name="T6" fmla="*/ 0 w 195"/>
                <a:gd name="T7" fmla="*/ 21 h 138"/>
                <a:gd name="T8" fmla="*/ 14 w 195"/>
                <a:gd name="T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38">
                  <a:moveTo>
                    <a:pt x="14" y="0"/>
                  </a:moveTo>
                  <a:cubicBezTo>
                    <a:pt x="14" y="0"/>
                    <a:pt x="93" y="86"/>
                    <a:pt x="195" y="117"/>
                  </a:cubicBezTo>
                  <a:cubicBezTo>
                    <a:pt x="181" y="138"/>
                    <a:pt x="181" y="138"/>
                    <a:pt x="181" y="138"/>
                  </a:cubicBezTo>
                  <a:cubicBezTo>
                    <a:pt x="181" y="138"/>
                    <a:pt x="85" y="109"/>
                    <a:pt x="0" y="2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42">
              <a:extLst>
                <a:ext uri="{FF2B5EF4-FFF2-40B4-BE49-F238E27FC236}">
                  <a16:creationId xmlns:a16="http://schemas.microsoft.com/office/drawing/2014/main" id="{354B2693-477D-7BD3-E44D-4CEC68A7C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1513" y="3232150"/>
              <a:ext cx="304800" cy="223838"/>
            </a:xfrm>
            <a:custGeom>
              <a:avLst/>
              <a:gdLst>
                <a:gd name="T0" fmla="*/ 12 w 162"/>
                <a:gd name="T1" fmla="*/ 0 h 120"/>
                <a:gd name="T2" fmla="*/ 162 w 162"/>
                <a:gd name="T3" fmla="*/ 103 h 120"/>
                <a:gd name="T4" fmla="*/ 150 w 162"/>
                <a:gd name="T5" fmla="*/ 120 h 120"/>
                <a:gd name="T6" fmla="*/ 0 w 162"/>
                <a:gd name="T7" fmla="*/ 17 h 120"/>
                <a:gd name="T8" fmla="*/ 12 w 162"/>
                <a:gd name="T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20">
                  <a:moveTo>
                    <a:pt x="12" y="0"/>
                  </a:moveTo>
                  <a:cubicBezTo>
                    <a:pt x="12" y="0"/>
                    <a:pt x="77" y="74"/>
                    <a:pt x="162" y="103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0" y="120"/>
                    <a:pt x="70" y="93"/>
                    <a:pt x="0" y="1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43">
              <a:extLst>
                <a:ext uri="{FF2B5EF4-FFF2-40B4-BE49-F238E27FC236}">
                  <a16:creationId xmlns:a16="http://schemas.microsoft.com/office/drawing/2014/main" id="{7D08568E-BB46-8CF9-1EA8-BD101A9AC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3313" y="2563813"/>
              <a:ext cx="303213" cy="225425"/>
            </a:xfrm>
            <a:custGeom>
              <a:avLst/>
              <a:gdLst>
                <a:gd name="T0" fmla="*/ 11 w 162"/>
                <a:gd name="T1" fmla="*/ 0 h 121"/>
                <a:gd name="T2" fmla="*/ 162 w 162"/>
                <a:gd name="T3" fmla="*/ 104 h 121"/>
                <a:gd name="T4" fmla="*/ 150 w 162"/>
                <a:gd name="T5" fmla="*/ 121 h 121"/>
                <a:gd name="T6" fmla="*/ 0 w 162"/>
                <a:gd name="T7" fmla="*/ 17 h 121"/>
                <a:gd name="T8" fmla="*/ 11 w 162"/>
                <a:gd name="T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21">
                  <a:moveTo>
                    <a:pt x="11" y="0"/>
                  </a:moveTo>
                  <a:cubicBezTo>
                    <a:pt x="11" y="0"/>
                    <a:pt x="77" y="74"/>
                    <a:pt x="162" y="104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50" y="121"/>
                    <a:pt x="70" y="94"/>
                    <a:pt x="0" y="17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44">
              <a:extLst>
                <a:ext uri="{FF2B5EF4-FFF2-40B4-BE49-F238E27FC236}">
                  <a16:creationId xmlns:a16="http://schemas.microsoft.com/office/drawing/2014/main" id="{689E2CFE-B84D-4B3B-5575-7423FD3A6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3301" y="1679575"/>
              <a:ext cx="349250" cy="369888"/>
            </a:xfrm>
            <a:custGeom>
              <a:avLst/>
              <a:gdLst>
                <a:gd name="T0" fmla="*/ 54 w 186"/>
                <a:gd name="T1" fmla="*/ 0 h 198"/>
                <a:gd name="T2" fmla="*/ 184 w 186"/>
                <a:gd name="T3" fmla="*/ 122 h 198"/>
                <a:gd name="T4" fmla="*/ 150 w 186"/>
                <a:gd name="T5" fmla="*/ 198 h 198"/>
                <a:gd name="T6" fmla="*/ 1 w 186"/>
                <a:gd name="T7" fmla="*/ 49 h 198"/>
                <a:gd name="T8" fmla="*/ 54 w 186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198">
                  <a:moveTo>
                    <a:pt x="54" y="0"/>
                  </a:moveTo>
                  <a:cubicBezTo>
                    <a:pt x="54" y="0"/>
                    <a:pt x="181" y="117"/>
                    <a:pt x="184" y="122"/>
                  </a:cubicBezTo>
                  <a:cubicBezTo>
                    <a:pt x="186" y="128"/>
                    <a:pt x="150" y="198"/>
                    <a:pt x="150" y="198"/>
                  </a:cubicBezTo>
                  <a:cubicBezTo>
                    <a:pt x="150" y="198"/>
                    <a:pt x="7" y="115"/>
                    <a:pt x="1" y="49"/>
                  </a:cubicBezTo>
                  <a:cubicBezTo>
                    <a:pt x="0" y="28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45">
              <a:extLst>
                <a:ext uri="{FF2B5EF4-FFF2-40B4-BE49-F238E27FC236}">
                  <a16:creationId xmlns:a16="http://schemas.microsoft.com/office/drawing/2014/main" id="{CFAA3BFF-70BA-F60A-2F84-C422955D6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1785938"/>
              <a:ext cx="76200" cy="103188"/>
            </a:xfrm>
            <a:custGeom>
              <a:avLst/>
              <a:gdLst>
                <a:gd name="T0" fmla="*/ 48 w 48"/>
                <a:gd name="T1" fmla="*/ 0 h 65"/>
                <a:gd name="T2" fmla="*/ 0 w 48"/>
                <a:gd name="T3" fmla="*/ 65 h 65"/>
                <a:gd name="T4" fmla="*/ 48 w 48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5">
                  <a:moveTo>
                    <a:pt x="48" y="0"/>
                  </a:moveTo>
                  <a:lnTo>
                    <a:pt x="0" y="6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Line 146">
              <a:extLst>
                <a:ext uri="{FF2B5EF4-FFF2-40B4-BE49-F238E27FC236}">
                  <a16:creationId xmlns:a16="http://schemas.microsoft.com/office/drawing/2014/main" id="{EE792923-0741-1306-A625-197D62917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07288" y="1785938"/>
              <a:ext cx="76200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47">
              <a:extLst>
                <a:ext uri="{FF2B5EF4-FFF2-40B4-BE49-F238E27FC236}">
                  <a16:creationId xmlns:a16="http://schemas.microsoft.com/office/drawing/2014/main" id="{55CD12C2-6839-ECD7-9D50-6504DB2BB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1784350"/>
              <a:ext cx="77788" cy="104775"/>
            </a:xfrm>
            <a:custGeom>
              <a:avLst/>
              <a:gdLst>
                <a:gd name="T0" fmla="*/ 49 w 49"/>
                <a:gd name="T1" fmla="*/ 3 h 66"/>
                <a:gd name="T2" fmla="*/ 0 w 49"/>
                <a:gd name="T3" fmla="*/ 66 h 66"/>
                <a:gd name="T4" fmla="*/ 46 w 49"/>
                <a:gd name="T5" fmla="*/ 0 h 66"/>
                <a:gd name="T6" fmla="*/ 49 w 49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66">
                  <a:moveTo>
                    <a:pt x="49" y="3"/>
                  </a:moveTo>
                  <a:lnTo>
                    <a:pt x="0" y="66"/>
                  </a:lnTo>
                  <a:lnTo>
                    <a:pt x="46" y="0"/>
                  </a:lnTo>
                  <a:lnTo>
                    <a:pt x="49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48">
              <a:extLst>
                <a:ext uri="{FF2B5EF4-FFF2-40B4-BE49-F238E27FC236}">
                  <a16:creationId xmlns:a16="http://schemas.microsoft.com/office/drawing/2014/main" id="{01D2F5F1-AFF2-B784-CF97-D69DB5FAF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476" y="1765300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Line 149">
              <a:extLst>
                <a:ext uri="{FF2B5EF4-FFF2-40B4-BE49-F238E27FC236}">
                  <a16:creationId xmlns:a16="http://schemas.microsoft.com/office/drawing/2014/main" id="{99A9D354-FC88-57A8-C291-E7A411AA8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3476" y="1765300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150">
              <a:extLst>
                <a:ext uri="{FF2B5EF4-FFF2-40B4-BE49-F238E27FC236}">
                  <a16:creationId xmlns:a16="http://schemas.microsoft.com/office/drawing/2014/main" id="{B5BC0B23-D2BB-69E9-2E7D-EC080579E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476" y="1763713"/>
              <a:ext cx="79375" cy="104775"/>
            </a:xfrm>
            <a:custGeom>
              <a:avLst/>
              <a:gdLst>
                <a:gd name="T0" fmla="*/ 50 w 50"/>
                <a:gd name="T1" fmla="*/ 3 h 66"/>
                <a:gd name="T2" fmla="*/ 0 w 50"/>
                <a:gd name="T3" fmla="*/ 66 h 66"/>
                <a:gd name="T4" fmla="*/ 47 w 50"/>
                <a:gd name="T5" fmla="*/ 0 h 66"/>
                <a:gd name="T6" fmla="*/ 50 w 50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66">
                  <a:moveTo>
                    <a:pt x="50" y="3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0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151">
              <a:extLst>
                <a:ext uri="{FF2B5EF4-FFF2-40B4-BE49-F238E27FC236}">
                  <a16:creationId xmlns:a16="http://schemas.microsoft.com/office/drawing/2014/main" id="{4D57DF6C-6045-4F5D-0016-53B3D3F0B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838" y="1746250"/>
              <a:ext cx="76200" cy="103188"/>
            </a:xfrm>
            <a:custGeom>
              <a:avLst/>
              <a:gdLst>
                <a:gd name="T0" fmla="*/ 48 w 48"/>
                <a:gd name="T1" fmla="*/ 0 h 65"/>
                <a:gd name="T2" fmla="*/ 0 w 48"/>
                <a:gd name="T3" fmla="*/ 65 h 65"/>
                <a:gd name="T4" fmla="*/ 48 w 48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5">
                  <a:moveTo>
                    <a:pt x="48" y="0"/>
                  </a:moveTo>
                  <a:lnTo>
                    <a:pt x="0" y="6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Line 152">
              <a:extLst>
                <a:ext uri="{FF2B5EF4-FFF2-40B4-BE49-F238E27FC236}">
                  <a16:creationId xmlns:a16="http://schemas.microsoft.com/office/drawing/2014/main" id="{5E9D1439-D7D8-E5A6-57DE-415460693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2838" y="1746250"/>
              <a:ext cx="76200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53">
              <a:extLst>
                <a:ext uri="{FF2B5EF4-FFF2-40B4-BE49-F238E27FC236}">
                  <a16:creationId xmlns:a16="http://schemas.microsoft.com/office/drawing/2014/main" id="{DA60A1DC-460B-C075-6EA2-CE3F2C4F1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838" y="1744663"/>
              <a:ext cx="79375" cy="104775"/>
            </a:xfrm>
            <a:custGeom>
              <a:avLst/>
              <a:gdLst>
                <a:gd name="T0" fmla="*/ 50 w 50"/>
                <a:gd name="T1" fmla="*/ 2 h 66"/>
                <a:gd name="T2" fmla="*/ 0 w 50"/>
                <a:gd name="T3" fmla="*/ 66 h 66"/>
                <a:gd name="T4" fmla="*/ 46 w 50"/>
                <a:gd name="T5" fmla="*/ 0 h 66"/>
                <a:gd name="T6" fmla="*/ 50 w 50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66">
                  <a:moveTo>
                    <a:pt x="50" y="2"/>
                  </a:moveTo>
                  <a:lnTo>
                    <a:pt x="0" y="66"/>
                  </a:lnTo>
                  <a:lnTo>
                    <a:pt x="46" y="0"/>
                  </a:lnTo>
                  <a:lnTo>
                    <a:pt x="5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54">
              <a:extLst>
                <a:ext uri="{FF2B5EF4-FFF2-40B4-BE49-F238E27FC236}">
                  <a16:creationId xmlns:a16="http://schemas.microsoft.com/office/drawing/2014/main" id="{65A29EE0-6672-0CEA-BC99-53769B20D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1728788"/>
              <a:ext cx="77788" cy="100013"/>
            </a:xfrm>
            <a:custGeom>
              <a:avLst/>
              <a:gdLst>
                <a:gd name="T0" fmla="*/ 49 w 49"/>
                <a:gd name="T1" fmla="*/ 0 h 63"/>
                <a:gd name="T2" fmla="*/ 0 w 49"/>
                <a:gd name="T3" fmla="*/ 63 h 63"/>
                <a:gd name="T4" fmla="*/ 49 w 49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3">
                  <a:moveTo>
                    <a:pt x="49" y="0"/>
                  </a:moveTo>
                  <a:lnTo>
                    <a:pt x="0" y="63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Line 155">
              <a:extLst>
                <a:ext uri="{FF2B5EF4-FFF2-40B4-BE49-F238E27FC236}">
                  <a16:creationId xmlns:a16="http://schemas.microsoft.com/office/drawing/2014/main" id="{E37E828F-7A77-283B-B981-1735CDBDB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39026" y="1728788"/>
              <a:ext cx="77788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56">
              <a:extLst>
                <a:ext uri="{FF2B5EF4-FFF2-40B4-BE49-F238E27FC236}">
                  <a16:creationId xmlns:a16="http://schemas.microsoft.com/office/drawing/2014/main" id="{B84755C0-D55E-23DB-F4B1-FB762F9C2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1724025"/>
              <a:ext cx="80963" cy="104775"/>
            </a:xfrm>
            <a:custGeom>
              <a:avLst/>
              <a:gdLst>
                <a:gd name="T0" fmla="*/ 51 w 51"/>
                <a:gd name="T1" fmla="*/ 4 h 66"/>
                <a:gd name="T2" fmla="*/ 0 w 51"/>
                <a:gd name="T3" fmla="*/ 66 h 66"/>
                <a:gd name="T4" fmla="*/ 48 w 51"/>
                <a:gd name="T5" fmla="*/ 0 h 66"/>
                <a:gd name="T6" fmla="*/ 51 w 51"/>
                <a:gd name="T7" fmla="*/ 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4"/>
                  </a:moveTo>
                  <a:lnTo>
                    <a:pt x="0" y="66"/>
                  </a:lnTo>
                  <a:lnTo>
                    <a:pt x="48" y="0"/>
                  </a:lnTo>
                  <a:lnTo>
                    <a:pt x="51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57">
              <a:extLst>
                <a:ext uri="{FF2B5EF4-FFF2-40B4-BE49-F238E27FC236}">
                  <a16:creationId xmlns:a16="http://schemas.microsoft.com/office/drawing/2014/main" id="{DCCACD32-3833-54BE-DF81-64B259DED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1563" y="1709738"/>
              <a:ext cx="76200" cy="103188"/>
            </a:xfrm>
            <a:custGeom>
              <a:avLst/>
              <a:gdLst>
                <a:gd name="T0" fmla="*/ 48 w 48"/>
                <a:gd name="T1" fmla="*/ 0 h 65"/>
                <a:gd name="T2" fmla="*/ 0 w 48"/>
                <a:gd name="T3" fmla="*/ 65 h 65"/>
                <a:gd name="T4" fmla="*/ 48 w 48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65">
                  <a:moveTo>
                    <a:pt x="48" y="0"/>
                  </a:moveTo>
                  <a:lnTo>
                    <a:pt x="0" y="6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Line 158">
              <a:extLst>
                <a:ext uri="{FF2B5EF4-FFF2-40B4-BE49-F238E27FC236}">
                  <a16:creationId xmlns:a16="http://schemas.microsoft.com/office/drawing/2014/main" id="{6E011ABA-C869-3EB5-D62B-DB38487AF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21563" y="1709738"/>
              <a:ext cx="76200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59">
              <a:extLst>
                <a:ext uri="{FF2B5EF4-FFF2-40B4-BE49-F238E27FC236}">
                  <a16:creationId xmlns:a16="http://schemas.microsoft.com/office/drawing/2014/main" id="{D805180D-32C3-1C70-5EA3-6724F477E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1563" y="1708150"/>
              <a:ext cx="79375" cy="104775"/>
            </a:xfrm>
            <a:custGeom>
              <a:avLst/>
              <a:gdLst>
                <a:gd name="T0" fmla="*/ 50 w 50"/>
                <a:gd name="T1" fmla="*/ 2 h 66"/>
                <a:gd name="T2" fmla="*/ 0 w 50"/>
                <a:gd name="T3" fmla="*/ 66 h 66"/>
                <a:gd name="T4" fmla="*/ 47 w 50"/>
                <a:gd name="T5" fmla="*/ 0 h 66"/>
                <a:gd name="T6" fmla="*/ 50 w 50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66">
                  <a:moveTo>
                    <a:pt x="50" y="2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0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583E0D92-B042-B606-A41E-2DBC9CCC6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6163" y="1693863"/>
              <a:ext cx="82550" cy="100013"/>
            </a:xfrm>
            <a:custGeom>
              <a:avLst/>
              <a:gdLst>
                <a:gd name="T0" fmla="*/ 52 w 52"/>
                <a:gd name="T1" fmla="*/ 0 h 63"/>
                <a:gd name="T2" fmla="*/ 0 w 52"/>
                <a:gd name="T3" fmla="*/ 63 h 63"/>
                <a:gd name="T4" fmla="*/ 52 w 52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3">
                  <a:moveTo>
                    <a:pt x="52" y="0"/>
                  </a:moveTo>
                  <a:lnTo>
                    <a:pt x="0" y="6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Line 161">
              <a:extLst>
                <a:ext uri="{FF2B5EF4-FFF2-40B4-BE49-F238E27FC236}">
                  <a16:creationId xmlns:a16="http://schemas.microsoft.com/office/drawing/2014/main" id="{1487A632-C35B-3BD4-1BBB-2A194857D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6163" y="1693863"/>
              <a:ext cx="82550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62">
              <a:extLst>
                <a:ext uri="{FF2B5EF4-FFF2-40B4-BE49-F238E27FC236}">
                  <a16:creationId xmlns:a16="http://schemas.microsoft.com/office/drawing/2014/main" id="{CF9A2584-37B3-8F88-04BA-96FF5289A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6163" y="1690688"/>
              <a:ext cx="84138" cy="103188"/>
            </a:xfrm>
            <a:custGeom>
              <a:avLst/>
              <a:gdLst>
                <a:gd name="T0" fmla="*/ 53 w 53"/>
                <a:gd name="T1" fmla="*/ 3 h 65"/>
                <a:gd name="T2" fmla="*/ 0 w 53"/>
                <a:gd name="T3" fmla="*/ 65 h 65"/>
                <a:gd name="T4" fmla="*/ 50 w 53"/>
                <a:gd name="T5" fmla="*/ 0 h 65"/>
                <a:gd name="T6" fmla="*/ 53 w 53"/>
                <a:gd name="T7" fmla="*/ 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65">
                  <a:moveTo>
                    <a:pt x="53" y="3"/>
                  </a:moveTo>
                  <a:lnTo>
                    <a:pt x="0" y="65"/>
                  </a:lnTo>
                  <a:lnTo>
                    <a:pt x="50" y="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63">
              <a:extLst>
                <a:ext uri="{FF2B5EF4-FFF2-40B4-BE49-F238E27FC236}">
                  <a16:creationId xmlns:a16="http://schemas.microsoft.com/office/drawing/2014/main" id="{181A17BC-7CF1-F5F5-8831-66B72AE91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7926" y="1808163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Line 164">
              <a:extLst>
                <a:ext uri="{FF2B5EF4-FFF2-40B4-BE49-F238E27FC236}">
                  <a16:creationId xmlns:a16="http://schemas.microsoft.com/office/drawing/2014/main" id="{EA54DCBA-5E91-28AA-0DF9-C6D17DE76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7926" y="1808163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5">
              <a:extLst>
                <a:ext uri="{FF2B5EF4-FFF2-40B4-BE49-F238E27FC236}">
                  <a16:creationId xmlns:a16="http://schemas.microsoft.com/office/drawing/2014/main" id="{394746F4-6F0C-34E2-C34B-D29130B22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7926" y="1806575"/>
              <a:ext cx="80963" cy="104775"/>
            </a:xfrm>
            <a:custGeom>
              <a:avLst/>
              <a:gdLst>
                <a:gd name="T0" fmla="*/ 51 w 51"/>
                <a:gd name="T1" fmla="*/ 2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2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166">
              <a:extLst>
                <a:ext uri="{FF2B5EF4-FFF2-40B4-BE49-F238E27FC236}">
                  <a16:creationId xmlns:a16="http://schemas.microsoft.com/office/drawing/2014/main" id="{6800FD87-BAE2-A975-9653-71835EDBA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1738" y="1828800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Line 167">
              <a:extLst>
                <a:ext uri="{FF2B5EF4-FFF2-40B4-BE49-F238E27FC236}">
                  <a16:creationId xmlns:a16="http://schemas.microsoft.com/office/drawing/2014/main" id="{611B8454-F86E-2519-8047-935074167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1738" y="1828800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168">
              <a:extLst>
                <a:ext uri="{FF2B5EF4-FFF2-40B4-BE49-F238E27FC236}">
                  <a16:creationId xmlns:a16="http://schemas.microsoft.com/office/drawing/2014/main" id="{70CD70C6-37EA-ED9E-9E3B-363B7DD4E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1738" y="1827213"/>
              <a:ext cx="80963" cy="104775"/>
            </a:xfrm>
            <a:custGeom>
              <a:avLst/>
              <a:gdLst>
                <a:gd name="T0" fmla="*/ 51 w 51"/>
                <a:gd name="T1" fmla="*/ 2 h 66"/>
                <a:gd name="T2" fmla="*/ 0 w 51"/>
                <a:gd name="T3" fmla="*/ 66 h 66"/>
                <a:gd name="T4" fmla="*/ 46 w 51"/>
                <a:gd name="T5" fmla="*/ 0 h 66"/>
                <a:gd name="T6" fmla="*/ 51 w 51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2"/>
                  </a:moveTo>
                  <a:lnTo>
                    <a:pt x="0" y="66"/>
                  </a:lnTo>
                  <a:lnTo>
                    <a:pt x="46" y="0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69">
              <a:extLst>
                <a:ext uri="{FF2B5EF4-FFF2-40B4-BE49-F238E27FC236}">
                  <a16:creationId xmlns:a16="http://schemas.microsoft.com/office/drawing/2014/main" id="{333084AE-A3BE-E8BC-B10D-0CD98D2DE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76" y="1854200"/>
              <a:ext cx="77788" cy="101600"/>
            </a:xfrm>
            <a:custGeom>
              <a:avLst/>
              <a:gdLst>
                <a:gd name="T0" fmla="*/ 49 w 49"/>
                <a:gd name="T1" fmla="*/ 0 h 64"/>
                <a:gd name="T2" fmla="*/ 0 w 49"/>
                <a:gd name="T3" fmla="*/ 64 h 64"/>
                <a:gd name="T4" fmla="*/ 49 w 49"/>
                <a:gd name="T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4">
                  <a:moveTo>
                    <a:pt x="49" y="0"/>
                  </a:moveTo>
                  <a:lnTo>
                    <a:pt x="0" y="6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Line 170">
              <a:extLst>
                <a:ext uri="{FF2B5EF4-FFF2-40B4-BE49-F238E27FC236}">
                  <a16:creationId xmlns:a16="http://schemas.microsoft.com/office/drawing/2014/main" id="{E632ACCC-E0DB-1E16-D44E-3CD7EB4A97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72376" y="1854200"/>
              <a:ext cx="77788" cy="1016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171">
              <a:extLst>
                <a:ext uri="{FF2B5EF4-FFF2-40B4-BE49-F238E27FC236}">
                  <a16:creationId xmlns:a16="http://schemas.microsoft.com/office/drawing/2014/main" id="{80D8EDB6-D3A0-4093-6E36-08C3BA2EC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76" y="1851025"/>
              <a:ext cx="80963" cy="104775"/>
            </a:xfrm>
            <a:custGeom>
              <a:avLst/>
              <a:gdLst>
                <a:gd name="T0" fmla="*/ 51 w 51"/>
                <a:gd name="T1" fmla="*/ 3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3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72">
              <a:extLst>
                <a:ext uri="{FF2B5EF4-FFF2-40B4-BE49-F238E27FC236}">
                  <a16:creationId xmlns:a16="http://schemas.microsoft.com/office/drawing/2014/main" id="{4132D097-7CC5-64DF-35A7-00C1E13C9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013" y="1871663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Line 173">
              <a:extLst>
                <a:ext uri="{FF2B5EF4-FFF2-40B4-BE49-F238E27FC236}">
                  <a16:creationId xmlns:a16="http://schemas.microsoft.com/office/drawing/2014/main" id="{3C17B66F-F3E9-03F9-EE91-FE1EDD81F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3013" y="1871663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74">
              <a:extLst>
                <a:ext uri="{FF2B5EF4-FFF2-40B4-BE49-F238E27FC236}">
                  <a16:creationId xmlns:a16="http://schemas.microsoft.com/office/drawing/2014/main" id="{059A5DFD-A0FA-E06E-3708-327A37885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013" y="1870075"/>
              <a:ext cx="80963" cy="104775"/>
            </a:xfrm>
            <a:custGeom>
              <a:avLst/>
              <a:gdLst>
                <a:gd name="T0" fmla="*/ 51 w 51"/>
                <a:gd name="T1" fmla="*/ 3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3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75">
              <a:extLst>
                <a:ext uri="{FF2B5EF4-FFF2-40B4-BE49-F238E27FC236}">
                  <a16:creationId xmlns:a16="http://schemas.microsoft.com/office/drawing/2014/main" id="{34BED1C6-369E-3B37-1C77-A7E1597B3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651" y="1890713"/>
              <a:ext cx="77788" cy="103188"/>
            </a:xfrm>
            <a:custGeom>
              <a:avLst/>
              <a:gdLst>
                <a:gd name="T0" fmla="*/ 49 w 49"/>
                <a:gd name="T1" fmla="*/ 0 h 65"/>
                <a:gd name="T2" fmla="*/ 0 w 49"/>
                <a:gd name="T3" fmla="*/ 65 h 65"/>
                <a:gd name="T4" fmla="*/ 49 w 49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65">
                  <a:moveTo>
                    <a:pt x="49" y="0"/>
                  </a:moveTo>
                  <a:lnTo>
                    <a:pt x="0" y="65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Line 176">
              <a:extLst>
                <a:ext uri="{FF2B5EF4-FFF2-40B4-BE49-F238E27FC236}">
                  <a16:creationId xmlns:a16="http://schemas.microsoft.com/office/drawing/2014/main" id="{3A661566-E10C-54E9-6A15-17BC0F03A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13651" y="1890713"/>
              <a:ext cx="77788" cy="103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77">
              <a:extLst>
                <a:ext uri="{FF2B5EF4-FFF2-40B4-BE49-F238E27FC236}">
                  <a16:creationId xmlns:a16="http://schemas.microsoft.com/office/drawing/2014/main" id="{02AAFC52-2739-2986-069C-AAC8D01DB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651" y="1889125"/>
              <a:ext cx="80963" cy="104775"/>
            </a:xfrm>
            <a:custGeom>
              <a:avLst/>
              <a:gdLst>
                <a:gd name="T0" fmla="*/ 51 w 51"/>
                <a:gd name="T1" fmla="*/ 2 h 66"/>
                <a:gd name="T2" fmla="*/ 0 w 51"/>
                <a:gd name="T3" fmla="*/ 66 h 66"/>
                <a:gd name="T4" fmla="*/ 47 w 51"/>
                <a:gd name="T5" fmla="*/ 0 h 66"/>
                <a:gd name="T6" fmla="*/ 51 w 51"/>
                <a:gd name="T7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66">
                  <a:moveTo>
                    <a:pt x="51" y="2"/>
                  </a:moveTo>
                  <a:lnTo>
                    <a:pt x="0" y="66"/>
                  </a:lnTo>
                  <a:lnTo>
                    <a:pt x="47" y="0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78">
              <a:extLst>
                <a:ext uri="{FF2B5EF4-FFF2-40B4-BE49-F238E27FC236}">
                  <a16:creationId xmlns:a16="http://schemas.microsoft.com/office/drawing/2014/main" id="{F723FC66-A5DD-2FBF-7A9A-0C9A0FA7C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3301" y="1679575"/>
              <a:ext cx="349250" cy="369888"/>
            </a:xfrm>
            <a:custGeom>
              <a:avLst/>
              <a:gdLst>
                <a:gd name="T0" fmla="*/ 54 w 186"/>
                <a:gd name="T1" fmla="*/ 0 h 198"/>
                <a:gd name="T2" fmla="*/ 184 w 186"/>
                <a:gd name="T3" fmla="*/ 122 h 198"/>
                <a:gd name="T4" fmla="*/ 150 w 186"/>
                <a:gd name="T5" fmla="*/ 198 h 198"/>
                <a:gd name="T6" fmla="*/ 1 w 186"/>
                <a:gd name="T7" fmla="*/ 49 h 198"/>
                <a:gd name="T8" fmla="*/ 54 w 186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198">
                  <a:moveTo>
                    <a:pt x="54" y="0"/>
                  </a:moveTo>
                  <a:cubicBezTo>
                    <a:pt x="54" y="0"/>
                    <a:pt x="181" y="117"/>
                    <a:pt x="184" y="122"/>
                  </a:cubicBezTo>
                  <a:cubicBezTo>
                    <a:pt x="186" y="128"/>
                    <a:pt x="150" y="198"/>
                    <a:pt x="150" y="198"/>
                  </a:cubicBezTo>
                  <a:cubicBezTo>
                    <a:pt x="150" y="198"/>
                    <a:pt x="7" y="115"/>
                    <a:pt x="1" y="49"/>
                  </a:cubicBezTo>
                  <a:cubicBezTo>
                    <a:pt x="0" y="28"/>
                    <a:pt x="54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79">
              <a:extLst>
                <a:ext uri="{FF2B5EF4-FFF2-40B4-BE49-F238E27FC236}">
                  <a16:creationId xmlns:a16="http://schemas.microsoft.com/office/drawing/2014/main" id="{E510BC6A-D16B-F36F-5AED-E17AF997E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688" y="1771650"/>
              <a:ext cx="1262063" cy="1362075"/>
            </a:xfrm>
            <a:custGeom>
              <a:avLst/>
              <a:gdLst>
                <a:gd name="T0" fmla="*/ 485 w 674"/>
                <a:gd name="T1" fmla="*/ 0 h 728"/>
                <a:gd name="T2" fmla="*/ 674 w 674"/>
                <a:gd name="T3" fmla="*/ 170 h 728"/>
                <a:gd name="T4" fmla="*/ 153 w 674"/>
                <a:gd name="T5" fmla="*/ 705 h 728"/>
                <a:gd name="T6" fmla="*/ 7 w 674"/>
                <a:gd name="T7" fmla="*/ 568 h 728"/>
                <a:gd name="T8" fmla="*/ 485 w 674"/>
                <a:gd name="T9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4" h="728">
                  <a:moveTo>
                    <a:pt x="485" y="0"/>
                  </a:moveTo>
                  <a:cubicBezTo>
                    <a:pt x="485" y="0"/>
                    <a:pt x="527" y="69"/>
                    <a:pt x="674" y="170"/>
                  </a:cubicBezTo>
                  <a:cubicBezTo>
                    <a:pt x="671" y="184"/>
                    <a:pt x="252" y="614"/>
                    <a:pt x="153" y="705"/>
                  </a:cubicBezTo>
                  <a:cubicBezTo>
                    <a:pt x="128" y="728"/>
                    <a:pt x="0" y="583"/>
                    <a:pt x="7" y="568"/>
                  </a:cubicBezTo>
                  <a:cubicBezTo>
                    <a:pt x="14" y="554"/>
                    <a:pt x="472" y="22"/>
                    <a:pt x="485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80">
              <a:extLst>
                <a:ext uri="{FF2B5EF4-FFF2-40B4-BE49-F238E27FC236}">
                  <a16:creationId xmlns:a16="http://schemas.microsoft.com/office/drawing/2014/main" id="{9BF3B844-743E-A99C-136D-A57F8427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4763" y="1798638"/>
              <a:ext cx="1296988" cy="1344613"/>
            </a:xfrm>
            <a:custGeom>
              <a:avLst/>
              <a:gdLst>
                <a:gd name="T0" fmla="*/ 490 w 692"/>
                <a:gd name="T1" fmla="*/ 0 h 718"/>
                <a:gd name="T2" fmla="*/ 131 w 692"/>
                <a:gd name="T3" fmla="*/ 450 h 718"/>
                <a:gd name="T4" fmla="*/ 268 w 692"/>
                <a:gd name="T5" fmla="*/ 570 h 718"/>
                <a:gd name="T6" fmla="*/ 692 w 692"/>
                <a:gd name="T7" fmla="*/ 155 h 718"/>
                <a:gd name="T8" fmla="*/ 165 w 692"/>
                <a:gd name="T9" fmla="*/ 708 h 718"/>
                <a:gd name="T10" fmla="*/ 3 w 692"/>
                <a:gd name="T11" fmla="*/ 541 h 718"/>
                <a:gd name="T12" fmla="*/ 490 w 692"/>
                <a:gd name="T13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718">
                  <a:moveTo>
                    <a:pt x="490" y="0"/>
                  </a:moveTo>
                  <a:cubicBezTo>
                    <a:pt x="490" y="0"/>
                    <a:pt x="146" y="427"/>
                    <a:pt x="131" y="450"/>
                  </a:cubicBezTo>
                  <a:cubicBezTo>
                    <a:pt x="116" y="474"/>
                    <a:pt x="227" y="574"/>
                    <a:pt x="268" y="570"/>
                  </a:cubicBezTo>
                  <a:cubicBezTo>
                    <a:pt x="692" y="155"/>
                    <a:pt x="692" y="155"/>
                    <a:pt x="692" y="155"/>
                  </a:cubicBezTo>
                  <a:cubicBezTo>
                    <a:pt x="692" y="155"/>
                    <a:pt x="201" y="698"/>
                    <a:pt x="165" y="708"/>
                  </a:cubicBezTo>
                  <a:cubicBezTo>
                    <a:pt x="130" y="718"/>
                    <a:pt x="0" y="599"/>
                    <a:pt x="3" y="541"/>
                  </a:cubicBezTo>
                  <a:cubicBezTo>
                    <a:pt x="6" y="482"/>
                    <a:pt x="490" y="0"/>
                    <a:pt x="490" y="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81">
              <a:extLst>
                <a:ext uri="{FF2B5EF4-FFF2-40B4-BE49-F238E27FC236}">
                  <a16:creationId xmlns:a16="http://schemas.microsoft.com/office/drawing/2014/main" id="{47367CBB-F51B-B6EE-315F-D094251DD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38" y="1643063"/>
              <a:ext cx="449263" cy="463550"/>
            </a:xfrm>
            <a:custGeom>
              <a:avLst/>
              <a:gdLst>
                <a:gd name="T0" fmla="*/ 0 w 240"/>
                <a:gd name="T1" fmla="*/ 68 h 247"/>
                <a:gd name="T2" fmla="*/ 72 w 240"/>
                <a:gd name="T3" fmla="*/ 2 h 247"/>
                <a:gd name="T4" fmla="*/ 93 w 240"/>
                <a:gd name="T5" fmla="*/ 21 h 247"/>
                <a:gd name="T6" fmla="*/ 42 w 240"/>
                <a:gd name="T7" fmla="*/ 77 h 247"/>
                <a:gd name="T8" fmla="*/ 173 w 240"/>
                <a:gd name="T9" fmla="*/ 200 h 247"/>
                <a:gd name="T10" fmla="*/ 218 w 240"/>
                <a:gd name="T11" fmla="*/ 136 h 247"/>
                <a:gd name="T12" fmla="*/ 239 w 240"/>
                <a:gd name="T13" fmla="*/ 154 h 247"/>
                <a:gd name="T14" fmla="*/ 189 w 240"/>
                <a:gd name="T15" fmla="*/ 238 h 247"/>
                <a:gd name="T16" fmla="*/ 0 w 240"/>
                <a:gd name="T17" fmla="*/ 6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247">
                  <a:moveTo>
                    <a:pt x="0" y="68"/>
                  </a:moveTo>
                  <a:cubicBezTo>
                    <a:pt x="0" y="68"/>
                    <a:pt x="62" y="5"/>
                    <a:pt x="72" y="2"/>
                  </a:cubicBezTo>
                  <a:cubicBezTo>
                    <a:pt x="81" y="0"/>
                    <a:pt x="93" y="21"/>
                    <a:pt x="93" y="21"/>
                  </a:cubicBezTo>
                  <a:cubicBezTo>
                    <a:pt x="93" y="21"/>
                    <a:pt x="42" y="69"/>
                    <a:pt x="42" y="77"/>
                  </a:cubicBezTo>
                  <a:cubicBezTo>
                    <a:pt x="45" y="109"/>
                    <a:pt x="165" y="202"/>
                    <a:pt x="173" y="200"/>
                  </a:cubicBezTo>
                  <a:cubicBezTo>
                    <a:pt x="182" y="197"/>
                    <a:pt x="212" y="137"/>
                    <a:pt x="218" y="136"/>
                  </a:cubicBezTo>
                  <a:cubicBezTo>
                    <a:pt x="224" y="135"/>
                    <a:pt x="240" y="149"/>
                    <a:pt x="239" y="154"/>
                  </a:cubicBezTo>
                  <a:cubicBezTo>
                    <a:pt x="238" y="159"/>
                    <a:pt x="202" y="228"/>
                    <a:pt x="189" y="238"/>
                  </a:cubicBezTo>
                  <a:cubicBezTo>
                    <a:pt x="176" y="247"/>
                    <a:pt x="33" y="146"/>
                    <a:pt x="0" y="68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82">
              <a:extLst>
                <a:ext uri="{FF2B5EF4-FFF2-40B4-BE49-F238E27FC236}">
                  <a16:creationId xmlns:a16="http://schemas.microsoft.com/office/drawing/2014/main" id="{0354313D-66CF-C795-BC28-D66CE596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0401" y="1949450"/>
              <a:ext cx="476250" cy="481013"/>
            </a:xfrm>
            <a:custGeom>
              <a:avLst/>
              <a:gdLst>
                <a:gd name="T0" fmla="*/ 127 w 254"/>
                <a:gd name="T1" fmla="*/ 0 h 257"/>
                <a:gd name="T2" fmla="*/ 254 w 254"/>
                <a:gd name="T3" fmla="*/ 115 h 257"/>
                <a:gd name="T4" fmla="*/ 135 w 254"/>
                <a:gd name="T5" fmla="*/ 247 h 257"/>
                <a:gd name="T6" fmla="*/ 7 w 254"/>
                <a:gd name="T7" fmla="*/ 138 h 257"/>
                <a:gd name="T8" fmla="*/ 127 w 254"/>
                <a:gd name="T9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7">
                  <a:moveTo>
                    <a:pt x="127" y="0"/>
                  </a:moveTo>
                  <a:cubicBezTo>
                    <a:pt x="127" y="0"/>
                    <a:pt x="202" y="89"/>
                    <a:pt x="254" y="115"/>
                  </a:cubicBezTo>
                  <a:cubicBezTo>
                    <a:pt x="254" y="115"/>
                    <a:pt x="147" y="238"/>
                    <a:pt x="135" y="247"/>
                  </a:cubicBezTo>
                  <a:cubicBezTo>
                    <a:pt x="123" y="257"/>
                    <a:pt x="0" y="152"/>
                    <a:pt x="7" y="138"/>
                  </a:cubicBezTo>
                  <a:cubicBezTo>
                    <a:pt x="13" y="126"/>
                    <a:pt x="127" y="0"/>
                    <a:pt x="127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83">
              <a:extLst>
                <a:ext uri="{FF2B5EF4-FFF2-40B4-BE49-F238E27FC236}">
                  <a16:creationId xmlns:a16="http://schemas.microsoft.com/office/drawing/2014/main" id="{C11ADBDB-2282-A738-4375-D9E528F05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01" y="1849438"/>
              <a:ext cx="331788" cy="304800"/>
            </a:xfrm>
            <a:custGeom>
              <a:avLst/>
              <a:gdLst>
                <a:gd name="T0" fmla="*/ 17 w 177"/>
                <a:gd name="T1" fmla="*/ 0 h 163"/>
                <a:gd name="T2" fmla="*/ 177 w 177"/>
                <a:gd name="T3" fmla="*/ 144 h 163"/>
                <a:gd name="T4" fmla="*/ 160 w 177"/>
                <a:gd name="T5" fmla="*/ 163 h 163"/>
                <a:gd name="T6" fmla="*/ 0 w 177"/>
                <a:gd name="T7" fmla="*/ 19 h 163"/>
                <a:gd name="T8" fmla="*/ 17 w 177"/>
                <a:gd name="T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63">
                  <a:moveTo>
                    <a:pt x="17" y="0"/>
                  </a:moveTo>
                  <a:cubicBezTo>
                    <a:pt x="17" y="0"/>
                    <a:pt x="81" y="97"/>
                    <a:pt x="177" y="144"/>
                  </a:cubicBezTo>
                  <a:cubicBezTo>
                    <a:pt x="160" y="163"/>
                    <a:pt x="160" y="163"/>
                    <a:pt x="160" y="163"/>
                  </a:cubicBezTo>
                  <a:cubicBezTo>
                    <a:pt x="160" y="163"/>
                    <a:pt x="70" y="119"/>
                    <a:pt x="0" y="19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84">
              <a:extLst>
                <a:ext uri="{FF2B5EF4-FFF2-40B4-BE49-F238E27FC236}">
                  <a16:creationId xmlns:a16="http://schemas.microsoft.com/office/drawing/2014/main" id="{02C590C8-726D-9028-CBD1-098E688B8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6201" y="2808288"/>
              <a:ext cx="271463" cy="261938"/>
            </a:xfrm>
            <a:custGeom>
              <a:avLst/>
              <a:gdLst>
                <a:gd name="T0" fmla="*/ 14 w 145"/>
                <a:gd name="T1" fmla="*/ 0 h 140"/>
                <a:gd name="T2" fmla="*/ 145 w 145"/>
                <a:gd name="T3" fmla="*/ 125 h 140"/>
                <a:gd name="T4" fmla="*/ 130 w 145"/>
                <a:gd name="T5" fmla="*/ 140 h 140"/>
                <a:gd name="T6" fmla="*/ 0 w 145"/>
                <a:gd name="T7" fmla="*/ 15 h 140"/>
                <a:gd name="T8" fmla="*/ 14 w 145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40">
                  <a:moveTo>
                    <a:pt x="14" y="0"/>
                  </a:moveTo>
                  <a:cubicBezTo>
                    <a:pt x="14" y="0"/>
                    <a:pt x="66" y="83"/>
                    <a:pt x="145" y="125"/>
                  </a:cubicBezTo>
                  <a:cubicBezTo>
                    <a:pt x="130" y="140"/>
                    <a:pt x="130" y="140"/>
                    <a:pt x="130" y="140"/>
                  </a:cubicBezTo>
                  <a:cubicBezTo>
                    <a:pt x="130" y="140"/>
                    <a:pt x="56" y="101"/>
                    <a:pt x="0" y="15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85">
              <a:extLst>
                <a:ext uri="{FF2B5EF4-FFF2-40B4-BE49-F238E27FC236}">
                  <a16:creationId xmlns:a16="http://schemas.microsoft.com/office/drawing/2014/main" id="{CC7C0DCF-CA79-11A7-687A-6F3CFDDD1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6426" y="2216150"/>
              <a:ext cx="273050" cy="266700"/>
            </a:xfrm>
            <a:custGeom>
              <a:avLst/>
              <a:gdLst>
                <a:gd name="T0" fmla="*/ 14 w 146"/>
                <a:gd name="T1" fmla="*/ 0 h 142"/>
                <a:gd name="T2" fmla="*/ 146 w 146"/>
                <a:gd name="T3" fmla="*/ 126 h 142"/>
                <a:gd name="T4" fmla="*/ 132 w 146"/>
                <a:gd name="T5" fmla="*/ 142 h 142"/>
                <a:gd name="T6" fmla="*/ 0 w 146"/>
                <a:gd name="T7" fmla="*/ 15 h 142"/>
                <a:gd name="T8" fmla="*/ 14 w 146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42">
                  <a:moveTo>
                    <a:pt x="14" y="0"/>
                  </a:moveTo>
                  <a:cubicBezTo>
                    <a:pt x="14" y="0"/>
                    <a:pt x="67" y="83"/>
                    <a:pt x="146" y="126"/>
                  </a:cubicBezTo>
                  <a:cubicBezTo>
                    <a:pt x="132" y="142"/>
                    <a:pt x="132" y="142"/>
                    <a:pt x="132" y="142"/>
                  </a:cubicBezTo>
                  <a:cubicBezTo>
                    <a:pt x="132" y="142"/>
                    <a:pt x="57" y="101"/>
                    <a:pt x="0" y="15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86">
              <a:extLst>
                <a:ext uri="{FF2B5EF4-FFF2-40B4-BE49-F238E27FC236}">
                  <a16:creationId xmlns:a16="http://schemas.microsoft.com/office/drawing/2014/main" id="{E954B065-5C7A-2D37-892E-4D9F120B8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588" y="858838"/>
              <a:ext cx="233363" cy="371475"/>
            </a:xfrm>
            <a:custGeom>
              <a:avLst/>
              <a:gdLst>
                <a:gd name="T0" fmla="*/ 43 w 125"/>
                <a:gd name="T1" fmla="*/ 13 h 198"/>
                <a:gd name="T2" fmla="*/ 2 w 125"/>
                <a:gd name="T3" fmla="*/ 132 h 198"/>
                <a:gd name="T4" fmla="*/ 56 w 125"/>
                <a:gd name="T5" fmla="*/ 163 h 198"/>
                <a:gd name="T6" fmla="*/ 43 w 125"/>
                <a:gd name="T7" fmla="*/ 1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98">
                  <a:moveTo>
                    <a:pt x="43" y="13"/>
                  </a:moveTo>
                  <a:cubicBezTo>
                    <a:pt x="43" y="13"/>
                    <a:pt x="4" y="97"/>
                    <a:pt x="2" y="132"/>
                  </a:cubicBezTo>
                  <a:cubicBezTo>
                    <a:pt x="0" y="166"/>
                    <a:pt x="13" y="198"/>
                    <a:pt x="56" y="163"/>
                  </a:cubicBezTo>
                  <a:cubicBezTo>
                    <a:pt x="99" y="129"/>
                    <a:pt x="125" y="0"/>
                    <a:pt x="43" y="13"/>
                  </a:cubicBez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187">
              <a:extLst>
                <a:ext uri="{FF2B5EF4-FFF2-40B4-BE49-F238E27FC236}">
                  <a16:creationId xmlns:a16="http://schemas.microsoft.com/office/drawing/2014/main" id="{DF7EB096-AF4B-50E4-A878-8B5055D62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1676" y="915988"/>
              <a:ext cx="566738" cy="542925"/>
            </a:xfrm>
            <a:custGeom>
              <a:avLst/>
              <a:gdLst>
                <a:gd name="T0" fmla="*/ 230 w 302"/>
                <a:gd name="T1" fmla="*/ 160 h 290"/>
                <a:gd name="T2" fmla="*/ 95 w 302"/>
                <a:gd name="T3" fmla="*/ 274 h 290"/>
                <a:gd name="T4" fmla="*/ 4 w 302"/>
                <a:gd name="T5" fmla="*/ 255 h 290"/>
                <a:gd name="T6" fmla="*/ 175 w 302"/>
                <a:gd name="T7" fmla="*/ 60 h 290"/>
                <a:gd name="T8" fmla="*/ 276 w 302"/>
                <a:gd name="T9" fmla="*/ 68 h 290"/>
                <a:gd name="T10" fmla="*/ 230 w 302"/>
                <a:gd name="T11" fmla="*/ 16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290">
                  <a:moveTo>
                    <a:pt x="230" y="160"/>
                  </a:moveTo>
                  <a:cubicBezTo>
                    <a:pt x="230" y="160"/>
                    <a:pt x="134" y="258"/>
                    <a:pt x="95" y="274"/>
                  </a:cubicBezTo>
                  <a:cubicBezTo>
                    <a:pt x="57" y="290"/>
                    <a:pt x="8" y="267"/>
                    <a:pt x="4" y="255"/>
                  </a:cubicBezTo>
                  <a:cubicBezTo>
                    <a:pt x="0" y="243"/>
                    <a:pt x="140" y="65"/>
                    <a:pt x="175" y="60"/>
                  </a:cubicBezTo>
                  <a:cubicBezTo>
                    <a:pt x="210" y="56"/>
                    <a:pt x="302" y="0"/>
                    <a:pt x="276" y="68"/>
                  </a:cubicBezTo>
                  <a:cubicBezTo>
                    <a:pt x="250" y="136"/>
                    <a:pt x="259" y="132"/>
                    <a:pt x="230" y="160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188">
              <a:extLst>
                <a:ext uri="{FF2B5EF4-FFF2-40B4-BE49-F238E27FC236}">
                  <a16:creationId xmlns:a16="http://schemas.microsoft.com/office/drawing/2014/main" id="{47DC8BF2-6E4A-D484-7AE7-1E4A4790B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665163"/>
              <a:ext cx="354013" cy="461963"/>
            </a:xfrm>
            <a:custGeom>
              <a:avLst/>
              <a:gdLst>
                <a:gd name="T0" fmla="*/ 189 w 189"/>
                <a:gd name="T1" fmla="*/ 0 h 247"/>
                <a:gd name="T2" fmla="*/ 48 w 189"/>
                <a:gd name="T3" fmla="*/ 67 h 247"/>
                <a:gd name="T4" fmla="*/ 23 w 189"/>
                <a:gd name="T5" fmla="*/ 229 h 247"/>
                <a:gd name="T6" fmla="*/ 154 w 189"/>
                <a:gd name="T7" fmla="*/ 122 h 247"/>
                <a:gd name="T8" fmla="*/ 189 w 189"/>
                <a:gd name="T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247">
                  <a:moveTo>
                    <a:pt x="189" y="0"/>
                  </a:moveTo>
                  <a:cubicBezTo>
                    <a:pt x="189" y="0"/>
                    <a:pt x="56" y="55"/>
                    <a:pt x="48" y="67"/>
                  </a:cubicBezTo>
                  <a:cubicBezTo>
                    <a:pt x="41" y="79"/>
                    <a:pt x="0" y="210"/>
                    <a:pt x="23" y="229"/>
                  </a:cubicBezTo>
                  <a:cubicBezTo>
                    <a:pt x="46" y="247"/>
                    <a:pt x="129" y="173"/>
                    <a:pt x="154" y="122"/>
                  </a:cubicBezTo>
                  <a:cubicBezTo>
                    <a:pt x="178" y="72"/>
                    <a:pt x="189" y="0"/>
                    <a:pt x="189" y="0"/>
                  </a:cubicBezTo>
                  <a:close/>
                </a:path>
              </a:pathLst>
            </a:custGeom>
            <a:solidFill>
              <a:srgbClr val="F2C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89">
              <a:extLst>
                <a:ext uri="{FF2B5EF4-FFF2-40B4-BE49-F238E27FC236}">
                  <a16:creationId xmlns:a16="http://schemas.microsoft.com/office/drawing/2014/main" id="{A432855B-C610-2EDE-64F9-CCF737E99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3" y="785813"/>
              <a:ext cx="338138" cy="379413"/>
            </a:xfrm>
            <a:custGeom>
              <a:avLst/>
              <a:gdLst>
                <a:gd name="T0" fmla="*/ 55 w 180"/>
                <a:gd name="T1" fmla="*/ 0 h 202"/>
                <a:gd name="T2" fmla="*/ 178 w 180"/>
                <a:gd name="T3" fmla="*/ 129 h 202"/>
                <a:gd name="T4" fmla="*/ 140 w 180"/>
                <a:gd name="T5" fmla="*/ 202 h 202"/>
                <a:gd name="T6" fmla="*/ 0 w 180"/>
                <a:gd name="T7" fmla="*/ 45 h 202"/>
                <a:gd name="T8" fmla="*/ 55 w 180"/>
                <a:gd name="T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02">
                  <a:moveTo>
                    <a:pt x="55" y="0"/>
                  </a:moveTo>
                  <a:cubicBezTo>
                    <a:pt x="55" y="0"/>
                    <a:pt x="176" y="123"/>
                    <a:pt x="178" y="129"/>
                  </a:cubicBezTo>
                  <a:cubicBezTo>
                    <a:pt x="180" y="135"/>
                    <a:pt x="140" y="202"/>
                    <a:pt x="140" y="202"/>
                  </a:cubicBezTo>
                  <a:cubicBezTo>
                    <a:pt x="140" y="202"/>
                    <a:pt x="1" y="112"/>
                    <a:pt x="0" y="45"/>
                  </a:cubicBezTo>
                  <a:cubicBezTo>
                    <a:pt x="0" y="24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90">
              <a:extLst>
                <a:ext uri="{FF2B5EF4-FFF2-40B4-BE49-F238E27FC236}">
                  <a16:creationId xmlns:a16="http://schemas.microsoft.com/office/drawing/2014/main" id="{0EB9086D-BE4D-52AD-333A-66A5A4BD8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6938" y="900113"/>
              <a:ext cx="84138" cy="98425"/>
            </a:xfrm>
            <a:custGeom>
              <a:avLst/>
              <a:gdLst>
                <a:gd name="T0" fmla="*/ 53 w 53"/>
                <a:gd name="T1" fmla="*/ 0 h 62"/>
                <a:gd name="T2" fmla="*/ 0 w 53"/>
                <a:gd name="T3" fmla="*/ 62 h 62"/>
                <a:gd name="T4" fmla="*/ 53 w 53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2">
                  <a:moveTo>
                    <a:pt x="53" y="0"/>
                  </a:moveTo>
                  <a:lnTo>
                    <a:pt x="0" y="6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Line 191">
              <a:extLst>
                <a:ext uri="{FF2B5EF4-FFF2-40B4-BE49-F238E27FC236}">
                  <a16:creationId xmlns:a16="http://schemas.microsoft.com/office/drawing/2014/main" id="{EE807D19-2C37-9CD2-A781-525DB6F45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46938" y="900113"/>
              <a:ext cx="84138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192">
              <a:extLst>
                <a:ext uri="{FF2B5EF4-FFF2-40B4-BE49-F238E27FC236}">
                  <a16:creationId xmlns:a16="http://schemas.microsoft.com/office/drawing/2014/main" id="{D0972306-5993-DC25-03EE-1F76D4687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6938" y="898525"/>
              <a:ext cx="85725" cy="100013"/>
            </a:xfrm>
            <a:custGeom>
              <a:avLst/>
              <a:gdLst>
                <a:gd name="T0" fmla="*/ 54 w 54"/>
                <a:gd name="T1" fmla="*/ 2 h 63"/>
                <a:gd name="T2" fmla="*/ 0 w 54"/>
                <a:gd name="T3" fmla="*/ 63 h 63"/>
                <a:gd name="T4" fmla="*/ 51 w 54"/>
                <a:gd name="T5" fmla="*/ 0 h 63"/>
                <a:gd name="T6" fmla="*/ 54 w 54"/>
                <a:gd name="T7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3">
                  <a:moveTo>
                    <a:pt x="54" y="2"/>
                  </a:moveTo>
                  <a:lnTo>
                    <a:pt x="0" y="63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193">
              <a:extLst>
                <a:ext uri="{FF2B5EF4-FFF2-40B4-BE49-F238E27FC236}">
                  <a16:creationId xmlns:a16="http://schemas.microsoft.com/office/drawing/2014/main" id="{62CC4BAE-C672-B727-E361-D9ED7056A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6301" y="877888"/>
              <a:ext cx="82550" cy="100013"/>
            </a:xfrm>
            <a:custGeom>
              <a:avLst/>
              <a:gdLst>
                <a:gd name="T0" fmla="*/ 52 w 52"/>
                <a:gd name="T1" fmla="*/ 0 h 63"/>
                <a:gd name="T2" fmla="*/ 0 w 52"/>
                <a:gd name="T3" fmla="*/ 63 h 63"/>
                <a:gd name="T4" fmla="*/ 52 w 52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3">
                  <a:moveTo>
                    <a:pt x="52" y="0"/>
                  </a:moveTo>
                  <a:lnTo>
                    <a:pt x="0" y="6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Line 194">
              <a:extLst>
                <a:ext uri="{FF2B5EF4-FFF2-40B4-BE49-F238E27FC236}">
                  <a16:creationId xmlns:a16="http://schemas.microsoft.com/office/drawing/2014/main" id="{746C79C0-6D62-E5A2-687B-A882D82206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26301" y="877888"/>
              <a:ext cx="82550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195">
              <a:extLst>
                <a:ext uri="{FF2B5EF4-FFF2-40B4-BE49-F238E27FC236}">
                  <a16:creationId xmlns:a16="http://schemas.microsoft.com/office/drawing/2014/main" id="{1D421F4B-707D-E5F5-0F80-CAEDADFD2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6301" y="876300"/>
              <a:ext cx="85725" cy="101600"/>
            </a:xfrm>
            <a:custGeom>
              <a:avLst/>
              <a:gdLst>
                <a:gd name="T0" fmla="*/ 54 w 54"/>
                <a:gd name="T1" fmla="*/ 2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2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196">
              <a:extLst>
                <a:ext uri="{FF2B5EF4-FFF2-40B4-BE49-F238E27FC236}">
                  <a16:creationId xmlns:a16="http://schemas.microsoft.com/office/drawing/2014/main" id="{3ED2D3B7-3719-9B13-6163-A14D7F1C5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5663" y="857250"/>
              <a:ext cx="82550" cy="96838"/>
            </a:xfrm>
            <a:custGeom>
              <a:avLst/>
              <a:gdLst>
                <a:gd name="T0" fmla="*/ 52 w 52"/>
                <a:gd name="T1" fmla="*/ 0 h 61"/>
                <a:gd name="T2" fmla="*/ 0 w 52"/>
                <a:gd name="T3" fmla="*/ 61 h 61"/>
                <a:gd name="T4" fmla="*/ 52 w 52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1">
                  <a:moveTo>
                    <a:pt x="52" y="0"/>
                  </a:moveTo>
                  <a:lnTo>
                    <a:pt x="0" y="61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Line 197">
              <a:extLst>
                <a:ext uri="{FF2B5EF4-FFF2-40B4-BE49-F238E27FC236}">
                  <a16:creationId xmlns:a16="http://schemas.microsoft.com/office/drawing/2014/main" id="{B4A91E8E-0A5B-E940-A229-389278747D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5663" y="857250"/>
              <a:ext cx="82550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198">
              <a:extLst>
                <a:ext uri="{FF2B5EF4-FFF2-40B4-BE49-F238E27FC236}">
                  <a16:creationId xmlns:a16="http://schemas.microsoft.com/office/drawing/2014/main" id="{362BA2AE-BF42-3F50-1F2D-A1EAC63BF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5663" y="855663"/>
              <a:ext cx="85725" cy="98425"/>
            </a:xfrm>
            <a:custGeom>
              <a:avLst/>
              <a:gdLst>
                <a:gd name="T0" fmla="*/ 54 w 54"/>
                <a:gd name="T1" fmla="*/ 2 h 62"/>
                <a:gd name="T2" fmla="*/ 0 w 54"/>
                <a:gd name="T3" fmla="*/ 62 h 62"/>
                <a:gd name="T4" fmla="*/ 51 w 54"/>
                <a:gd name="T5" fmla="*/ 0 h 62"/>
                <a:gd name="T6" fmla="*/ 54 w 54"/>
                <a:gd name="T7" fmla="*/ 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2">
                  <a:moveTo>
                    <a:pt x="54" y="2"/>
                  </a:moveTo>
                  <a:lnTo>
                    <a:pt x="0" y="62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99">
              <a:extLst>
                <a:ext uri="{FF2B5EF4-FFF2-40B4-BE49-F238E27FC236}">
                  <a16:creationId xmlns:a16="http://schemas.microsoft.com/office/drawing/2014/main" id="{617F7A76-21CF-CC4A-EC41-CA266F81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5026" y="836613"/>
              <a:ext cx="82550" cy="96838"/>
            </a:xfrm>
            <a:custGeom>
              <a:avLst/>
              <a:gdLst>
                <a:gd name="T0" fmla="*/ 52 w 52"/>
                <a:gd name="T1" fmla="*/ 0 h 61"/>
                <a:gd name="T2" fmla="*/ 0 w 52"/>
                <a:gd name="T3" fmla="*/ 61 h 61"/>
                <a:gd name="T4" fmla="*/ 52 w 52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1">
                  <a:moveTo>
                    <a:pt x="52" y="0"/>
                  </a:moveTo>
                  <a:lnTo>
                    <a:pt x="0" y="61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Line 200">
              <a:extLst>
                <a:ext uri="{FF2B5EF4-FFF2-40B4-BE49-F238E27FC236}">
                  <a16:creationId xmlns:a16="http://schemas.microsoft.com/office/drawing/2014/main" id="{68796F34-3535-964C-34FF-585BFDA80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5026" y="836613"/>
              <a:ext cx="82550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201">
              <a:extLst>
                <a:ext uri="{FF2B5EF4-FFF2-40B4-BE49-F238E27FC236}">
                  <a16:creationId xmlns:a16="http://schemas.microsoft.com/office/drawing/2014/main" id="{44B05C0F-865B-564B-22E2-085953E91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5026" y="835025"/>
              <a:ext cx="85725" cy="98425"/>
            </a:xfrm>
            <a:custGeom>
              <a:avLst/>
              <a:gdLst>
                <a:gd name="T0" fmla="*/ 54 w 54"/>
                <a:gd name="T1" fmla="*/ 2 h 62"/>
                <a:gd name="T2" fmla="*/ 0 w 54"/>
                <a:gd name="T3" fmla="*/ 62 h 62"/>
                <a:gd name="T4" fmla="*/ 51 w 54"/>
                <a:gd name="T5" fmla="*/ 0 h 62"/>
                <a:gd name="T6" fmla="*/ 54 w 54"/>
                <a:gd name="T7" fmla="*/ 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2">
                  <a:moveTo>
                    <a:pt x="54" y="2"/>
                  </a:moveTo>
                  <a:lnTo>
                    <a:pt x="0" y="62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202">
              <a:extLst>
                <a:ext uri="{FF2B5EF4-FFF2-40B4-BE49-F238E27FC236}">
                  <a16:creationId xmlns:a16="http://schemas.microsoft.com/office/drawing/2014/main" id="{C515A711-956C-86E7-8669-EB9B32D23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5976" y="817563"/>
              <a:ext cx="84138" cy="100013"/>
            </a:xfrm>
            <a:custGeom>
              <a:avLst/>
              <a:gdLst>
                <a:gd name="T0" fmla="*/ 53 w 53"/>
                <a:gd name="T1" fmla="*/ 0 h 63"/>
                <a:gd name="T2" fmla="*/ 0 w 53"/>
                <a:gd name="T3" fmla="*/ 63 h 63"/>
                <a:gd name="T4" fmla="*/ 53 w 53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3">
                  <a:moveTo>
                    <a:pt x="53" y="0"/>
                  </a:moveTo>
                  <a:lnTo>
                    <a:pt x="0" y="63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Line 203">
              <a:extLst>
                <a:ext uri="{FF2B5EF4-FFF2-40B4-BE49-F238E27FC236}">
                  <a16:creationId xmlns:a16="http://schemas.microsoft.com/office/drawing/2014/main" id="{B0115E2A-BBF6-ED75-35CE-5BCECA1D0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5976" y="817563"/>
              <a:ext cx="84138" cy="100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204">
              <a:extLst>
                <a:ext uri="{FF2B5EF4-FFF2-40B4-BE49-F238E27FC236}">
                  <a16:creationId xmlns:a16="http://schemas.microsoft.com/office/drawing/2014/main" id="{FEF96979-2AC0-6631-CC11-1DFB9A5E0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5976" y="815975"/>
              <a:ext cx="85725" cy="101600"/>
            </a:xfrm>
            <a:custGeom>
              <a:avLst/>
              <a:gdLst>
                <a:gd name="T0" fmla="*/ 54 w 54"/>
                <a:gd name="T1" fmla="*/ 3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3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206">
              <a:extLst>
                <a:ext uri="{FF2B5EF4-FFF2-40B4-BE49-F238E27FC236}">
                  <a16:creationId xmlns:a16="http://schemas.microsoft.com/office/drawing/2014/main" id="{A42AE479-5DA8-8BAB-7843-AA450BCEA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5338" y="801688"/>
              <a:ext cx="85725" cy="93663"/>
            </a:xfrm>
            <a:custGeom>
              <a:avLst/>
              <a:gdLst>
                <a:gd name="T0" fmla="*/ 54 w 54"/>
                <a:gd name="T1" fmla="*/ 0 h 59"/>
                <a:gd name="T2" fmla="*/ 0 w 54"/>
                <a:gd name="T3" fmla="*/ 59 h 59"/>
                <a:gd name="T4" fmla="*/ 54 w 54"/>
                <a:gd name="T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" h="59">
                  <a:moveTo>
                    <a:pt x="54" y="0"/>
                  </a:moveTo>
                  <a:lnTo>
                    <a:pt x="0" y="59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76F8882D-9FB9-9B10-8908-0BF1C3A8E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5338" y="801688"/>
              <a:ext cx="85725" cy="9366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208">
              <a:extLst>
                <a:ext uri="{FF2B5EF4-FFF2-40B4-BE49-F238E27FC236}">
                  <a16:creationId xmlns:a16="http://schemas.microsoft.com/office/drawing/2014/main" id="{7098FFF1-42BF-2534-539B-B44F56C63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5338" y="796925"/>
              <a:ext cx="88900" cy="98425"/>
            </a:xfrm>
            <a:custGeom>
              <a:avLst/>
              <a:gdLst>
                <a:gd name="T0" fmla="*/ 56 w 56"/>
                <a:gd name="T1" fmla="*/ 4 h 62"/>
                <a:gd name="T2" fmla="*/ 0 w 56"/>
                <a:gd name="T3" fmla="*/ 62 h 62"/>
                <a:gd name="T4" fmla="*/ 53 w 56"/>
                <a:gd name="T5" fmla="*/ 0 h 62"/>
                <a:gd name="T6" fmla="*/ 56 w 56"/>
                <a:gd name="T7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" h="62">
                  <a:moveTo>
                    <a:pt x="56" y="4"/>
                  </a:moveTo>
                  <a:lnTo>
                    <a:pt x="0" y="62"/>
                  </a:lnTo>
                  <a:lnTo>
                    <a:pt x="53" y="0"/>
                  </a:lnTo>
                  <a:lnTo>
                    <a:pt x="56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Freeform 209">
              <a:extLst>
                <a:ext uri="{FF2B5EF4-FFF2-40B4-BE49-F238E27FC236}">
                  <a16:creationId xmlns:a16="http://schemas.microsoft.com/office/drawing/2014/main" id="{8B3DFF58-06B4-D395-4131-9E5FE87F9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922338"/>
              <a:ext cx="82550" cy="98425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62 h 62"/>
                <a:gd name="T4" fmla="*/ 52 w 52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6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Line 210">
              <a:extLst>
                <a:ext uri="{FF2B5EF4-FFF2-40B4-BE49-F238E27FC236}">
                  <a16:creationId xmlns:a16="http://schemas.microsoft.com/office/drawing/2014/main" id="{9A5610E8-5263-F67E-36DA-CA1BD5BE2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9163" y="922338"/>
              <a:ext cx="82550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Freeform 211">
              <a:extLst>
                <a:ext uri="{FF2B5EF4-FFF2-40B4-BE49-F238E27FC236}">
                  <a16:creationId xmlns:a16="http://schemas.microsoft.com/office/drawing/2014/main" id="{B7458A0E-3D8A-AF8F-099D-A1C5F1904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920750"/>
              <a:ext cx="85725" cy="100013"/>
            </a:xfrm>
            <a:custGeom>
              <a:avLst/>
              <a:gdLst>
                <a:gd name="T0" fmla="*/ 54 w 54"/>
                <a:gd name="T1" fmla="*/ 3 h 63"/>
                <a:gd name="T2" fmla="*/ 0 w 54"/>
                <a:gd name="T3" fmla="*/ 63 h 63"/>
                <a:gd name="T4" fmla="*/ 51 w 54"/>
                <a:gd name="T5" fmla="*/ 0 h 63"/>
                <a:gd name="T6" fmla="*/ 54 w 54"/>
                <a:gd name="T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3">
                  <a:moveTo>
                    <a:pt x="54" y="3"/>
                  </a:moveTo>
                  <a:lnTo>
                    <a:pt x="0" y="63"/>
                  </a:lnTo>
                  <a:lnTo>
                    <a:pt x="51" y="0"/>
                  </a:lnTo>
                  <a:lnTo>
                    <a:pt x="54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Freeform 212">
              <a:extLst>
                <a:ext uri="{FF2B5EF4-FFF2-40B4-BE49-F238E27FC236}">
                  <a16:creationId xmlns:a16="http://schemas.microsoft.com/office/drawing/2014/main" id="{78096FCA-C36A-4646-FBA0-3D780C7B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801" y="946150"/>
              <a:ext cx="84138" cy="96838"/>
            </a:xfrm>
            <a:custGeom>
              <a:avLst/>
              <a:gdLst>
                <a:gd name="T0" fmla="*/ 53 w 53"/>
                <a:gd name="T1" fmla="*/ 0 h 61"/>
                <a:gd name="T2" fmla="*/ 0 w 53"/>
                <a:gd name="T3" fmla="*/ 61 h 61"/>
                <a:gd name="T4" fmla="*/ 53 w 53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1">
                  <a:moveTo>
                    <a:pt x="53" y="0"/>
                  </a:moveTo>
                  <a:lnTo>
                    <a:pt x="0" y="61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18DEE467-5B67-078A-30F1-86DAD0F95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9801" y="946150"/>
              <a:ext cx="84138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Freeform 214">
              <a:extLst>
                <a:ext uri="{FF2B5EF4-FFF2-40B4-BE49-F238E27FC236}">
                  <a16:creationId xmlns:a16="http://schemas.microsoft.com/office/drawing/2014/main" id="{258587B9-1700-F590-02D6-C52151915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801" y="941388"/>
              <a:ext cx="85725" cy="101600"/>
            </a:xfrm>
            <a:custGeom>
              <a:avLst/>
              <a:gdLst>
                <a:gd name="T0" fmla="*/ 54 w 54"/>
                <a:gd name="T1" fmla="*/ 4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4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215">
              <a:extLst>
                <a:ext uri="{FF2B5EF4-FFF2-40B4-BE49-F238E27FC236}">
                  <a16:creationId xmlns:a16="http://schemas.microsoft.com/office/drawing/2014/main" id="{96532FFE-16BA-B2DE-2744-A111C9477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0438" y="969963"/>
              <a:ext cx="82550" cy="98425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62 h 62"/>
                <a:gd name="T4" fmla="*/ 52 w 52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6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D6FDF195-5A26-C421-BE50-02765E6DAA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10438" y="969963"/>
              <a:ext cx="82550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Freeform 217">
              <a:extLst>
                <a:ext uri="{FF2B5EF4-FFF2-40B4-BE49-F238E27FC236}">
                  <a16:creationId xmlns:a16="http://schemas.microsoft.com/office/drawing/2014/main" id="{2672128B-D8FB-FF9B-7513-F14121A0E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0438" y="968375"/>
              <a:ext cx="85725" cy="100013"/>
            </a:xfrm>
            <a:custGeom>
              <a:avLst/>
              <a:gdLst>
                <a:gd name="T0" fmla="*/ 54 w 54"/>
                <a:gd name="T1" fmla="*/ 3 h 63"/>
                <a:gd name="T2" fmla="*/ 0 w 54"/>
                <a:gd name="T3" fmla="*/ 63 h 63"/>
                <a:gd name="T4" fmla="*/ 51 w 54"/>
                <a:gd name="T5" fmla="*/ 0 h 63"/>
                <a:gd name="T6" fmla="*/ 54 w 54"/>
                <a:gd name="T7" fmla="*/ 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3">
                  <a:moveTo>
                    <a:pt x="54" y="3"/>
                  </a:moveTo>
                  <a:lnTo>
                    <a:pt x="0" y="63"/>
                  </a:lnTo>
                  <a:lnTo>
                    <a:pt x="51" y="0"/>
                  </a:lnTo>
                  <a:lnTo>
                    <a:pt x="54" y="3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218">
              <a:extLst>
                <a:ext uri="{FF2B5EF4-FFF2-40B4-BE49-F238E27FC236}">
                  <a16:creationId xmlns:a16="http://schemas.microsoft.com/office/drawing/2014/main" id="{1862EA5A-9E16-EA1D-8E0F-C36909CAC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9488" y="990600"/>
              <a:ext cx="84138" cy="96838"/>
            </a:xfrm>
            <a:custGeom>
              <a:avLst/>
              <a:gdLst>
                <a:gd name="T0" fmla="*/ 53 w 53"/>
                <a:gd name="T1" fmla="*/ 0 h 61"/>
                <a:gd name="T2" fmla="*/ 0 w 53"/>
                <a:gd name="T3" fmla="*/ 61 h 61"/>
                <a:gd name="T4" fmla="*/ 53 w 53"/>
                <a:gd name="T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61">
                  <a:moveTo>
                    <a:pt x="53" y="0"/>
                  </a:moveTo>
                  <a:lnTo>
                    <a:pt x="0" y="61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62DD51F2-1E13-51CA-CF21-FC6A9CEA69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9488" y="990600"/>
              <a:ext cx="84138" cy="9683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20">
              <a:extLst>
                <a:ext uri="{FF2B5EF4-FFF2-40B4-BE49-F238E27FC236}">
                  <a16:creationId xmlns:a16="http://schemas.microsoft.com/office/drawing/2014/main" id="{916506CE-5BA3-6BA3-F1D1-CC594C647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9488" y="989013"/>
              <a:ext cx="85725" cy="98425"/>
            </a:xfrm>
            <a:custGeom>
              <a:avLst/>
              <a:gdLst>
                <a:gd name="T0" fmla="*/ 54 w 54"/>
                <a:gd name="T1" fmla="*/ 2 h 62"/>
                <a:gd name="T2" fmla="*/ 0 w 54"/>
                <a:gd name="T3" fmla="*/ 62 h 62"/>
                <a:gd name="T4" fmla="*/ 51 w 54"/>
                <a:gd name="T5" fmla="*/ 0 h 62"/>
                <a:gd name="T6" fmla="*/ 54 w 54"/>
                <a:gd name="T7" fmla="*/ 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2">
                  <a:moveTo>
                    <a:pt x="54" y="2"/>
                  </a:moveTo>
                  <a:lnTo>
                    <a:pt x="0" y="62"/>
                  </a:lnTo>
                  <a:lnTo>
                    <a:pt x="51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21">
              <a:extLst>
                <a:ext uri="{FF2B5EF4-FFF2-40B4-BE49-F238E27FC236}">
                  <a16:creationId xmlns:a16="http://schemas.microsoft.com/office/drawing/2014/main" id="{FCA58141-486A-1D86-8105-752B6F402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126" y="1009650"/>
              <a:ext cx="82550" cy="98425"/>
            </a:xfrm>
            <a:custGeom>
              <a:avLst/>
              <a:gdLst>
                <a:gd name="T0" fmla="*/ 52 w 52"/>
                <a:gd name="T1" fmla="*/ 0 h 62"/>
                <a:gd name="T2" fmla="*/ 0 w 52"/>
                <a:gd name="T3" fmla="*/ 62 h 62"/>
                <a:gd name="T4" fmla="*/ 52 w 52"/>
                <a:gd name="T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62">
                  <a:moveTo>
                    <a:pt x="52" y="0"/>
                  </a:moveTo>
                  <a:lnTo>
                    <a:pt x="0" y="62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Line 222">
              <a:extLst>
                <a:ext uri="{FF2B5EF4-FFF2-40B4-BE49-F238E27FC236}">
                  <a16:creationId xmlns:a16="http://schemas.microsoft.com/office/drawing/2014/main" id="{36D95E71-A523-223E-A6B2-DAF1ACDF9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50126" y="1009650"/>
              <a:ext cx="82550" cy="98425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223">
              <a:extLst>
                <a:ext uri="{FF2B5EF4-FFF2-40B4-BE49-F238E27FC236}">
                  <a16:creationId xmlns:a16="http://schemas.microsoft.com/office/drawing/2014/main" id="{4D189164-0F50-741C-A9FC-85DF13DE6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126" y="1006475"/>
              <a:ext cx="85725" cy="101600"/>
            </a:xfrm>
            <a:custGeom>
              <a:avLst/>
              <a:gdLst>
                <a:gd name="T0" fmla="*/ 54 w 54"/>
                <a:gd name="T1" fmla="*/ 4 h 64"/>
                <a:gd name="T2" fmla="*/ 0 w 54"/>
                <a:gd name="T3" fmla="*/ 64 h 64"/>
                <a:gd name="T4" fmla="*/ 51 w 54"/>
                <a:gd name="T5" fmla="*/ 0 h 64"/>
                <a:gd name="T6" fmla="*/ 54 w 54"/>
                <a:gd name="T7" fmla="*/ 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64">
                  <a:moveTo>
                    <a:pt x="54" y="4"/>
                  </a:moveTo>
                  <a:lnTo>
                    <a:pt x="0" y="64"/>
                  </a:lnTo>
                  <a:lnTo>
                    <a:pt x="51" y="0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224">
              <a:extLst>
                <a:ext uri="{FF2B5EF4-FFF2-40B4-BE49-F238E27FC236}">
                  <a16:creationId xmlns:a16="http://schemas.microsoft.com/office/drawing/2014/main" id="{CC0FE4EE-B20E-F020-D7FF-FD444F780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3" y="785813"/>
              <a:ext cx="338138" cy="379413"/>
            </a:xfrm>
            <a:custGeom>
              <a:avLst/>
              <a:gdLst>
                <a:gd name="T0" fmla="*/ 55 w 180"/>
                <a:gd name="T1" fmla="*/ 0 h 202"/>
                <a:gd name="T2" fmla="*/ 178 w 180"/>
                <a:gd name="T3" fmla="*/ 129 h 202"/>
                <a:gd name="T4" fmla="*/ 140 w 180"/>
                <a:gd name="T5" fmla="*/ 202 h 202"/>
                <a:gd name="T6" fmla="*/ 0 w 180"/>
                <a:gd name="T7" fmla="*/ 45 h 202"/>
                <a:gd name="T8" fmla="*/ 55 w 180"/>
                <a:gd name="T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02">
                  <a:moveTo>
                    <a:pt x="55" y="0"/>
                  </a:moveTo>
                  <a:cubicBezTo>
                    <a:pt x="55" y="0"/>
                    <a:pt x="176" y="123"/>
                    <a:pt x="178" y="129"/>
                  </a:cubicBezTo>
                  <a:cubicBezTo>
                    <a:pt x="180" y="135"/>
                    <a:pt x="140" y="202"/>
                    <a:pt x="140" y="202"/>
                  </a:cubicBezTo>
                  <a:cubicBezTo>
                    <a:pt x="140" y="202"/>
                    <a:pt x="1" y="112"/>
                    <a:pt x="0" y="45"/>
                  </a:cubicBezTo>
                  <a:cubicBezTo>
                    <a:pt x="0" y="24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225">
              <a:extLst>
                <a:ext uri="{FF2B5EF4-FFF2-40B4-BE49-F238E27FC236}">
                  <a16:creationId xmlns:a16="http://schemas.microsoft.com/office/drawing/2014/main" id="{D7092AE3-E7AC-F660-4531-C13E58B8C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951" y="868363"/>
              <a:ext cx="1303338" cy="1320800"/>
            </a:xfrm>
            <a:custGeom>
              <a:avLst/>
              <a:gdLst>
                <a:gd name="T0" fmla="*/ 518 w 696"/>
                <a:gd name="T1" fmla="*/ 0 h 705"/>
                <a:gd name="T2" fmla="*/ 696 w 696"/>
                <a:gd name="T3" fmla="*/ 180 h 705"/>
                <a:gd name="T4" fmla="*/ 145 w 696"/>
                <a:gd name="T5" fmla="*/ 684 h 705"/>
                <a:gd name="T6" fmla="*/ 7 w 696"/>
                <a:gd name="T7" fmla="*/ 539 h 705"/>
                <a:gd name="T8" fmla="*/ 518 w 696"/>
                <a:gd name="T9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6" h="705">
                  <a:moveTo>
                    <a:pt x="518" y="0"/>
                  </a:moveTo>
                  <a:cubicBezTo>
                    <a:pt x="518" y="0"/>
                    <a:pt x="556" y="71"/>
                    <a:pt x="696" y="180"/>
                  </a:cubicBezTo>
                  <a:cubicBezTo>
                    <a:pt x="692" y="194"/>
                    <a:pt x="249" y="598"/>
                    <a:pt x="145" y="684"/>
                  </a:cubicBezTo>
                  <a:cubicBezTo>
                    <a:pt x="119" y="705"/>
                    <a:pt x="0" y="553"/>
                    <a:pt x="7" y="539"/>
                  </a:cubicBezTo>
                  <a:cubicBezTo>
                    <a:pt x="15" y="525"/>
                    <a:pt x="503" y="20"/>
                    <a:pt x="518" y="0"/>
                  </a:cubicBezTo>
                  <a:close/>
                </a:path>
              </a:pathLst>
            </a:custGeom>
            <a:solidFill>
              <a:srgbClr val="AF53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26">
              <a:extLst>
                <a:ext uri="{FF2B5EF4-FFF2-40B4-BE49-F238E27FC236}">
                  <a16:creationId xmlns:a16="http://schemas.microsoft.com/office/drawing/2014/main" id="{7A83671A-3184-9052-D65A-7D4769DCA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8851" y="895350"/>
              <a:ext cx="1341438" cy="1303338"/>
            </a:xfrm>
            <a:custGeom>
              <a:avLst/>
              <a:gdLst>
                <a:gd name="T0" fmla="*/ 524 w 716"/>
                <a:gd name="T1" fmla="*/ 0 h 696"/>
                <a:gd name="T2" fmla="*/ 139 w 716"/>
                <a:gd name="T3" fmla="*/ 428 h 696"/>
                <a:gd name="T4" fmla="*/ 268 w 716"/>
                <a:gd name="T5" fmla="*/ 556 h 696"/>
                <a:gd name="T6" fmla="*/ 716 w 716"/>
                <a:gd name="T7" fmla="*/ 166 h 696"/>
                <a:gd name="T8" fmla="*/ 158 w 716"/>
                <a:gd name="T9" fmla="*/ 688 h 696"/>
                <a:gd name="T10" fmla="*/ 6 w 716"/>
                <a:gd name="T11" fmla="*/ 511 h 696"/>
                <a:gd name="T12" fmla="*/ 524 w 716"/>
                <a:gd name="T13" fmla="*/ 0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6" h="696">
                  <a:moveTo>
                    <a:pt x="524" y="0"/>
                  </a:moveTo>
                  <a:cubicBezTo>
                    <a:pt x="524" y="0"/>
                    <a:pt x="155" y="406"/>
                    <a:pt x="139" y="428"/>
                  </a:cubicBezTo>
                  <a:cubicBezTo>
                    <a:pt x="123" y="451"/>
                    <a:pt x="228" y="557"/>
                    <a:pt x="268" y="556"/>
                  </a:cubicBezTo>
                  <a:cubicBezTo>
                    <a:pt x="716" y="166"/>
                    <a:pt x="716" y="166"/>
                    <a:pt x="716" y="166"/>
                  </a:cubicBezTo>
                  <a:cubicBezTo>
                    <a:pt x="716" y="166"/>
                    <a:pt x="194" y="680"/>
                    <a:pt x="158" y="688"/>
                  </a:cubicBezTo>
                  <a:cubicBezTo>
                    <a:pt x="122" y="696"/>
                    <a:pt x="0" y="569"/>
                    <a:pt x="6" y="511"/>
                  </a:cubicBezTo>
                  <a:cubicBezTo>
                    <a:pt x="12" y="453"/>
                    <a:pt x="524" y="0"/>
                    <a:pt x="524" y="0"/>
                  </a:cubicBezTo>
                  <a:close/>
                </a:path>
              </a:pathLst>
            </a:custGeom>
            <a:solidFill>
              <a:srgbClr val="8E4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27">
              <a:extLst>
                <a:ext uri="{FF2B5EF4-FFF2-40B4-BE49-F238E27FC236}">
                  <a16:creationId xmlns:a16="http://schemas.microsoft.com/office/drawing/2014/main" id="{623CD46D-6556-818A-9E9C-7DE13F495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913" y="749300"/>
              <a:ext cx="439738" cy="473075"/>
            </a:xfrm>
            <a:custGeom>
              <a:avLst/>
              <a:gdLst>
                <a:gd name="T0" fmla="*/ 0 w 235"/>
                <a:gd name="T1" fmla="*/ 64 h 253"/>
                <a:gd name="T2" fmla="*/ 75 w 235"/>
                <a:gd name="T3" fmla="*/ 2 h 253"/>
                <a:gd name="T4" fmla="*/ 95 w 235"/>
                <a:gd name="T5" fmla="*/ 22 h 253"/>
                <a:gd name="T6" fmla="*/ 42 w 235"/>
                <a:gd name="T7" fmla="*/ 75 h 253"/>
                <a:gd name="T8" fmla="*/ 165 w 235"/>
                <a:gd name="T9" fmla="*/ 205 h 253"/>
                <a:gd name="T10" fmla="*/ 213 w 235"/>
                <a:gd name="T11" fmla="*/ 145 h 253"/>
                <a:gd name="T12" fmla="*/ 233 w 235"/>
                <a:gd name="T13" fmla="*/ 163 h 253"/>
                <a:gd name="T14" fmla="*/ 178 w 235"/>
                <a:gd name="T15" fmla="*/ 244 h 253"/>
                <a:gd name="T16" fmla="*/ 0 w 235"/>
                <a:gd name="T17" fmla="*/ 64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253">
                  <a:moveTo>
                    <a:pt x="0" y="64"/>
                  </a:moveTo>
                  <a:cubicBezTo>
                    <a:pt x="0" y="64"/>
                    <a:pt x="65" y="4"/>
                    <a:pt x="75" y="2"/>
                  </a:cubicBezTo>
                  <a:cubicBezTo>
                    <a:pt x="85" y="0"/>
                    <a:pt x="95" y="22"/>
                    <a:pt x="95" y="22"/>
                  </a:cubicBezTo>
                  <a:cubicBezTo>
                    <a:pt x="95" y="22"/>
                    <a:pt x="41" y="66"/>
                    <a:pt x="42" y="75"/>
                  </a:cubicBezTo>
                  <a:cubicBezTo>
                    <a:pt x="43" y="107"/>
                    <a:pt x="157" y="207"/>
                    <a:pt x="165" y="205"/>
                  </a:cubicBezTo>
                  <a:cubicBezTo>
                    <a:pt x="174" y="203"/>
                    <a:pt x="208" y="145"/>
                    <a:pt x="213" y="145"/>
                  </a:cubicBezTo>
                  <a:cubicBezTo>
                    <a:pt x="219" y="144"/>
                    <a:pt x="235" y="158"/>
                    <a:pt x="233" y="163"/>
                  </a:cubicBezTo>
                  <a:cubicBezTo>
                    <a:pt x="232" y="169"/>
                    <a:pt x="192" y="236"/>
                    <a:pt x="178" y="244"/>
                  </a:cubicBezTo>
                  <a:cubicBezTo>
                    <a:pt x="165" y="253"/>
                    <a:pt x="28" y="143"/>
                    <a:pt x="0" y="64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228">
              <a:extLst>
                <a:ext uri="{FF2B5EF4-FFF2-40B4-BE49-F238E27FC236}">
                  <a16:creationId xmlns:a16="http://schemas.microsoft.com/office/drawing/2014/main" id="{FF4E957F-82AE-C8DA-0022-46BAAD520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176" y="1042988"/>
              <a:ext cx="477838" cy="479425"/>
            </a:xfrm>
            <a:custGeom>
              <a:avLst/>
              <a:gdLst>
                <a:gd name="T0" fmla="*/ 135 w 255"/>
                <a:gd name="T1" fmla="*/ 0 h 256"/>
                <a:gd name="T2" fmla="*/ 255 w 255"/>
                <a:gd name="T3" fmla="*/ 122 h 256"/>
                <a:gd name="T4" fmla="*/ 129 w 255"/>
                <a:gd name="T5" fmla="*/ 247 h 256"/>
                <a:gd name="T6" fmla="*/ 7 w 255"/>
                <a:gd name="T7" fmla="*/ 131 h 256"/>
                <a:gd name="T8" fmla="*/ 135 w 255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56">
                  <a:moveTo>
                    <a:pt x="135" y="0"/>
                  </a:moveTo>
                  <a:cubicBezTo>
                    <a:pt x="135" y="0"/>
                    <a:pt x="205" y="93"/>
                    <a:pt x="255" y="122"/>
                  </a:cubicBezTo>
                  <a:cubicBezTo>
                    <a:pt x="255" y="122"/>
                    <a:pt x="142" y="238"/>
                    <a:pt x="129" y="247"/>
                  </a:cubicBezTo>
                  <a:cubicBezTo>
                    <a:pt x="117" y="256"/>
                    <a:pt x="0" y="144"/>
                    <a:pt x="7" y="131"/>
                  </a:cubicBezTo>
                  <a:cubicBezTo>
                    <a:pt x="14" y="119"/>
                    <a:pt x="135" y="0"/>
                    <a:pt x="135" y="0"/>
                  </a:cubicBezTo>
                  <a:close/>
                </a:path>
              </a:pathLst>
            </a:custGeom>
            <a:solidFill>
              <a:srgbClr val="D36F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Freeform 229">
              <a:extLst>
                <a:ext uri="{FF2B5EF4-FFF2-40B4-BE49-F238E27FC236}">
                  <a16:creationId xmlns:a16="http://schemas.microsoft.com/office/drawing/2014/main" id="{E2655E5C-CEC5-910F-BED4-FCE24E9A8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526" y="946150"/>
              <a:ext cx="317500" cy="319088"/>
            </a:xfrm>
            <a:custGeom>
              <a:avLst/>
              <a:gdLst>
                <a:gd name="T0" fmla="*/ 18 w 170"/>
                <a:gd name="T1" fmla="*/ 0 h 171"/>
                <a:gd name="T2" fmla="*/ 170 w 170"/>
                <a:gd name="T3" fmla="*/ 154 h 171"/>
                <a:gd name="T4" fmla="*/ 152 w 170"/>
                <a:gd name="T5" fmla="*/ 171 h 171"/>
                <a:gd name="T6" fmla="*/ 0 w 170"/>
                <a:gd name="T7" fmla="*/ 18 h 171"/>
                <a:gd name="T8" fmla="*/ 18 w 170"/>
                <a:gd name="T9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71">
                  <a:moveTo>
                    <a:pt x="18" y="0"/>
                  </a:moveTo>
                  <a:cubicBezTo>
                    <a:pt x="18" y="0"/>
                    <a:pt x="77" y="101"/>
                    <a:pt x="170" y="154"/>
                  </a:cubicBezTo>
                  <a:cubicBezTo>
                    <a:pt x="152" y="171"/>
                    <a:pt x="152" y="171"/>
                    <a:pt x="152" y="171"/>
                  </a:cubicBezTo>
                  <a:cubicBezTo>
                    <a:pt x="152" y="171"/>
                    <a:pt x="64" y="122"/>
                    <a:pt x="0" y="18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Freeform 230">
              <a:extLst>
                <a:ext uri="{FF2B5EF4-FFF2-40B4-BE49-F238E27FC236}">
                  <a16:creationId xmlns:a16="http://schemas.microsoft.com/office/drawing/2014/main" id="{B521650E-C393-4BB6-3CF4-C667E584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3463" y="1854200"/>
              <a:ext cx="260350" cy="274638"/>
            </a:xfrm>
            <a:custGeom>
              <a:avLst/>
              <a:gdLst>
                <a:gd name="T0" fmla="*/ 15 w 139"/>
                <a:gd name="T1" fmla="*/ 0 h 147"/>
                <a:gd name="T2" fmla="*/ 139 w 139"/>
                <a:gd name="T3" fmla="*/ 132 h 147"/>
                <a:gd name="T4" fmla="*/ 123 w 139"/>
                <a:gd name="T5" fmla="*/ 147 h 147"/>
                <a:gd name="T6" fmla="*/ 0 w 139"/>
                <a:gd name="T7" fmla="*/ 14 h 147"/>
                <a:gd name="T8" fmla="*/ 15 w 139"/>
                <a:gd name="T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147">
                  <a:moveTo>
                    <a:pt x="15" y="0"/>
                  </a:moveTo>
                  <a:cubicBezTo>
                    <a:pt x="15" y="0"/>
                    <a:pt x="62" y="86"/>
                    <a:pt x="139" y="132"/>
                  </a:cubicBezTo>
                  <a:cubicBezTo>
                    <a:pt x="123" y="147"/>
                    <a:pt x="123" y="147"/>
                    <a:pt x="123" y="147"/>
                  </a:cubicBezTo>
                  <a:cubicBezTo>
                    <a:pt x="123" y="147"/>
                    <a:pt x="51" y="103"/>
                    <a:pt x="0" y="1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A8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Freeform 231">
              <a:extLst>
                <a:ext uri="{FF2B5EF4-FFF2-40B4-BE49-F238E27FC236}">
                  <a16:creationId xmlns:a16="http://schemas.microsoft.com/office/drawing/2014/main" id="{AEE1FF8E-1212-9694-00F9-AAC1DFE07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026" y="1293813"/>
              <a:ext cx="261938" cy="276225"/>
            </a:xfrm>
            <a:custGeom>
              <a:avLst/>
              <a:gdLst>
                <a:gd name="T0" fmla="*/ 15 w 140"/>
                <a:gd name="T1" fmla="*/ 0 h 148"/>
                <a:gd name="T2" fmla="*/ 140 w 140"/>
                <a:gd name="T3" fmla="*/ 134 h 148"/>
                <a:gd name="T4" fmla="*/ 125 w 140"/>
                <a:gd name="T5" fmla="*/ 148 h 148"/>
                <a:gd name="T6" fmla="*/ 0 w 140"/>
                <a:gd name="T7" fmla="*/ 14 h 148"/>
                <a:gd name="T8" fmla="*/ 15 w 140"/>
                <a:gd name="T9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148">
                  <a:moveTo>
                    <a:pt x="15" y="0"/>
                  </a:moveTo>
                  <a:cubicBezTo>
                    <a:pt x="15" y="0"/>
                    <a:pt x="63" y="87"/>
                    <a:pt x="140" y="134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8"/>
                    <a:pt x="52" y="104"/>
                    <a:pt x="0" y="1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D6BD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Freeform 232">
              <a:extLst>
                <a:ext uri="{FF2B5EF4-FFF2-40B4-BE49-F238E27FC236}">
                  <a16:creationId xmlns:a16="http://schemas.microsoft.com/office/drawing/2014/main" id="{8D153904-DE31-A0D6-237A-5E2CFFABD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1801" y="531813"/>
              <a:ext cx="1016000" cy="598488"/>
            </a:xfrm>
            <a:custGeom>
              <a:avLst/>
              <a:gdLst>
                <a:gd name="T0" fmla="*/ 489 w 542"/>
                <a:gd name="T1" fmla="*/ 156 h 320"/>
                <a:gd name="T2" fmla="*/ 296 w 542"/>
                <a:gd name="T3" fmla="*/ 12 h 320"/>
                <a:gd name="T4" fmla="*/ 58 w 542"/>
                <a:gd name="T5" fmla="*/ 109 h 320"/>
                <a:gd name="T6" fmla="*/ 14 w 542"/>
                <a:gd name="T7" fmla="*/ 237 h 320"/>
                <a:gd name="T8" fmla="*/ 113 w 542"/>
                <a:gd name="T9" fmla="*/ 206 h 320"/>
                <a:gd name="T10" fmla="*/ 173 w 542"/>
                <a:gd name="T11" fmla="*/ 151 h 320"/>
                <a:gd name="T12" fmla="*/ 227 w 542"/>
                <a:gd name="T13" fmla="*/ 136 h 320"/>
                <a:gd name="T14" fmla="*/ 406 w 542"/>
                <a:gd name="T15" fmla="*/ 288 h 320"/>
                <a:gd name="T16" fmla="*/ 489 w 542"/>
                <a:gd name="T17" fmla="*/ 15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2" h="320">
                  <a:moveTo>
                    <a:pt x="489" y="156"/>
                  </a:moveTo>
                  <a:cubicBezTo>
                    <a:pt x="489" y="156"/>
                    <a:pt x="336" y="23"/>
                    <a:pt x="296" y="12"/>
                  </a:cubicBezTo>
                  <a:cubicBezTo>
                    <a:pt x="257" y="0"/>
                    <a:pt x="69" y="100"/>
                    <a:pt x="58" y="109"/>
                  </a:cubicBezTo>
                  <a:cubicBezTo>
                    <a:pt x="47" y="118"/>
                    <a:pt x="0" y="221"/>
                    <a:pt x="14" y="237"/>
                  </a:cubicBezTo>
                  <a:cubicBezTo>
                    <a:pt x="28" y="253"/>
                    <a:pt x="86" y="232"/>
                    <a:pt x="113" y="206"/>
                  </a:cubicBezTo>
                  <a:cubicBezTo>
                    <a:pt x="141" y="180"/>
                    <a:pt x="173" y="151"/>
                    <a:pt x="173" y="151"/>
                  </a:cubicBezTo>
                  <a:cubicBezTo>
                    <a:pt x="173" y="151"/>
                    <a:pt x="215" y="128"/>
                    <a:pt x="227" y="136"/>
                  </a:cubicBezTo>
                  <a:cubicBezTo>
                    <a:pt x="240" y="144"/>
                    <a:pt x="270" y="320"/>
                    <a:pt x="406" y="288"/>
                  </a:cubicBezTo>
                  <a:cubicBezTo>
                    <a:pt x="542" y="255"/>
                    <a:pt x="489" y="156"/>
                    <a:pt x="489" y="156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Freeform 233">
              <a:extLst>
                <a:ext uri="{FF2B5EF4-FFF2-40B4-BE49-F238E27FC236}">
                  <a16:creationId xmlns:a16="http://schemas.microsoft.com/office/drawing/2014/main" id="{FD7F8584-7591-043D-86C0-14E80C4A5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01" y="889000"/>
              <a:ext cx="234950" cy="242888"/>
            </a:xfrm>
            <a:custGeom>
              <a:avLst/>
              <a:gdLst>
                <a:gd name="T0" fmla="*/ 0 w 125"/>
                <a:gd name="T1" fmla="*/ 0 h 130"/>
                <a:gd name="T2" fmla="*/ 125 w 125"/>
                <a:gd name="T3" fmla="*/ 101 h 130"/>
                <a:gd name="T4" fmla="*/ 0 w 125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" h="130">
                  <a:moveTo>
                    <a:pt x="0" y="0"/>
                  </a:moveTo>
                  <a:cubicBezTo>
                    <a:pt x="0" y="0"/>
                    <a:pt x="42" y="97"/>
                    <a:pt x="125" y="101"/>
                  </a:cubicBezTo>
                  <a:cubicBezTo>
                    <a:pt x="125" y="101"/>
                    <a:pt x="35" y="130"/>
                    <a:pt x="0" y="0"/>
                  </a:cubicBezTo>
                  <a:close/>
                </a:path>
              </a:pathLst>
            </a:custGeom>
            <a:solidFill>
              <a:srgbClr val="E8B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Freeform 234">
              <a:extLst>
                <a:ext uri="{FF2B5EF4-FFF2-40B4-BE49-F238E27FC236}">
                  <a16:creationId xmlns:a16="http://schemas.microsoft.com/office/drawing/2014/main" id="{EA7C2474-AEDB-3018-FBE9-3357F0559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4560888"/>
              <a:ext cx="342900" cy="533400"/>
            </a:xfrm>
            <a:custGeom>
              <a:avLst/>
              <a:gdLst>
                <a:gd name="T0" fmla="*/ 0 w 183"/>
                <a:gd name="T1" fmla="*/ 0 h 285"/>
                <a:gd name="T2" fmla="*/ 0 w 183"/>
                <a:gd name="T3" fmla="*/ 177 h 285"/>
                <a:gd name="T4" fmla="*/ 71 w 183"/>
                <a:gd name="T5" fmla="*/ 278 h 285"/>
                <a:gd name="T6" fmla="*/ 168 w 183"/>
                <a:gd name="T7" fmla="*/ 203 h 285"/>
                <a:gd name="T8" fmla="*/ 183 w 183"/>
                <a:gd name="T9" fmla="*/ 19 h 285"/>
                <a:gd name="T10" fmla="*/ 0 w 183"/>
                <a:gd name="T11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3" h="285">
                  <a:moveTo>
                    <a:pt x="0" y="0"/>
                  </a:moveTo>
                  <a:cubicBezTo>
                    <a:pt x="0" y="0"/>
                    <a:pt x="0" y="143"/>
                    <a:pt x="0" y="177"/>
                  </a:cubicBezTo>
                  <a:cubicBezTo>
                    <a:pt x="0" y="210"/>
                    <a:pt x="30" y="270"/>
                    <a:pt x="71" y="278"/>
                  </a:cubicBezTo>
                  <a:cubicBezTo>
                    <a:pt x="112" y="285"/>
                    <a:pt x="161" y="255"/>
                    <a:pt x="168" y="203"/>
                  </a:cubicBezTo>
                  <a:cubicBezTo>
                    <a:pt x="176" y="150"/>
                    <a:pt x="183" y="19"/>
                    <a:pt x="183" y="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Freeform 235">
              <a:extLst>
                <a:ext uri="{FF2B5EF4-FFF2-40B4-BE49-F238E27FC236}">
                  <a16:creationId xmlns:a16="http://schemas.microsoft.com/office/drawing/2014/main" id="{735F0D6B-DAC2-021D-6B21-936D340EA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4595813"/>
              <a:ext cx="342900" cy="166688"/>
            </a:xfrm>
            <a:custGeom>
              <a:avLst/>
              <a:gdLst>
                <a:gd name="T0" fmla="*/ 178 w 183"/>
                <a:gd name="T1" fmla="*/ 77 h 89"/>
                <a:gd name="T2" fmla="*/ 183 w 183"/>
                <a:gd name="T3" fmla="*/ 0 h 89"/>
                <a:gd name="T4" fmla="*/ 0 w 183"/>
                <a:gd name="T5" fmla="*/ 0 h 89"/>
                <a:gd name="T6" fmla="*/ 0 w 183"/>
                <a:gd name="T7" fmla="*/ 77 h 89"/>
                <a:gd name="T8" fmla="*/ 178 w 183"/>
                <a:gd name="T9" fmla="*/ 7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89">
                  <a:moveTo>
                    <a:pt x="178" y="77"/>
                  </a:moveTo>
                  <a:cubicBezTo>
                    <a:pt x="183" y="0"/>
                    <a:pt x="183" y="0"/>
                    <a:pt x="18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151" y="89"/>
                    <a:pt x="178" y="77"/>
                  </a:cubicBezTo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Freeform 236">
              <a:extLst>
                <a:ext uri="{FF2B5EF4-FFF2-40B4-BE49-F238E27FC236}">
                  <a16:creationId xmlns:a16="http://schemas.microsoft.com/office/drawing/2014/main" id="{413E87CB-9906-ED18-A633-BC83D7E66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1238" y="1836738"/>
              <a:ext cx="1809750" cy="1103313"/>
            </a:xfrm>
            <a:custGeom>
              <a:avLst/>
              <a:gdLst>
                <a:gd name="T0" fmla="*/ 64 w 966"/>
                <a:gd name="T1" fmla="*/ 0 h 589"/>
                <a:gd name="T2" fmla="*/ 64 w 966"/>
                <a:gd name="T3" fmla="*/ 229 h 589"/>
                <a:gd name="T4" fmla="*/ 147 w 966"/>
                <a:gd name="T5" fmla="*/ 184 h 589"/>
                <a:gd name="T6" fmla="*/ 326 w 966"/>
                <a:gd name="T7" fmla="*/ 376 h 589"/>
                <a:gd name="T8" fmla="*/ 446 w 966"/>
                <a:gd name="T9" fmla="*/ 511 h 589"/>
                <a:gd name="T10" fmla="*/ 492 w 966"/>
                <a:gd name="T11" fmla="*/ 402 h 589"/>
                <a:gd name="T12" fmla="*/ 716 w 966"/>
                <a:gd name="T13" fmla="*/ 571 h 589"/>
                <a:gd name="T14" fmla="*/ 750 w 966"/>
                <a:gd name="T15" fmla="*/ 467 h 589"/>
                <a:gd name="T16" fmla="*/ 920 w 966"/>
                <a:gd name="T17" fmla="*/ 315 h 589"/>
                <a:gd name="T18" fmla="*/ 64 w 966"/>
                <a:gd name="T19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6" h="589">
                  <a:moveTo>
                    <a:pt x="64" y="0"/>
                  </a:moveTo>
                  <a:cubicBezTo>
                    <a:pt x="64" y="0"/>
                    <a:pt x="0" y="158"/>
                    <a:pt x="64" y="229"/>
                  </a:cubicBezTo>
                  <a:cubicBezTo>
                    <a:pt x="128" y="301"/>
                    <a:pt x="147" y="184"/>
                    <a:pt x="147" y="184"/>
                  </a:cubicBezTo>
                  <a:cubicBezTo>
                    <a:pt x="147" y="184"/>
                    <a:pt x="139" y="379"/>
                    <a:pt x="326" y="376"/>
                  </a:cubicBezTo>
                  <a:cubicBezTo>
                    <a:pt x="326" y="376"/>
                    <a:pt x="390" y="526"/>
                    <a:pt x="446" y="511"/>
                  </a:cubicBezTo>
                  <a:cubicBezTo>
                    <a:pt x="503" y="496"/>
                    <a:pt x="492" y="402"/>
                    <a:pt x="492" y="402"/>
                  </a:cubicBezTo>
                  <a:cubicBezTo>
                    <a:pt x="492" y="402"/>
                    <a:pt x="626" y="589"/>
                    <a:pt x="716" y="571"/>
                  </a:cubicBezTo>
                  <a:cubicBezTo>
                    <a:pt x="806" y="552"/>
                    <a:pt x="750" y="467"/>
                    <a:pt x="750" y="467"/>
                  </a:cubicBezTo>
                  <a:cubicBezTo>
                    <a:pt x="750" y="467"/>
                    <a:pt x="966" y="446"/>
                    <a:pt x="920" y="315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7541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237">
              <a:extLst>
                <a:ext uri="{FF2B5EF4-FFF2-40B4-BE49-F238E27FC236}">
                  <a16:creationId xmlns:a16="http://schemas.microsoft.com/office/drawing/2014/main" id="{F3DCFC37-FB89-FDD6-C9D2-3CAE4D991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663" y="1774825"/>
              <a:ext cx="1647825" cy="711200"/>
            </a:xfrm>
            <a:custGeom>
              <a:avLst/>
              <a:gdLst>
                <a:gd name="T0" fmla="*/ 868 w 880"/>
                <a:gd name="T1" fmla="*/ 348 h 380"/>
                <a:gd name="T2" fmla="*/ 419 w 880"/>
                <a:gd name="T3" fmla="*/ 248 h 380"/>
                <a:gd name="T4" fmla="*/ 12 w 880"/>
                <a:gd name="T5" fmla="*/ 33 h 380"/>
                <a:gd name="T6" fmla="*/ 462 w 880"/>
                <a:gd name="T7" fmla="*/ 132 h 380"/>
                <a:gd name="T8" fmla="*/ 868 w 880"/>
                <a:gd name="T9" fmla="*/ 348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0" h="380">
                  <a:moveTo>
                    <a:pt x="868" y="348"/>
                  </a:moveTo>
                  <a:cubicBezTo>
                    <a:pt x="856" y="380"/>
                    <a:pt x="655" y="336"/>
                    <a:pt x="419" y="248"/>
                  </a:cubicBezTo>
                  <a:cubicBezTo>
                    <a:pt x="182" y="161"/>
                    <a:pt x="0" y="65"/>
                    <a:pt x="12" y="33"/>
                  </a:cubicBezTo>
                  <a:cubicBezTo>
                    <a:pt x="24" y="0"/>
                    <a:pt x="225" y="45"/>
                    <a:pt x="462" y="132"/>
                  </a:cubicBezTo>
                  <a:cubicBezTo>
                    <a:pt x="698" y="220"/>
                    <a:pt x="880" y="316"/>
                    <a:pt x="868" y="348"/>
                  </a:cubicBezTo>
                  <a:close/>
                </a:path>
              </a:pathLst>
            </a:custGeom>
            <a:solidFill>
              <a:srgbClr val="CC8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238">
              <a:extLst>
                <a:ext uri="{FF2B5EF4-FFF2-40B4-BE49-F238E27FC236}">
                  <a16:creationId xmlns:a16="http://schemas.microsoft.com/office/drawing/2014/main" id="{C3F68D48-150D-54B7-C22F-889B00314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1" y="1825625"/>
              <a:ext cx="1455738" cy="609600"/>
            </a:xfrm>
            <a:custGeom>
              <a:avLst/>
              <a:gdLst>
                <a:gd name="T0" fmla="*/ 768 w 777"/>
                <a:gd name="T1" fmla="*/ 304 h 326"/>
                <a:gd name="T2" fmla="*/ 373 w 777"/>
                <a:gd name="T3" fmla="*/ 204 h 326"/>
                <a:gd name="T4" fmla="*/ 8 w 777"/>
                <a:gd name="T5" fmla="*/ 23 h 326"/>
                <a:gd name="T6" fmla="*/ 403 w 777"/>
                <a:gd name="T7" fmla="*/ 122 h 326"/>
                <a:gd name="T8" fmla="*/ 768 w 777"/>
                <a:gd name="T9" fmla="*/ 304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7" h="326">
                  <a:moveTo>
                    <a:pt x="768" y="304"/>
                  </a:moveTo>
                  <a:cubicBezTo>
                    <a:pt x="760" y="326"/>
                    <a:pt x="583" y="282"/>
                    <a:pt x="373" y="204"/>
                  </a:cubicBezTo>
                  <a:cubicBezTo>
                    <a:pt x="163" y="127"/>
                    <a:pt x="0" y="46"/>
                    <a:pt x="8" y="23"/>
                  </a:cubicBezTo>
                  <a:cubicBezTo>
                    <a:pt x="16" y="0"/>
                    <a:pt x="193" y="45"/>
                    <a:pt x="403" y="122"/>
                  </a:cubicBezTo>
                  <a:cubicBezTo>
                    <a:pt x="613" y="200"/>
                    <a:pt x="777" y="281"/>
                    <a:pt x="768" y="304"/>
                  </a:cubicBezTo>
                  <a:close/>
                </a:path>
              </a:pathLst>
            </a:custGeom>
            <a:solidFill>
              <a:srgbClr val="8C6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239">
              <a:extLst>
                <a:ext uri="{FF2B5EF4-FFF2-40B4-BE49-F238E27FC236}">
                  <a16:creationId xmlns:a16="http://schemas.microsoft.com/office/drawing/2014/main" id="{45204C97-4061-AC93-6939-8A2EE8F6D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26" y="2540000"/>
              <a:ext cx="1849438" cy="2174875"/>
            </a:xfrm>
            <a:custGeom>
              <a:avLst/>
              <a:gdLst>
                <a:gd name="T0" fmla="*/ 31 w 988"/>
                <a:gd name="T1" fmla="*/ 70 h 1161"/>
                <a:gd name="T2" fmla="*/ 54 w 988"/>
                <a:gd name="T3" fmla="*/ 1004 h 1161"/>
                <a:gd name="T4" fmla="*/ 696 w 988"/>
                <a:gd name="T5" fmla="*/ 1073 h 1161"/>
                <a:gd name="T6" fmla="*/ 966 w 988"/>
                <a:gd name="T7" fmla="*/ 236 h 1161"/>
                <a:gd name="T8" fmla="*/ 706 w 988"/>
                <a:gd name="T9" fmla="*/ 87 h 1161"/>
                <a:gd name="T10" fmla="*/ 54 w 988"/>
                <a:gd name="T11" fmla="*/ 0 h 1161"/>
                <a:gd name="T12" fmla="*/ 31 w 988"/>
                <a:gd name="T13" fmla="*/ 70 h 1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8" h="1161">
                  <a:moveTo>
                    <a:pt x="31" y="70"/>
                  </a:moveTo>
                  <a:cubicBezTo>
                    <a:pt x="31" y="81"/>
                    <a:pt x="0" y="943"/>
                    <a:pt x="54" y="1004"/>
                  </a:cubicBezTo>
                  <a:cubicBezTo>
                    <a:pt x="193" y="1161"/>
                    <a:pt x="616" y="1161"/>
                    <a:pt x="696" y="1073"/>
                  </a:cubicBezTo>
                  <a:cubicBezTo>
                    <a:pt x="776" y="986"/>
                    <a:pt x="943" y="366"/>
                    <a:pt x="966" y="236"/>
                  </a:cubicBezTo>
                  <a:cubicBezTo>
                    <a:pt x="988" y="106"/>
                    <a:pt x="948" y="95"/>
                    <a:pt x="706" y="87"/>
                  </a:cubicBezTo>
                  <a:cubicBezTo>
                    <a:pt x="464" y="78"/>
                    <a:pt x="54" y="0"/>
                    <a:pt x="54" y="0"/>
                  </a:cubicBezTo>
                  <a:lnTo>
                    <a:pt x="31" y="70"/>
                  </a:ln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240">
              <a:extLst>
                <a:ext uri="{FF2B5EF4-FFF2-40B4-BE49-F238E27FC236}">
                  <a16:creationId xmlns:a16="http://schemas.microsoft.com/office/drawing/2014/main" id="{6B2BBAB6-5D4D-CAB9-5312-3B9997C67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0188" y="2609850"/>
              <a:ext cx="1704975" cy="822325"/>
            </a:xfrm>
            <a:custGeom>
              <a:avLst/>
              <a:gdLst>
                <a:gd name="T0" fmla="*/ 0 w 910"/>
                <a:gd name="T1" fmla="*/ 429 h 439"/>
                <a:gd name="T2" fmla="*/ 169 w 910"/>
                <a:gd name="T3" fmla="*/ 133 h 439"/>
                <a:gd name="T4" fmla="*/ 385 w 910"/>
                <a:gd name="T5" fmla="*/ 245 h 439"/>
                <a:gd name="T6" fmla="*/ 404 w 910"/>
                <a:gd name="T7" fmla="*/ 143 h 439"/>
                <a:gd name="T8" fmla="*/ 652 w 910"/>
                <a:gd name="T9" fmla="*/ 253 h 439"/>
                <a:gd name="T10" fmla="*/ 668 w 910"/>
                <a:gd name="T11" fmla="*/ 144 h 439"/>
                <a:gd name="T12" fmla="*/ 842 w 910"/>
                <a:gd name="T13" fmla="*/ 210 h 439"/>
                <a:gd name="T14" fmla="*/ 842 w 910"/>
                <a:gd name="T15" fmla="*/ 419 h 439"/>
                <a:gd name="T16" fmla="*/ 910 w 910"/>
                <a:gd name="T17" fmla="*/ 133 h 439"/>
                <a:gd name="T18" fmla="*/ 586 w 910"/>
                <a:gd name="T19" fmla="*/ 54 h 439"/>
                <a:gd name="T20" fmla="*/ 119 w 910"/>
                <a:gd name="T21" fmla="*/ 0 h 439"/>
                <a:gd name="T22" fmla="*/ 0 w 910"/>
                <a:gd name="T23" fmla="*/ 42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0" h="439">
                  <a:moveTo>
                    <a:pt x="0" y="429"/>
                  </a:moveTo>
                  <a:cubicBezTo>
                    <a:pt x="0" y="429"/>
                    <a:pt x="134" y="268"/>
                    <a:pt x="169" y="133"/>
                  </a:cubicBezTo>
                  <a:cubicBezTo>
                    <a:pt x="169" y="133"/>
                    <a:pt x="338" y="284"/>
                    <a:pt x="385" y="245"/>
                  </a:cubicBezTo>
                  <a:cubicBezTo>
                    <a:pt x="432" y="206"/>
                    <a:pt x="404" y="143"/>
                    <a:pt x="404" y="143"/>
                  </a:cubicBezTo>
                  <a:cubicBezTo>
                    <a:pt x="404" y="143"/>
                    <a:pt x="586" y="321"/>
                    <a:pt x="652" y="253"/>
                  </a:cubicBezTo>
                  <a:cubicBezTo>
                    <a:pt x="718" y="186"/>
                    <a:pt x="668" y="144"/>
                    <a:pt x="668" y="144"/>
                  </a:cubicBezTo>
                  <a:cubicBezTo>
                    <a:pt x="668" y="144"/>
                    <a:pt x="793" y="226"/>
                    <a:pt x="842" y="210"/>
                  </a:cubicBezTo>
                  <a:cubicBezTo>
                    <a:pt x="842" y="210"/>
                    <a:pt x="822" y="399"/>
                    <a:pt x="842" y="419"/>
                  </a:cubicBezTo>
                  <a:cubicBezTo>
                    <a:pt x="863" y="439"/>
                    <a:pt x="910" y="133"/>
                    <a:pt x="910" y="133"/>
                  </a:cubicBezTo>
                  <a:cubicBezTo>
                    <a:pt x="586" y="54"/>
                    <a:pt x="586" y="54"/>
                    <a:pt x="586" y="54"/>
                  </a:cubicBezTo>
                  <a:cubicBezTo>
                    <a:pt x="119" y="0"/>
                    <a:pt x="119" y="0"/>
                    <a:pt x="119" y="0"/>
                  </a:cubicBezTo>
                  <a:lnTo>
                    <a:pt x="0" y="429"/>
                  </a:ln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1">
              <a:extLst>
                <a:ext uri="{FF2B5EF4-FFF2-40B4-BE49-F238E27FC236}">
                  <a16:creationId xmlns:a16="http://schemas.microsoft.com/office/drawing/2014/main" id="{FA5C7040-B6D7-280D-E5E8-6696D89AB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436813"/>
              <a:ext cx="2182813" cy="1265238"/>
            </a:xfrm>
            <a:custGeom>
              <a:avLst/>
              <a:gdLst>
                <a:gd name="T0" fmla="*/ 83 w 1165"/>
                <a:gd name="T1" fmla="*/ 565 h 675"/>
                <a:gd name="T2" fmla="*/ 229 w 1165"/>
                <a:gd name="T3" fmla="*/ 125 h 675"/>
                <a:gd name="T4" fmla="*/ 439 w 1165"/>
                <a:gd name="T5" fmla="*/ 273 h 675"/>
                <a:gd name="T6" fmla="*/ 439 w 1165"/>
                <a:gd name="T7" fmla="*/ 138 h 675"/>
                <a:gd name="T8" fmla="*/ 686 w 1165"/>
                <a:gd name="T9" fmla="*/ 278 h 675"/>
                <a:gd name="T10" fmla="*/ 686 w 1165"/>
                <a:gd name="T11" fmla="*/ 146 h 675"/>
                <a:gd name="T12" fmla="*/ 980 w 1165"/>
                <a:gd name="T13" fmla="*/ 253 h 675"/>
                <a:gd name="T14" fmla="*/ 952 w 1165"/>
                <a:gd name="T15" fmla="*/ 624 h 675"/>
                <a:gd name="T16" fmla="*/ 1026 w 1165"/>
                <a:gd name="T17" fmla="*/ 641 h 675"/>
                <a:gd name="T18" fmla="*/ 1146 w 1165"/>
                <a:gd name="T19" fmla="*/ 109 h 675"/>
                <a:gd name="T20" fmla="*/ 568 w 1165"/>
                <a:gd name="T21" fmla="*/ 113 h 675"/>
                <a:gd name="T22" fmla="*/ 64 w 1165"/>
                <a:gd name="T23" fmla="*/ 0 h 675"/>
                <a:gd name="T24" fmla="*/ 45 w 1165"/>
                <a:gd name="T25" fmla="*/ 515 h 675"/>
                <a:gd name="T26" fmla="*/ 83 w 1165"/>
                <a:gd name="T27" fmla="*/ 565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5" h="675">
                  <a:moveTo>
                    <a:pt x="83" y="565"/>
                  </a:moveTo>
                  <a:cubicBezTo>
                    <a:pt x="83" y="565"/>
                    <a:pt x="231" y="327"/>
                    <a:pt x="229" y="125"/>
                  </a:cubicBezTo>
                  <a:cubicBezTo>
                    <a:pt x="229" y="125"/>
                    <a:pt x="411" y="321"/>
                    <a:pt x="439" y="273"/>
                  </a:cubicBezTo>
                  <a:cubicBezTo>
                    <a:pt x="466" y="226"/>
                    <a:pt x="439" y="138"/>
                    <a:pt x="439" y="138"/>
                  </a:cubicBezTo>
                  <a:cubicBezTo>
                    <a:pt x="439" y="138"/>
                    <a:pt x="631" y="323"/>
                    <a:pt x="686" y="278"/>
                  </a:cubicBezTo>
                  <a:cubicBezTo>
                    <a:pt x="741" y="233"/>
                    <a:pt x="686" y="146"/>
                    <a:pt x="686" y="146"/>
                  </a:cubicBezTo>
                  <a:cubicBezTo>
                    <a:pt x="686" y="146"/>
                    <a:pt x="875" y="286"/>
                    <a:pt x="980" y="253"/>
                  </a:cubicBezTo>
                  <a:cubicBezTo>
                    <a:pt x="980" y="253"/>
                    <a:pt x="898" y="526"/>
                    <a:pt x="952" y="624"/>
                  </a:cubicBezTo>
                  <a:cubicBezTo>
                    <a:pt x="980" y="675"/>
                    <a:pt x="1026" y="641"/>
                    <a:pt x="1026" y="641"/>
                  </a:cubicBezTo>
                  <a:cubicBezTo>
                    <a:pt x="1026" y="641"/>
                    <a:pt x="1165" y="177"/>
                    <a:pt x="1146" y="109"/>
                  </a:cubicBezTo>
                  <a:cubicBezTo>
                    <a:pt x="1146" y="109"/>
                    <a:pt x="984" y="166"/>
                    <a:pt x="568" y="113"/>
                  </a:cubicBezTo>
                  <a:cubicBezTo>
                    <a:pt x="165" y="62"/>
                    <a:pt x="64" y="0"/>
                    <a:pt x="64" y="0"/>
                  </a:cubicBezTo>
                  <a:cubicBezTo>
                    <a:pt x="64" y="0"/>
                    <a:pt x="0" y="262"/>
                    <a:pt x="45" y="515"/>
                  </a:cubicBezTo>
                  <a:cubicBezTo>
                    <a:pt x="45" y="515"/>
                    <a:pt x="43" y="580"/>
                    <a:pt x="83" y="565"/>
                  </a:cubicBezTo>
                  <a:close/>
                </a:path>
              </a:pathLst>
            </a:custGeom>
            <a:solidFill>
              <a:srgbClr val="7541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2">
              <a:extLst>
                <a:ext uri="{FF2B5EF4-FFF2-40B4-BE49-F238E27FC236}">
                  <a16:creationId xmlns:a16="http://schemas.microsoft.com/office/drawing/2014/main" id="{A1182791-8FBD-31FE-12F4-E153F82C0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3" y="2643188"/>
              <a:ext cx="534988" cy="912813"/>
            </a:xfrm>
            <a:custGeom>
              <a:avLst/>
              <a:gdLst>
                <a:gd name="T0" fmla="*/ 59 w 286"/>
                <a:gd name="T1" fmla="*/ 18 h 487"/>
                <a:gd name="T2" fmla="*/ 84 w 286"/>
                <a:gd name="T3" fmla="*/ 242 h 487"/>
                <a:gd name="T4" fmla="*/ 234 w 286"/>
                <a:gd name="T5" fmla="*/ 125 h 487"/>
                <a:gd name="T6" fmla="*/ 98 w 286"/>
                <a:gd name="T7" fmla="*/ 480 h 487"/>
                <a:gd name="T8" fmla="*/ 59 w 286"/>
                <a:gd name="T9" fmla="*/ 1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487">
                  <a:moveTo>
                    <a:pt x="59" y="18"/>
                  </a:moveTo>
                  <a:cubicBezTo>
                    <a:pt x="59" y="18"/>
                    <a:pt x="51" y="195"/>
                    <a:pt x="84" y="242"/>
                  </a:cubicBezTo>
                  <a:cubicBezTo>
                    <a:pt x="117" y="288"/>
                    <a:pt x="182" y="249"/>
                    <a:pt x="234" y="125"/>
                  </a:cubicBezTo>
                  <a:cubicBezTo>
                    <a:pt x="286" y="0"/>
                    <a:pt x="167" y="487"/>
                    <a:pt x="98" y="480"/>
                  </a:cubicBezTo>
                  <a:cubicBezTo>
                    <a:pt x="30" y="472"/>
                    <a:pt x="0" y="224"/>
                    <a:pt x="59" y="18"/>
                  </a:cubicBezTo>
                  <a:close/>
                </a:path>
              </a:pathLst>
            </a:custGeom>
            <a:solidFill>
              <a:srgbClr val="603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3">
              <a:extLst>
                <a:ext uri="{FF2B5EF4-FFF2-40B4-BE49-F238E27FC236}">
                  <a16:creationId xmlns:a16="http://schemas.microsoft.com/office/drawing/2014/main" id="{72F18DED-8923-8503-B6B9-2807F5027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4976" y="2951163"/>
              <a:ext cx="466725" cy="733425"/>
            </a:xfrm>
            <a:custGeom>
              <a:avLst/>
              <a:gdLst>
                <a:gd name="T0" fmla="*/ 86 w 250"/>
                <a:gd name="T1" fmla="*/ 2 h 392"/>
                <a:gd name="T2" fmla="*/ 97 w 250"/>
                <a:gd name="T3" fmla="*/ 234 h 392"/>
                <a:gd name="T4" fmla="*/ 250 w 250"/>
                <a:gd name="T5" fmla="*/ 0 h 392"/>
                <a:gd name="T6" fmla="*/ 123 w 250"/>
                <a:gd name="T7" fmla="*/ 391 h 392"/>
                <a:gd name="T8" fmla="*/ 86 w 250"/>
                <a:gd name="T9" fmla="*/ 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392">
                  <a:moveTo>
                    <a:pt x="86" y="2"/>
                  </a:moveTo>
                  <a:cubicBezTo>
                    <a:pt x="86" y="2"/>
                    <a:pt x="53" y="232"/>
                    <a:pt x="97" y="234"/>
                  </a:cubicBezTo>
                  <a:cubicBezTo>
                    <a:pt x="165" y="237"/>
                    <a:pt x="250" y="0"/>
                    <a:pt x="250" y="0"/>
                  </a:cubicBezTo>
                  <a:cubicBezTo>
                    <a:pt x="250" y="0"/>
                    <a:pt x="222" y="389"/>
                    <a:pt x="123" y="391"/>
                  </a:cubicBezTo>
                  <a:cubicBezTo>
                    <a:pt x="23" y="392"/>
                    <a:pt x="0" y="239"/>
                    <a:pt x="86" y="2"/>
                  </a:cubicBezTo>
                  <a:close/>
                </a:path>
              </a:pathLst>
            </a:custGeom>
            <a:solidFill>
              <a:srgbClr val="6031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244">
              <a:extLst>
                <a:ext uri="{FF2B5EF4-FFF2-40B4-BE49-F238E27FC236}">
                  <a16:creationId xmlns:a16="http://schemas.microsoft.com/office/drawing/2014/main" id="{91718E51-FD49-2531-703A-9EB9C9C23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6" y="2422525"/>
              <a:ext cx="2033588" cy="311150"/>
            </a:xfrm>
            <a:custGeom>
              <a:avLst/>
              <a:gdLst>
                <a:gd name="T0" fmla="*/ 1025 w 1086"/>
                <a:gd name="T1" fmla="*/ 109 h 166"/>
                <a:gd name="T2" fmla="*/ 1025 w 1086"/>
                <a:gd name="T3" fmla="*/ 111 h 166"/>
                <a:gd name="T4" fmla="*/ 540 w 1086"/>
                <a:gd name="T5" fmla="*/ 114 h 166"/>
                <a:gd name="T6" fmla="*/ 64 w 1086"/>
                <a:gd name="T7" fmla="*/ 14 h 166"/>
                <a:gd name="T8" fmla="*/ 72 w 1086"/>
                <a:gd name="T9" fmla="*/ 6 h 166"/>
                <a:gd name="T10" fmla="*/ 9 w 1086"/>
                <a:gd name="T11" fmla="*/ 0 h 166"/>
                <a:gd name="T12" fmla="*/ 4 w 1086"/>
                <a:gd name="T13" fmla="*/ 8 h 166"/>
                <a:gd name="T14" fmla="*/ 537 w 1086"/>
                <a:gd name="T15" fmla="*/ 136 h 166"/>
                <a:gd name="T16" fmla="*/ 1086 w 1086"/>
                <a:gd name="T17" fmla="*/ 117 h 166"/>
                <a:gd name="T18" fmla="*/ 1086 w 1086"/>
                <a:gd name="T19" fmla="*/ 115 h 166"/>
                <a:gd name="T20" fmla="*/ 1025 w 1086"/>
                <a:gd name="T21" fmla="*/ 10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6" h="166">
                  <a:moveTo>
                    <a:pt x="1025" y="109"/>
                  </a:moveTo>
                  <a:cubicBezTo>
                    <a:pt x="1025" y="109"/>
                    <a:pt x="1025" y="110"/>
                    <a:pt x="1025" y="111"/>
                  </a:cubicBezTo>
                  <a:cubicBezTo>
                    <a:pt x="1023" y="139"/>
                    <a:pt x="805" y="141"/>
                    <a:pt x="540" y="114"/>
                  </a:cubicBezTo>
                  <a:cubicBezTo>
                    <a:pt x="274" y="88"/>
                    <a:pt x="61" y="43"/>
                    <a:pt x="64" y="14"/>
                  </a:cubicBezTo>
                  <a:cubicBezTo>
                    <a:pt x="64" y="11"/>
                    <a:pt x="67" y="9"/>
                    <a:pt x="72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2"/>
                    <a:pt x="4" y="5"/>
                    <a:pt x="4" y="8"/>
                  </a:cubicBezTo>
                  <a:cubicBezTo>
                    <a:pt x="0" y="49"/>
                    <a:pt x="239" y="106"/>
                    <a:pt x="537" y="136"/>
                  </a:cubicBezTo>
                  <a:cubicBezTo>
                    <a:pt x="836" y="166"/>
                    <a:pt x="1082" y="157"/>
                    <a:pt x="1086" y="117"/>
                  </a:cubicBezTo>
                  <a:cubicBezTo>
                    <a:pt x="1086" y="116"/>
                    <a:pt x="1086" y="116"/>
                    <a:pt x="1086" y="115"/>
                  </a:cubicBezTo>
                  <a:lnTo>
                    <a:pt x="1025" y="109"/>
                  </a:lnTo>
                  <a:close/>
                </a:path>
              </a:pathLst>
            </a:custGeom>
            <a:solidFill>
              <a:srgbClr val="CC8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245">
              <a:extLst>
                <a:ext uri="{FF2B5EF4-FFF2-40B4-BE49-F238E27FC236}">
                  <a16:creationId xmlns:a16="http://schemas.microsoft.com/office/drawing/2014/main" id="{E94B34FB-F711-3267-6E15-C43E0E14E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338" y="3413125"/>
              <a:ext cx="536575" cy="669925"/>
            </a:xfrm>
            <a:custGeom>
              <a:avLst/>
              <a:gdLst>
                <a:gd name="T0" fmla="*/ 47 w 287"/>
                <a:gd name="T1" fmla="*/ 110 h 358"/>
                <a:gd name="T2" fmla="*/ 165 w 287"/>
                <a:gd name="T3" fmla="*/ 5 h 358"/>
                <a:gd name="T4" fmla="*/ 255 w 287"/>
                <a:gd name="T5" fmla="*/ 210 h 358"/>
                <a:gd name="T6" fmla="*/ 35 w 287"/>
                <a:gd name="T7" fmla="*/ 242 h 358"/>
                <a:gd name="T8" fmla="*/ 47 w 287"/>
                <a:gd name="T9" fmla="*/ 11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" h="358">
                  <a:moveTo>
                    <a:pt x="47" y="110"/>
                  </a:moveTo>
                  <a:cubicBezTo>
                    <a:pt x="47" y="110"/>
                    <a:pt x="96" y="10"/>
                    <a:pt x="165" y="5"/>
                  </a:cubicBezTo>
                  <a:cubicBezTo>
                    <a:pt x="235" y="0"/>
                    <a:pt x="287" y="132"/>
                    <a:pt x="255" y="210"/>
                  </a:cubicBezTo>
                  <a:cubicBezTo>
                    <a:pt x="222" y="287"/>
                    <a:pt x="100" y="358"/>
                    <a:pt x="35" y="242"/>
                  </a:cubicBezTo>
                  <a:cubicBezTo>
                    <a:pt x="0" y="180"/>
                    <a:pt x="47" y="110"/>
                    <a:pt x="47" y="110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246">
              <a:extLst>
                <a:ext uri="{FF2B5EF4-FFF2-40B4-BE49-F238E27FC236}">
                  <a16:creationId xmlns:a16="http://schemas.microsoft.com/office/drawing/2014/main" id="{C7B938CF-853E-C4CD-76CF-A47CBF041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638" y="3582988"/>
              <a:ext cx="293688" cy="146050"/>
            </a:xfrm>
            <a:custGeom>
              <a:avLst/>
              <a:gdLst>
                <a:gd name="T0" fmla="*/ 0 w 157"/>
                <a:gd name="T1" fmla="*/ 63 h 78"/>
                <a:gd name="T2" fmla="*/ 104 w 157"/>
                <a:gd name="T3" fmla="*/ 9 h 78"/>
                <a:gd name="T4" fmla="*/ 157 w 157"/>
                <a:gd name="T5" fmla="*/ 78 h 78"/>
                <a:gd name="T6" fmla="*/ 95 w 157"/>
                <a:gd name="T7" fmla="*/ 30 h 78"/>
                <a:gd name="T8" fmla="*/ 0 w 157"/>
                <a:gd name="T9" fmla="*/ 6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78">
                  <a:moveTo>
                    <a:pt x="0" y="63"/>
                  </a:moveTo>
                  <a:cubicBezTo>
                    <a:pt x="0" y="63"/>
                    <a:pt x="65" y="0"/>
                    <a:pt x="104" y="9"/>
                  </a:cubicBezTo>
                  <a:cubicBezTo>
                    <a:pt x="144" y="18"/>
                    <a:pt x="157" y="78"/>
                    <a:pt x="157" y="78"/>
                  </a:cubicBezTo>
                  <a:cubicBezTo>
                    <a:pt x="157" y="78"/>
                    <a:pt x="124" y="29"/>
                    <a:pt x="95" y="30"/>
                  </a:cubicBezTo>
                  <a:cubicBezTo>
                    <a:pt x="66" y="32"/>
                    <a:pt x="0" y="63"/>
                    <a:pt x="0" y="63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Freeform 247">
              <a:extLst>
                <a:ext uri="{FF2B5EF4-FFF2-40B4-BE49-F238E27FC236}">
                  <a16:creationId xmlns:a16="http://schemas.microsoft.com/office/drawing/2014/main" id="{EDB31AD5-08DF-6673-CE4F-B8F71FE21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3624263"/>
              <a:ext cx="174625" cy="155575"/>
            </a:xfrm>
            <a:custGeom>
              <a:avLst/>
              <a:gdLst>
                <a:gd name="T0" fmla="*/ 0 w 93"/>
                <a:gd name="T1" fmla="*/ 81 h 83"/>
                <a:gd name="T2" fmla="*/ 74 w 93"/>
                <a:gd name="T3" fmla="*/ 0 h 83"/>
                <a:gd name="T4" fmla="*/ 93 w 93"/>
                <a:gd name="T5" fmla="*/ 12 h 83"/>
                <a:gd name="T6" fmla="*/ 0 w 93"/>
                <a:gd name="T7" fmla="*/ 8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83">
                  <a:moveTo>
                    <a:pt x="0" y="81"/>
                  </a:moveTo>
                  <a:cubicBezTo>
                    <a:pt x="0" y="81"/>
                    <a:pt x="58" y="65"/>
                    <a:pt x="74" y="0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58" y="83"/>
                    <a:pt x="0" y="81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Freeform 248">
              <a:extLst>
                <a:ext uri="{FF2B5EF4-FFF2-40B4-BE49-F238E27FC236}">
                  <a16:creationId xmlns:a16="http://schemas.microsoft.com/office/drawing/2014/main" id="{BE899C22-C10C-0806-AFF6-A6913443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863" y="3232150"/>
              <a:ext cx="523875" cy="612775"/>
            </a:xfrm>
            <a:custGeom>
              <a:avLst/>
              <a:gdLst>
                <a:gd name="T0" fmla="*/ 244 w 280"/>
                <a:gd name="T1" fmla="*/ 102 h 328"/>
                <a:gd name="T2" fmla="*/ 155 w 280"/>
                <a:gd name="T3" fmla="*/ 7 h 328"/>
                <a:gd name="T4" fmla="*/ 15 w 280"/>
                <a:gd name="T5" fmla="*/ 186 h 328"/>
                <a:gd name="T6" fmla="*/ 244 w 280"/>
                <a:gd name="T7" fmla="*/ 228 h 328"/>
                <a:gd name="T8" fmla="*/ 244 w 280"/>
                <a:gd name="T9" fmla="*/ 10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328">
                  <a:moveTo>
                    <a:pt x="244" y="102"/>
                  </a:moveTo>
                  <a:cubicBezTo>
                    <a:pt x="244" y="102"/>
                    <a:pt x="222" y="15"/>
                    <a:pt x="155" y="7"/>
                  </a:cubicBezTo>
                  <a:cubicBezTo>
                    <a:pt x="87" y="0"/>
                    <a:pt x="0" y="110"/>
                    <a:pt x="15" y="186"/>
                  </a:cubicBezTo>
                  <a:cubicBezTo>
                    <a:pt x="30" y="262"/>
                    <a:pt x="158" y="328"/>
                    <a:pt x="244" y="228"/>
                  </a:cubicBezTo>
                  <a:cubicBezTo>
                    <a:pt x="280" y="186"/>
                    <a:pt x="244" y="102"/>
                    <a:pt x="244" y="102"/>
                  </a:cubicBezTo>
                  <a:close/>
                </a:path>
              </a:pathLst>
            </a:custGeom>
            <a:solidFill>
              <a:srgbClr val="FFDF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Freeform 249">
              <a:extLst>
                <a:ext uri="{FF2B5EF4-FFF2-40B4-BE49-F238E27FC236}">
                  <a16:creationId xmlns:a16="http://schemas.microsoft.com/office/drawing/2014/main" id="{1241615F-4C57-E056-8291-08C8EE656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001" y="3270250"/>
              <a:ext cx="295275" cy="250825"/>
            </a:xfrm>
            <a:custGeom>
              <a:avLst/>
              <a:gdLst>
                <a:gd name="T0" fmla="*/ 158 w 158"/>
                <a:gd name="T1" fmla="*/ 96 h 134"/>
                <a:gd name="T2" fmla="*/ 0 w 158"/>
                <a:gd name="T3" fmla="*/ 134 h 134"/>
                <a:gd name="T4" fmla="*/ 158 w 158"/>
                <a:gd name="T5" fmla="*/ 96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" h="134">
                  <a:moveTo>
                    <a:pt x="158" y="96"/>
                  </a:moveTo>
                  <a:cubicBezTo>
                    <a:pt x="158" y="96"/>
                    <a:pt x="57" y="0"/>
                    <a:pt x="0" y="134"/>
                  </a:cubicBezTo>
                  <a:cubicBezTo>
                    <a:pt x="0" y="134"/>
                    <a:pt x="69" y="39"/>
                    <a:pt x="158" y="96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Freeform 250">
              <a:extLst>
                <a:ext uri="{FF2B5EF4-FFF2-40B4-BE49-F238E27FC236}">
                  <a16:creationId xmlns:a16="http://schemas.microsoft.com/office/drawing/2014/main" id="{300E3D1D-A179-80D1-93BC-70D5DF9EC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201" y="3413125"/>
              <a:ext cx="106363" cy="185738"/>
            </a:xfrm>
            <a:custGeom>
              <a:avLst/>
              <a:gdLst>
                <a:gd name="T0" fmla="*/ 57 w 57"/>
                <a:gd name="T1" fmla="*/ 99 h 99"/>
                <a:gd name="T2" fmla="*/ 1 w 57"/>
                <a:gd name="T3" fmla="*/ 20 h 99"/>
                <a:gd name="T4" fmla="*/ 29 w 57"/>
                <a:gd name="T5" fmla="*/ 0 h 99"/>
                <a:gd name="T6" fmla="*/ 57 w 57"/>
                <a:gd name="T7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99">
                  <a:moveTo>
                    <a:pt x="57" y="99"/>
                  </a:moveTo>
                  <a:cubicBezTo>
                    <a:pt x="57" y="99"/>
                    <a:pt x="0" y="74"/>
                    <a:pt x="1" y="2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19" y="56"/>
                    <a:pt x="57" y="99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251">
              <a:extLst>
                <a:ext uri="{FF2B5EF4-FFF2-40B4-BE49-F238E27FC236}">
                  <a16:creationId xmlns:a16="http://schemas.microsoft.com/office/drawing/2014/main" id="{C470BE7C-9B5C-09CD-E728-742C9C4A0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9426" y="4106863"/>
              <a:ext cx="541338" cy="363538"/>
            </a:xfrm>
            <a:custGeom>
              <a:avLst/>
              <a:gdLst>
                <a:gd name="T0" fmla="*/ 0 w 289"/>
                <a:gd name="T1" fmla="*/ 0 h 194"/>
                <a:gd name="T2" fmla="*/ 218 w 289"/>
                <a:gd name="T3" fmla="*/ 191 h 194"/>
                <a:gd name="T4" fmla="*/ 289 w 289"/>
                <a:gd name="T5" fmla="*/ 190 h 194"/>
                <a:gd name="T6" fmla="*/ 0 w 289"/>
                <a:gd name="T7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9" h="194">
                  <a:moveTo>
                    <a:pt x="0" y="0"/>
                  </a:moveTo>
                  <a:cubicBezTo>
                    <a:pt x="28" y="85"/>
                    <a:pt x="89" y="177"/>
                    <a:pt x="218" y="191"/>
                  </a:cubicBezTo>
                  <a:cubicBezTo>
                    <a:pt x="244" y="194"/>
                    <a:pt x="267" y="193"/>
                    <a:pt x="289" y="190"/>
                  </a:cubicBezTo>
                  <a:cubicBezTo>
                    <a:pt x="253" y="51"/>
                    <a:pt x="83" y="11"/>
                    <a:pt x="0" y="0"/>
                  </a:cubicBezTo>
                  <a:close/>
                </a:path>
              </a:pathLst>
            </a:custGeom>
            <a:solidFill>
              <a:srgbClr val="E597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252">
              <a:extLst>
                <a:ext uri="{FF2B5EF4-FFF2-40B4-BE49-F238E27FC236}">
                  <a16:creationId xmlns:a16="http://schemas.microsoft.com/office/drawing/2014/main" id="{B9CB5647-DDC6-F334-B467-BF3C41401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213" y="3830638"/>
              <a:ext cx="1031875" cy="633413"/>
            </a:xfrm>
            <a:custGeom>
              <a:avLst/>
              <a:gdLst>
                <a:gd name="T0" fmla="*/ 551 w 551"/>
                <a:gd name="T1" fmla="*/ 62 h 338"/>
                <a:gd name="T2" fmla="*/ 2 w 551"/>
                <a:gd name="T3" fmla="*/ 0 h 338"/>
                <a:gd name="T4" fmla="*/ 26 w 551"/>
                <a:gd name="T5" fmla="*/ 148 h 338"/>
                <a:gd name="T6" fmla="*/ 315 w 551"/>
                <a:gd name="T7" fmla="*/ 338 h 338"/>
                <a:gd name="T8" fmla="*/ 551 w 551"/>
                <a:gd name="T9" fmla="*/ 6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1" h="338">
                  <a:moveTo>
                    <a:pt x="551" y="62"/>
                  </a:moveTo>
                  <a:cubicBezTo>
                    <a:pt x="381" y="78"/>
                    <a:pt x="2" y="0"/>
                    <a:pt x="2" y="0"/>
                  </a:cubicBezTo>
                  <a:cubicBezTo>
                    <a:pt x="2" y="0"/>
                    <a:pt x="0" y="71"/>
                    <a:pt x="26" y="148"/>
                  </a:cubicBezTo>
                  <a:cubicBezTo>
                    <a:pt x="109" y="159"/>
                    <a:pt x="279" y="199"/>
                    <a:pt x="315" y="338"/>
                  </a:cubicBezTo>
                  <a:cubicBezTo>
                    <a:pt x="504" y="307"/>
                    <a:pt x="551" y="62"/>
                    <a:pt x="551" y="62"/>
                  </a:cubicBezTo>
                  <a:close/>
                </a:path>
              </a:pathLst>
            </a:custGeom>
            <a:solidFill>
              <a:srgbClr val="7C22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253">
              <a:extLst>
                <a:ext uri="{FF2B5EF4-FFF2-40B4-BE49-F238E27FC236}">
                  <a16:creationId xmlns:a16="http://schemas.microsoft.com/office/drawing/2014/main" id="{8A28D024-03A7-4BDF-CEE2-C193ED038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0251" y="3663950"/>
              <a:ext cx="485775" cy="138113"/>
            </a:xfrm>
            <a:custGeom>
              <a:avLst/>
              <a:gdLst>
                <a:gd name="T0" fmla="*/ 127 w 259"/>
                <a:gd name="T1" fmla="*/ 71 h 74"/>
                <a:gd name="T2" fmla="*/ 0 w 259"/>
                <a:gd name="T3" fmla="*/ 11 h 74"/>
                <a:gd name="T4" fmla="*/ 241 w 259"/>
                <a:gd name="T5" fmla="*/ 20 h 74"/>
                <a:gd name="T6" fmla="*/ 241 w 259"/>
                <a:gd name="T7" fmla="*/ 20 h 74"/>
                <a:gd name="T8" fmla="*/ 127 w 259"/>
                <a:gd name="T9" fmla="*/ 7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" h="74">
                  <a:moveTo>
                    <a:pt x="127" y="71"/>
                  </a:moveTo>
                  <a:cubicBezTo>
                    <a:pt x="127" y="71"/>
                    <a:pt x="45" y="74"/>
                    <a:pt x="0" y="11"/>
                  </a:cubicBezTo>
                  <a:cubicBezTo>
                    <a:pt x="0" y="11"/>
                    <a:pt x="202" y="64"/>
                    <a:pt x="241" y="20"/>
                  </a:cubicBezTo>
                  <a:cubicBezTo>
                    <a:pt x="259" y="0"/>
                    <a:pt x="241" y="20"/>
                    <a:pt x="241" y="20"/>
                  </a:cubicBezTo>
                  <a:cubicBezTo>
                    <a:pt x="241" y="20"/>
                    <a:pt x="255" y="74"/>
                    <a:pt x="127" y="71"/>
                  </a:cubicBezTo>
                  <a:close/>
                </a:path>
              </a:pathLst>
            </a:custGeom>
            <a:solidFill>
              <a:srgbClr val="E2B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254">
              <a:extLst>
                <a:ext uri="{FF2B5EF4-FFF2-40B4-BE49-F238E27FC236}">
                  <a16:creationId xmlns:a16="http://schemas.microsoft.com/office/drawing/2014/main" id="{98BE0CD1-C264-E9BE-F87B-96C4CE981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7238" y="3451225"/>
              <a:ext cx="461963" cy="396875"/>
            </a:xfrm>
            <a:custGeom>
              <a:avLst/>
              <a:gdLst>
                <a:gd name="T0" fmla="*/ 185 w 247"/>
                <a:gd name="T1" fmla="*/ 0 h 212"/>
                <a:gd name="T2" fmla="*/ 158 w 247"/>
                <a:gd name="T3" fmla="*/ 80 h 212"/>
                <a:gd name="T4" fmla="*/ 224 w 247"/>
                <a:gd name="T5" fmla="*/ 145 h 212"/>
                <a:gd name="T6" fmla="*/ 0 w 247"/>
                <a:gd name="T7" fmla="*/ 145 h 212"/>
                <a:gd name="T8" fmla="*/ 145 w 247"/>
                <a:gd name="T9" fmla="*/ 202 h 212"/>
                <a:gd name="T10" fmla="*/ 245 w 247"/>
                <a:gd name="T11" fmla="*/ 134 h 212"/>
                <a:gd name="T12" fmla="*/ 174 w 247"/>
                <a:gd name="T13" fmla="*/ 69 h 212"/>
                <a:gd name="T14" fmla="*/ 185 w 247"/>
                <a:gd name="T15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7" h="212">
                  <a:moveTo>
                    <a:pt x="185" y="0"/>
                  </a:moveTo>
                  <a:cubicBezTo>
                    <a:pt x="185" y="0"/>
                    <a:pt x="145" y="67"/>
                    <a:pt x="158" y="80"/>
                  </a:cubicBezTo>
                  <a:cubicBezTo>
                    <a:pt x="170" y="92"/>
                    <a:pt x="230" y="97"/>
                    <a:pt x="224" y="145"/>
                  </a:cubicBezTo>
                  <a:cubicBezTo>
                    <a:pt x="218" y="192"/>
                    <a:pt x="58" y="192"/>
                    <a:pt x="0" y="145"/>
                  </a:cubicBezTo>
                  <a:cubicBezTo>
                    <a:pt x="0" y="145"/>
                    <a:pt x="73" y="212"/>
                    <a:pt x="145" y="202"/>
                  </a:cubicBezTo>
                  <a:cubicBezTo>
                    <a:pt x="218" y="192"/>
                    <a:pt x="242" y="168"/>
                    <a:pt x="245" y="134"/>
                  </a:cubicBezTo>
                  <a:cubicBezTo>
                    <a:pt x="247" y="100"/>
                    <a:pt x="174" y="69"/>
                    <a:pt x="174" y="69"/>
                  </a:cubicBezTo>
                  <a:cubicBezTo>
                    <a:pt x="174" y="69"/>
                    <a:pt x="173" y="27"/>
                    <a:pt x="185" y="0"/>
                  </a:cubicBezTo>
                  <a:close/>
                </a:path>
              </a:pathLst>
            </a:custGeom>
            <a:solidFill>
              <a:srgbClr val="CC9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255">
              <a:extLst>
                <a:ext uri="{FF2B5EF4-FFF2-40B4-BE49-F238E27FC236}">
                  <a16:creationId xmlns:a16="http://schemas.microsoft.com/office/drawing/2014/main" id="{8973BFE7-4456-2C63-6E58-956973548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6663" y="3328988"/>
              <a:ext cx="355600" cy="180975"/>
            </a:xfrm>
            <a:custGeom>
              <a:avLst/>
              <a:gdLst>
                <a:gd name="T0" fmla="*/ 1 w 190"/>
                <a:gd name="T1" fmla="*/ 0 h 97"/>
                <a:gd name="T2" fmla="*/ 89 w 190"/>
                <a:gd name="T3" fmla="*/ 65 h 97"/>
                <a:gd name="T4" fmla="*/ 170 w 190"/>
                <a:gd name="T5" fmla="*/ 0 h 97"/>
                <a:gd name="T6" fmla="*/ 86 w 190"/>
                <a:gd name="T7" fmla="*/ 90 h 97"/>
                <a:gd name="T8" fmla="*/ 1 w 190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97">
                  <a:moveTo>
                    <a:pt x="1" y="0"/>
                  </a:moveTo>
                  <a:cubicBezTo>
                    <a:pt x="1" y="0"/>
                    <a:pt x="26" y="72"/>
                    <a:pt x="89" y="65"/>
                  </a:cubicBezTo>
                  <a:cubicBezTo>
                    <a:pt x="151" y="57"/>
                    <a:pt x="165" y="15"/>
                    <a:pt x="170" y="0"/>
                  </a:cubicBezTo>
                  <a:cubicBezTo>
                    <a:pt x="170" y="0"/>
                    <a:pt x="190" y="82"/>
                    <a:pt x="86" y="90"/>
                  </a:cubicBezTo>
                  <a:cubicBezTo>
                    <a:pt x="0" y="9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1911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256">
              <a:extLst>
                <a:ext uri="{FF2B5EF4-FFF2-40B4-BE49-F238E27FC236}">
                  <a16:creationId xmlns:a16="http://schemas.microsoft.com/office/drawing/2014/main" id="{8D0D354A-9474-350F-7D7B-9AFF0BD4A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309938"/>
              <a:ext cx="355600" cy="180975"/>
            </a:xfrm>
            <a:custGeom>
              <a:avLst/>
              <a:gdLst>
                <a:gd name="T0" fmla="*/ 1 w 190"/>
                <a:gd name="T1" fmla="*/ 0 h 97"/>
                <a:gd name="T2" fmla="*/ 88 w 190"/>
                <a:gd name="T3" fmla="*/ 65 h 97"/>
                <a:gd name="T4" fmla="*/ 170 w 190"/>
                <a:gd name="T5" fmla="*/ 0 h 97"/>
                <a:gd name="T6" fmla="*/ 85 w 190"/>
                <a:gd name="T7" fmla="*/ 90 h 97"/>
                <a:gd name="T8" fmla="*/ 1 w 190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97">
                  <a:moveTo>
                    <a:pt x="1" y="0"/>
                  </a:moveTo>
                  <a:cubicBezTo>
                    <a:pt x="1" y="0"/>
                    <a:pt x="26" y="72"/>
                    <a:pt x="88" y="65"/>
                  </a:cubicBezTo>
                  <a:cubicBezTo>
                    <a:pt x="151" y="57"/>
                    <a:pt x="165" y="15"/>
                    <a:pt x="170" y="0"/>
                  </a:cubicBezTo>
                  <a:cubicBezTo>
                    <a:pt x="170" y="0"/>
                    <a:pt x="190" y="82"/>
                    <a:pt x="85" y="90"/>
                  </a:cubicBezTo>
                  <a:cubicBezTo>
                    <a:pt x="0" y="9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1911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257">
              <a:extLst>
                <a:ext uri="{FF2B5EF4-FFF2-40B4-BE49-F238E27FC236}">
                  <a16:creationId xmlns:a16="http://schemas.microsoft.com/office/drawing/2014/main" id="{0EA83340-0B51-E3D7-8849-5A525764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9526" y="2911475"/>
              <a:ext cx="346075" cy="222250"/>
            </a:xfrm>
            <a:custGeom>
              <a:avLst/>
              <a:gdLst>
                <a:gd name="T0" fmla="*/ 0 w 185"/>
                <a:gd name="T1" fmla="*/ 73 h 119"/>
                <a:gd name="T2" fmla="*/ 185 w 185"/>
                <a:gd name="T3" fmla="*/ 119 h 119"/>
                <a:gd name="T4" fmla="*/ 0 w 185"/>
                <a:gd name="T5" fmla="*/ 7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119">
                  <a:moveTo>
                    <a:pt x="0" y="73"/>
                  </a:moveTo>
                  <a:cubicBezTo>
                    <a:pt x="0" y="73"/>
                    <a:pt x="137" y="64"/>
                    <a:pt x="185" y="119"/>
                  </a:cubicBezTo>
                  <a:cubicBezTo>
                    <a:pt x="185" y="119"/>
                    <a:pt x="116" y="0"/>
                    <a:pt x="0" y="73"/>
                  </a:cubicBezTo>
                  <a:close/>
                </a:path>
              </a:pathLst>
            </a:custGeom>
            <a:solidFill>
              <a:srgbClr val="5128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258">
              <a:extLst>
                <a:ext uri="{FF2B5EF4-FFF2-40B4-BE49-F238E27FC236}">
                  <a16:creationId xmlns:a16="http://schemas.microsoft.com/office/drawing/2014/main" id="{C5C279EC-09DC-2C06-BEA5-42F92EB36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9426" y="2862263"/>
              <a:ext cx="392113" cy="231775"/>
            </a:xfrm>
            <a:custGeom>
              <a:avLst/>
              <a:gdLst>
                <a:gd name="T0" fmla="*/ 209 w 209"/>
                <a:gd name="T1" fmla="*/ 93 h 124"/>
                <a:gd name="T2" fmla="*/ 0 w 209"/>
                <a:gd name="T3" fmla="*/ 124 h 124"/>
                <a:gd name="T4" fmla="*/ 209 w 209"/>
                <a:gd name="T5" fmla="*/ 9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" h="124">
                  <a:moveTo>
                    <a:pt x="209" y="93"/>
                  </a:moveTo>
                  <a:cubicBezTo>
                    <a:pt x="209" y="93"/>
                    <a:pt x="77" y="64"/>
                    <a:pt x="0" y="124"/>
                  </a:cubicBezTo>
                  <a:cubicBezTo>
                    <a:pt x="0" y="124"/>
                    <a:pt x="102" y="0"/>
                    <a:pt x="209" y="93"/>
                  </a:cubicBezTo>
                  <a:close/>
                </a:path>
              </a:pathLst>
            </a:custGeom>
            <a:solidFill>
              <a:srgbClr val="5128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259">
              <a:extLst>
                <a:ext uri="{FF2B5EF4-FFF2-40B4-BE49-F238E27FC236}">
                  <a16:creationId xmlns:a16="http://schemas.microsoft.com/office/drawing/2014/main" id="{9829DCDC-FBC5-3B0D-41DC-63CA6C994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551" y="735013"/>
              <a:ext cx="5399088" cy="6121400"/>
            </a:xfrm>
            <a:custGeom>
              <a:avLst/>
              <a:gdLst>
                <a:gd name="T0" fmla="*/ 1394 w 2883"/>
                <a:gd name="T1" fmla="*/ 2205 h 3269"/>
                <a:gd name="T2" fmla="*/ 1421 w 2883"/>
                <a:gd name="T3" fmla="*/ 2321 h 3269"/>
                <a:gd name="T4" fmla="*/ 1447 w 2883"/>
                <a:gd name="T5" fmla="*/ 2224 h 3269"/>
                <a:gd name="T6" fmla="*/ 1601 w 2883"/>
                <a:gd name="T7" fmla="*/ 2224 h 3269"/>
                <a:gd name="T8" fmla="*/ 1953 w 2883"/>
                <a:gd name="T9" fmla="*/ 2126 h 3269"/>
                <a:gd name="T10" fmla="*/ 2594 w 2883"/>
                <a:gd name="T11" fmla="*/ 964 h 3269"/>
                <a:gd name="T12" fmla="*/ 2249 w 2883"/>
                <a:gd name="T13" fmla="*/ 262 h 3269"/>
                <a:gd name="T14" fmla="*/ 2384 w 2883"/>
                <a:gd name="T15" fmla="*/ 0 h 3269"/>
                <a:gd name="T16" fmla="*/ 2849 w 2883"/>
                <a:gd name="T17" fmla="*/ 1034 h 3269"/>
                <a:gd name="T18" fmla="*/ 1817 w 2883"/>
                <a:gd name="T19" fmla="*/ 2441 h 3269"/>
                <a:gd name="T20" fmla="*/ 1991 w 2883"/>
                <a:gd name="T21" fmla="*/ 3161 h 3269"/>
                <a:gd name="T22" fmla="*/ 1481 w 2883"/>
                <a:gd name="T23" fmla="*/ 3247 h 3269"/>
                <a:gd name="T24" fmla="*/ 1447 w 2883"/>
                <a:gd name="T25" fmla="*/ 3194 h 3269"/>
                <a:gd name="T26" fmla="*/ 1394 w 2883"/>
                <a:gd name="T27" fmla="*/ 3269 h 3269"/>
                <a:gd name="T28" fmla="*/ 997 w 2883"/>
                <a:gd name="T29" fmla="*/ 3191 h 3269"/>
                <a:gd name="T30" fmla="*/ 1088 w 2883"/>
                <a:gd name="T31" fmla="*/ 2471 h 3269"/>
                <a:gd name="T32" fmla="*/ 325 w 2883"/>
                <a:gd name="T33" fmla="*/ 1801 h 3269"/>
                <a:gd name="T34" fmla="*/ 740 w 2883"/>
                <a:gd name="T35" fmla="*/ 333 h 3269"/>
                <a:gd name="T36" fmla="*/ 863 w 2883"/>
                <a:gd name="T37" fmla="*/ 531 h 3269"/>
                <a:gd name="T38" fmla="*/ 423 w 2883"/>
                <a:gd name="T39" fmla="*/ 1340 h 3269"/>
                <a:gd name="T40" fmla="*/ 1239 w 2883"/>
                <a:gd name="T41" fmla="*/ 2224 h 3269"/>
                <a:gd name="T42" fmla="*/ 1394 w 2883"/>
                <a:gd name="T43" fmla="*/ 2205 h 3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83" h="3269">
                  <a:moveTo>
                    <a:pt x="1394" y="2205"/>
                  </a:moveTo>
                  <a:cubicBezTo>
                    <a:pt x="1421" y="2321"/>
                    <a:pt x="1421" y="2321"/>
                    <a:pt x="1421" y="2321"/>
                  </a:cubicBezTo>
                  <a:cubicBezTo>
                    <a:pt x="1447" y="2224"/>
                    <a:pt x="1447" y="2224"/>
                    <a:pt x="1447" y="2224"/>
                  </a:cubicBezTo>
                  <a:cubicBezTo>
                    <a:pt x="1601" y="2224"/>
                    <a:pt x="1601" y="2224"/>
                    <a:pt x="1601" y="2224"/>
                  </a:cubicBezTo>
                  <a:cubicBezTo>
                    <a:pt x="1601" y="2224"/>
                    <a:pt x="1698" y="2276"/>
                    <a:pt x="1953" y="2126"/>
                  </a:cubicBezTo>
                  <a:cubicBezTo>
                    <a:pt x="2208" y="1976"/>
                    <a:pt x="2673" y="1511"/>
                    <a:pt x="2594" y="964"/>
                  </a:cubicBezTo>
                  <a:cubicBezTo>
                    <a:pt x="2516" y="416"/>
                    <a:pt x="2249" y="262"/>
                    <a:pt x="2249" y="262"/>
                  </a:cubicBezTo>
                  <a:cubicBezTo>
                    <a:pt x="2249" y="262"/>
                    <a:pt x="2354" y="26"/>
                    <a:pt x="2384" y="0"/>
                  </a:cubicBezTo>
                  <a:cubicBezTo>
                    <a:pt x="2384" y="0"/>
                    <a:pt x="2816" y="352"/>
                    <a:pt x="2849" y="1034"/>
                  </a:cubicBezTo>
                  <a:cubicBezTo>
                    <a:pt x="2883" y="1717"/>
                    <a:pt x="2138" y="2328"/>
                    <a:pt x="1817" y="2441"/>
                  </a:cubicBezTo>
                  <a:cubicBezTo>
                    <a:pt x="1817" y="2441"/>
                    <a:pt x="1822" y="2804"/>
                    <a:pt x="1991" y="3161"/>
                  </a:cubicBezTo>
                  <a:cubicBezTo>
                    <a:pt x="1991" y="3161"/>
                    <a:pt x="1552" y="3251"/>
                    <a:pt x="1481" y="3247"/>
                  </a:cubicBezTo>
                  <a:cubicBezTo>
                    <a:pt x="1447" y="3194"/>
                    <a:pt x="1447" y="3194"/>
                    <a:pt x="1447" y="3194"/>
                  </a:cubicBezTo>
                  <a:cubicBezTo>
                    <a:pt x="1394" y="3269"/>
                    <a:pt x="1394" y="3269"/>
                    <a:pt x="1394" y="3269"/>
                  </a:cubicBezTo>
                  <a:cubicBezTo>
                    <a:pt x="1394" y="3269"/>
                    <a:pt x="1063" y="3202"/>
                    <a:pt x="997" y="3191"/>
                  </a:cubicBezTo>
                  <a:cubicBezTo>
                    <a:pt x="997" y="3191"/>
                    <a:pt x="1085" y="2576"/>
                    <a:pt x="1088" y="2471"/>
                  </a:cubicBezTo>
                  <a:cubicBezTo>
                    <a:pt x="1088" y="2471"/>
                    <a:pt x="650" y="2358"/>
                    <a:pt x="325" y="1801"/>
                  </a:cubicBezTo>
                  <a:cubicBezTo>
                    <a:pt x="0" y="1245"/>
                    <a:pt x="406" y="603"/>
                    <a:pt x="740" y="333"/>
                  </a:cubicBezTo>
                  <a:cubicBezTo>
                    <a:pt x="740" y="333"/>
                    <a:pt x="829" y="399"/>
                    <a:pt x="863" y="531"/>
                  </a:cubicBezTo>
                  <a:cubicBezTo>
                    <a:pt x="863" y="531"/>
                    <a:pt x="420" y="891"/>
                    <a:pt x="423" y="1340"/>
                  </a:cubicBezTo>
                  <a:cubicBezTo>
                    <a:pt x="427" y="1788"/>
                    <a:pt x="760" y="2222"/>
                    <a:pt x="1239" y="2224"/>
                  </a:cubicBezTo>
                  <a:lnTo>
                    <a:pt x="1394" y="2205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262">
              <a:extLst>
                <a:ext uri="{FF2B5EF4-FFF2-40B4-BE49-F238E27FC236}">
                  <a16:creationId xmlns:a16="http://schemas.microsoft.com/office/drawing/2014/main" id="{38915E67-7CB0-8C87-8DAA-7CB1CC3F7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351" y="4864100"/>
              <a:ext cx="903288" cy="327025"/>
            </a:xfrm>
            <a:custGeom>
              <a:avLst/>
              <a:gdLst>
                <a:gd name="T0" fmla="*/ 36 w 482"/>
                <a:gd name="T1" fmla="*/ 18 h 175"/>
                <a:gd name="T2" fmla="*/ 0 w 482"/>
                <a:gd name="T3" fmla="*/ 47 h 175"/>
                <a:gd name="T4" fmla="*/ 183 w 482"/>
                <a:gd name="T5" fmla="*/ 161 h 175"/>
                <a:gd name="T6" fmla="*/ 214 w 482"/>
                <a:gd name="T7" fmla="*/ 117 h 175"/>
                <a:gd name="T8" fmla="*/ 240 w 482"/>
                <a:gd name="T9" fmla="*/ 157 h 175"/>
                <a:gd name="T10" fmla="*/ 300 w 482"/>
                <a:gd name="T11" fmla="*/ 103 h 175"/>
                <a:gd name="T12" fmla="*/ 338 w 482"/>
                <a:gd name="T13" fmla="*/ 175 h 175"/>
                <a:gd name="T14" fmla="*/ 474 w 482"/>
                <a:gd name="T15" fmla="*/ 47 h 175"/>
                <a:gd name="T16" fmla="*/ 415 w 482"/>
                <a:gd name="T17" fmla="*/ 0 h 175"/>
                <a:gd name="T18" fmla="*/ 36 w 482"/>
                <a:gd name="T19" fmla="*/ 1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2" h="175">
                  <a:moveTo>
                    <a:pt x="36" y="18"/>
                  </a:moveTo>
                  <a:cubicBezTo>
                    <a:pt x="0" y="47"/>
                    <a:pt x="0" y="47"/>
                    <a:pt x="0" y="47"/>
                  </a:cubicBezTo>
                  <a:cubicBezTo>
                    <a:pt x="183" y="161"/>
                    <a:pt x="183" y="161"/>
                    <a:pt x="183" y="161"/>
                  </a:cubicBezTo>
                  <a:cubicBezTo>
                    <a:pt x="214" y="117"/>
                    <a:pt x="214" y="117"/>
                    <a:pt x="214" y="117"/>
                  </a:cubicBezTo>
                  <a:cubicBezTo>
                    <a:pt x="240" y="157"/>
                    <a:pt x="240" y="157"/>
                    <a:pt x="240" y="157"/>
                  </a:cubicBezTo>
                  <a:cubicBezTo>
                    <a:pt x="300" y="103"/>
                    <a:pt x="300" y="103"/>
                    <a:pt x="300" y="103"/>
                  </a:cubicBezTo>
                  <a:cubicBezTo>
                    <a:pt x="338" y="175"/>
                    <a:pt x="338" y="175"/>
                    <a:pt x="338" y="175"/>
                  </a:cubicBezTo>
                  <a:cubicBezTo>
                    <a:pt x="338" y="175"/>
                    <a:pt x="467" y="82"/>
                    <a:pt x="474" y="47"/>
                  </a:cubicBezTo>
                  <a:cubicBezTo>
                    <a:pt x="482" y="12"/>
                    <a:pt x="415" y="0"/>
                    <a:pt x="415" y="0"/>
                  </a:cubicBezTo>
                  <a:lnTo>
                    <a:pt x="36" y="18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263">
              <a:extLst>
                <a:ext uri="{FF2B5EF4-FFF2-40B4-BE49-F238E27FC236}">
                  <a16:creationId xmlns:a16="http://schemas.microsoft.com/office/drawing/2014/main" id="{6FD886EF-CDB0-3F67-64E1-F8BFE370F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976" y="4716463"/>
              <a:ext cx="354013" cy="366713"/>
            </a:xfrm>
            <a:custGeom>
              <a:avLst/>
              <a:gdLst>
                <a:gd name="T0" fmla="*/ 70 w 189"/>
                <a:gd name="T1" fmla="*/ 0 h 196"/>
                <a:gd name="T2" fmla="*/ 189 w 189"/>
                <a:gd name="T3" fmla="*/ 79 h 196"/>
                <a:gd name="T4" fmla="*/ 145 w 189"/>
                <a:gd name="T5" fmla="*/ 196 h 196"/>
                <a:gd name="T6" fmla="*/ 0 w 189"/>
                <a:gd name="T7" fmla="*/ 116 h 196"/>
                <a:gd name="T8" fmla="*/ 70 w 189"/>
                <a:gd name="T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196">
                  <a:moveTo>
                    <a:pt x="70" y="0"/>
                  </a:moveTo>
                  <a:cubicBezTo>
                    <a:pt x="189" y="79"/>
                    <a:pt x="189" y="79"/>
                    <a:pt x="189" y="79"/>
                  </a:cubicBezTo>
                  <a:cubicBezTo>
                    <a:pt x="145" y="196"/>
                    <a:pt x="145" y="196"/>
                    <a:pt x="145" y="196"/>
                  </a:cubicBezTo>
                  <a:cubicBezTo>
                    <a:pt x="145" y="196"/>
                    <a:pt x="8" y="139"/>
                    <a:pt x="0" y="116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264">
              <a:extLst>
                <a:ext uri="{FF2B5EF4-FFF2-40B4-BE49-F238E27FC236}">
                  <a16:creationId xmlns:a16="http://schemas.microsoft.com/office/drawing/2014/main" id="{FD5F8DFD-BD13-05ED-99C2-1306AD7E1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413" y="4764088"/>
              <a:ext cx="350838" cy="401638"/>
            </a:xfrm>
            <a:custGeom>
              <a:avLst/>
              <a:gdLst>
                <a:gd name="T0" fmla="*/ 137 w 187"/>
                <a:gd name="T1" fmla="*/ 0 h 214"/>
                <a:gd name="T2" fmla="*/ 0 w 187"/>
                <a:gd name="T3" fmla="*/ 72 h 214"/>
                <a:gd name="T4" fmla="*/ 69 w 187"/>
                <a:gd name="T5" fmla="*/ 199 h 214"/>
                <a:gd name="T6" fmla="*/ 187 w 187"/>
                <a:gd name="T7" fmla="*/ 99 h 214"/>
                <a:gd name="T8" fmla="*/ 137 w 187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214">
                  <a:moveTo>
                    <a:pt x="137" y="0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55" y="184"/>
                    <a:pt x="69" y="199"/>
                  </a:cubicBezTo>
                  <a:cubicBezTo>
                    <a:pt x="83" y="214"/>
                    <a:pt x="187" y="99"/>
                    <a:pt x="187" y="99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265">
              <a:extLst>
                <a:ext uri="{FF2B5EF4-FFF2-40B4-BE49-F238E27FC236}">
                  <a16:creationId xmlns:a16="http://schemas.microsoft.com/office/drawing/2014/main" id="{8361ABFE-4428-91C3-39EF-5CAA3869C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6363" y="1036638"/>
              <a:ext cx="225425" cy="350838"/>
            </a:xfrm>
            <a:custGeom>
              <a:avLst/>
              <a:gdLst>
                <a:gd name="T0" fmla="*/ 120 w 120"/>
                <a:gd name="T1" fmla="*/ 0 h 187"/>
                <a:gd name="T2" fmla="*/ 10 w 120"/>
                <a:gd name="T3" fmla="*/ 187 h 187"/>
                <a:gd name="T4" fmla="*/ 120 w 120"/>
                <a:gd name="T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" h="187">
                  <a:moveTo>
                    <a:pt x="120" y="0"/>
                  </a:moveTo>
                  <a:cubicBezTo>
                    <a:pt x="120" y="0"/>
                    <a:pt x="35" y="119"/>
                    <a:pt x="10" y="187"/>
                  </a:cubicBezTo>
                  <a:cubicBezTo>
                    <a:pt x="10" y="187"/>
                    <a:pt x="0" y="98"/>
                    <a:pt x="120" y="0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266">
              <a:extLst>
                <a:ext uri="{FF2B5EF4-FFF2-40B4-BE49-F238E27FC236}">
                  <a16:creationId xmlns:a16="http://schemas.microsoft.com/office/drawing/2014/main" id="{F43E1A87-319A-23EE-FDEC-C5561FD7C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6363" y="925513"/>
              <a:ext cx="122238" cy="119063"/>
            </a:xfrm>
            <a:prstGeom prst="ellipse">
              <a:avLst/>
            </a:pr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267">
              <a:extLst>
                <a:ext uri="{FF2B5EF4-FFF2-40B4-BE49-F238E27FC236}">
                  <a16:creationId xmlns:a16="http://schemas.microsoft.com/office/drawing/2014/main" id="{B21A21A2-FE5B-950A-2B58-3F8655F70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576" y="1570038"/>
              <a:ext cx="231775" cy="298450"/>
            </a:xfrm>
            <a:custGeom>
              <a:avLst/>
              <a:gdLst>
                <a:gd name="T0" fmla="*/ 0 w 124"/>
                <a:gd name="T1" fmla="*/ 0 h 159"/>
                <a:gd name="T2" fmla="*/ 105 w 124"/>
                <a:gd name="T3" fmla="*/ 159 h 159"/>
                <a:gd name="T4" fmla="*/ 0 w 124"/>
                <a:gd name="T5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" h="159">
                  <a:moveTo>
                    <a:pt x="0" y="0"/>
                  </a:moveTo>
                  <a:cubicBezTo>
                    <a:pt x="0" y="0"/>
                    <a:pt x="80" y="65"/>
                    <a:pt x="105" y="159"/>
                  </a:cubicBezTo>
                  <a:cubicBezTo>
                    <a:pt x="105" y="159"/>
                    <a:pt x="124" y="64"/>
                    <a:pt x="0" y="0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268">
              <a:extLst>
                <a:ext uri="{FF2B5EF4-FFF2-40B4-BE49-F238E27FC236}">
                  <a16:creationId xmlns:a16="http://schemas.microsoft.com/office/drawing/2014/main" id="{99D4C165-3A7E-78D4-7CFA-5108189CA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801" y="1524000"/>
              <a:ext cx="95250" cy="95250"/>
            </a:xfrm>
            <a:prstGeom prst="ellipse">
              <a:avLst/>
            </a:pr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269">
              <a:extLst>
                <a:ext uri="{FF2B5EF4-FFF2-40B4-BE49-F238E27FC236}">
                  <a16:creationId xmlns:a16="http://schemas.microsoft.com/office/drawing/2014/main" id="{029F458B-971D-80CF-A8DF-2C9CA8EF3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9626" y="5194300"/>
              <a:ext cx="122238" cy="1385888"/>
            </a:xfrm>
            <a:custGeom>
              <a:avLst/>
              <a:gdLst>
                <a:gd name="T0" fmla="*/ 8 w 66"/>
                <a:gd name="T1" fmla="*/ 0 h 741"/>
                <a:gd name="T2" fmla="*/ 42 w 66"/>
                <a:gd name="T3" fmla="*/ 741 h 741"/>
                <a:gd name="T4" fmla="*/ 8 w 66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741">
                  <a:moveTo>
                    <a:pt x="8" y="0"/>
                  </a:moveTo>
                  <a:cubicBezTo>
                    <a:pt x="8" y="0"/>
                    <a:pt x="66" y="464"/>
                    <a:pt x="42" y="741"/>
                  </a:cubicBezTo>
                  <a:cubicBezTo>
                    <a:pt x="42" y="741"/>
                    <a:pt x="0" y="60"/>
                    <a:pt x="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270">
              <a:extLst>
                <a:ext uri="{FF2B5EF4-FFF2-40B4-BE49-F238E27FC236}">
                  <a16:creationId xmlns:a16="http://schemas.microsoft.com/office/drawing/2014/main" id="{E2B990C5-3D4F-4C0E-A9DE-D19ADC1D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8026" y="5283200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271">
              <a:extLst>
                <a:ext uri="{FF2B5EF4-FFF2-40B4-BE49-F238E27FC236}">
                  <a16:creationId xmlns:a16="http://schemas.microsoft.com/office/drawing/2014/main" id="{35AE93DE-98D0-3103-EB92-22CBD5F98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251" y="5584825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272">
              <a:extLst>
                <a:ext uri="{FF2B5EF4-FFF2-40B4-BE49-F238E27FC236}">
                  <a16:creationId xmlns:a16="http://schemas.microsoft.com/office/drawing/2014/main" id="{FDBBC1E1-0AE6-42AC-6E22-529AE07C7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251" y="5845175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273">
              <a:extLst>
                <a:ext uri="{FF2B5EF4-FFF2-40B4-BE49-F238E27FC236}">
                  <a16:creationId xmlns:a16="http://schemas.microsoft.com/office/drawing/2014/main" id="{A4C089AE-67CB-1F5E-2550-E240357BD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8" y="6159500"/>
              <a:ext cx="84138" cy="84138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274">
              <a:extLst>
                <a:ext uri="{FF2B5EF4-FFF2-40B4-BE49-F238E27FC236}">
                  <a16:creationId xmlns:a16="http://schemas.microsoft.com/office/drawing/2014/main" id="{48A9BCDB-F904-C6E9-8D00-4047D71AE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8" y="6450013"/>
              <a:ext cx="84138" cy="8255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5" name="TextBox 274">
            <a:extLst>
              <a:ext uri="{FF2B5EF4-FFF2-40B4-BE49-F238E27FC236}">
                <a16:creationId xmlns:a16="http://schemas.microsoft.com/office/drawing/2014/main" id="{D6F65801-7DB2-154B-A4DD-3A61BDA4D689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text printing and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 explain to you how all this sit.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A5505D67-642E-D665-7B01-C2981E5266A6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There are many variations of passage of Lorem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Ipsum form injected humor randomized words which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43048A7E-B445-AA6C-E3CF-B1AE07EC741A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The best Expert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Details for Your company</a:t>
            </a: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1D3AD774-8BA7-FDBA-1D25-4AC43471DE92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EBA0F4C-4127-2F3C-79C5-0E728D37AD18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363060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AAB175-1579-285A-A3B8-9EACB18DAD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3912E16-ACD2-A717-9790-36670B74B2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462524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School Term And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Holiday Date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0B19C3-27AE-A0F0-FF29-9BCE897DEEC7}"/>
              </a:ext>
            </a:extLst>
          </p:cNvPr>
          <p:cNvSpPr txBox="1"/>
          <p:nvPr/>
        </p:nvSpPr>
        <p:spPr>
          <a:xfrm>
            <a:off x="946979" y="3119885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Something Is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Beautiful To Find,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&amp; Simple.</a:t>
            </a:r>
            <a:endParaRPr lang="en-US" sz="2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AFE49D7-5B71-8DC1-0447-256512D62AA4}"/>
              </a:ext>
            </a:extLst>
          </p:cNvPr>
          <p:cNvSpPr txBox="1"/>
          <p:nvPr/>
        </p:nvSpPr>
        <p:spPr>
          <a:xfrm>
            <a:off x="946979" y="4163254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Have them for one. Living grass to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athered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waters had winged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Have one Living grass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them 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had winged Have them.</a:t>
            </a:r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4166DEB3-C8B1-B974-BEA5-028FF0FF64F8}"/>
              </a:ext>
            </a:extLst>
          </p:cNvPr>
          <p:cNvSpPr/>
          <p:nvPr/>
        </p:nvSpPr>
        <p:spPr>
          <a:xfrm>
            <a:off x="1037406" y="571545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7D9A20E-FBA4-6EA9-E5E0-4C274FF15A17}"/>
              </a:ext>
            </a:extLst>
          </p:cNvPr>
          <p:cNvSpPr txBox="1"/>
          <p:nvPr/>
        </p:nvSpPr>
        <p:spPr>
          <a:xfrm>
            <a:off x="897440" y="570910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A7E46217-DA92-E71A-45D0-1B0F0E7271B5}"/>
              </a:ext>
            </a:extLst>
          </p:cNvPr>
          <p:cNvSpPr/>
          <p:nvPr/>
        </p:nvSpPr>
        <p:spPr>
          <a:xfrm>
            <a:off x="5991228" y="2430145"/>
            <a:ext cx="1119597" cy="1119597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B9958A5D-8995-51D8-E2EC-CF5B87625273}"/>
              </a:ext>
            </a:extLst>
          </p:cNvPr>
          <p:cNvSpPr/>
          <p:nvPr/>
        </p:nvSpPr>
        <p:spPr>
          <a:xfrm>
            <a:off x="9126313" y="2430145"/>
            <a:ext cx="1119597" cy="1119597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Freeform 78">
            <a:extLst>
              <a:ext uri="{FF2B5EF4-FFF2-40B4-BE49-F238E27FC236}">
                <a16:creationId xmlns:a16="http://schemas.microsoft.com/office/drawing/2014/main" id="{41781D42-AEAD-C817-D7E4-C0297DBD02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3246" y="2706479"/>
            <a:ext cx="695559" cy="566928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8" name="Freeform 37">
            <a:extLst>
              <a:ext uri="{FF2B5EF4-FFF2-40B4-BE49-F238E27FC236}">
                <a16:creationId xmlns:a16="http://schemas.microsoft.com/office/drawing/2014/main" id="{EEEAC1C3-D593-19B6-BBC4-AC3E9A04A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2473" y="2734239"/>
            <a:ext cx="567275" cy="511407"/>
          </a:xfrm>
          <a:custGeom>
            <a:avLst/>
            <a:gdLst>
              <a:gd name="T0" fmla="*/ 700 w 1166"/>
              <a:gd name="T1" fmla="*/ 232 h 1050"/>
              <a:gd name="T2" fmla="*/ 700 w 1166"/>
              <a:gd name="T3" fmla="*/ 118 h 1050"/>
              <a:gd name="T4" fmla="*/ 465 w 1166"/>
              <a:gd name="T5" fmla="*/ 118 h 1050"/>
              <a:gd name="T6" fmla="*/ 465 w 1166"/>
              <a:gd name="T7" fmla="*/ 232 h 1050"/>
              <a:gd name="T8" fmla="*/ 700 w 1166"/>
              <a:gd name="T9" fmla="*/ 232 h 1050"/>
              <a:gd name="T10" fmla="*/ 1165 w 1166"/>
              <a:gd name="T11" fmla="*/ 350 h 1050"/>
              <a:gd name="T12" fmla="*/ 1165 w 1166"/>
              <a:gd name="T13" fmla="*/ 525 h 1050"/>
              <a:gd name="T14" fmla="*/ 1050 w 1166"/>
              <a:gd name="T15" fmla="*/ 642 h 1050"/>
              <a:gd name="T16" fmla="*/ 700 w 1166"/>
              <a:gd name="T17" fmla="*/ 642 h 1050"/>
              <a:gd name="T18" fmla="*/ 700 w 1166"/>
              <a:gd name="T19" fmla="*/ 525 h 1050"/>
              <a:gd name="T20" fmla="*/ 465 w 1166"/>
              <a:gd name="T21" fmla="*/ 525 h 1050"/>
              <a:gd name="T22" fmla="*/ 465 w 1166"/>
              <a:gd name="T23" fmla="*/ 642 h 1050"/>
              <a:gd name="T24" fmla="*/ 115 w 1166"/>
              <a:gd name="T25" fmla="*/ 642 h 1050"/>
              <a:gd name="T26" fmla="*/ 0 w 1166"/>
              <a:gd name="T27" fmla="*/ 525 h 1050"/>
              <a:gd name="T28" fmla="*/ 0 w 1166"/>
              <a:gd name="T29" fmla="*/ 350 h 1050"/>
              <a:gd name="T30" fmla="*/ 115 w 1166"/>
              <a:gd name="T31" fmla="*/ 232 h 1050"/>
              <a:gd name="T32" fmla="*/ 347 w 1166"/>
              <a:gd name="T33" fmla="*/ 232 h 1050"/>
              <a:gd name="T34" fmla="*/ 347 w 1166"/>
              <a:gd name="T35" fmla="*/ 118 h 1050"/>
              <a:gd name="T36" fmla="*/ 465 w 1166"/>
              <a:gd name="T37" fmla="*/ 0 h 1050"/>
              <a:gd name="T38" fmla="*/ 697 w 1166"/>
              <a:gd name="T39" fmla="*/ 0 h 1050"/>
              <a:gd name="T40" fmla="*/ 815 w 1166"/>
              <a:gd name="T41" fmla="*/ 118 h 1050"/>
              <a:gd name="T42" fmla="*/ 815 w 1166"/>
              <a:gd name="T43" fmla="*/ 232 h 1050"/>
              <a:gd name="T44" fmla="*/ 1050 w 1166"/>
              <a:gd name="T45" fmla="*/ 232 h 1050"/>
              <a:gd name="T46" fmla="*/ 1165 w 1166"/>
              <a:gd name="T47" fmla="*/ 350 h 1050"/>
              <a:gd name="T48" fmla="*/ 700 w 1166"/>
              <a:gd name="T49" fmla="*/ 756 h 1050"/>
              <a:gd name="T50" fmla="*/ 700 w 1166"/>
              <a:gd name="T51" fmla="*/ 699 h 1050"/>
              <a:gd name="T52" fmla="*/ 1107 w 1166"/>
              <a:gd name="T53" fmla="*/ 699 h 1050"/>
              <a:gd name="T54" fmla="*/ 1107 w 1166"/>
              <a:gd name="T55" fmla="*/ 931 h 1050"/>
              <a:gd name="T56" fmla="*/ 990 w 1166"/>
              <a:gd name="T57" fmla="*/ 1049 h 1050"/>
              <a:gd name="T58" fmla="*/ 175 w 1166"/>
              <a:gd name="T59" fmla="*/ 1049 h 1050"/>
              <a:gd name="T60" fmla="*/ 57 w 1166"/>
              <a:gd name="T61" fmla="*/ 931 h 1050"/>
              <a:gd name="T62" fmla="*/ 57 w 1166"/>
              <a:gd name="T63" fmla="*/ 699 h 1050"/>
              <a:gd name="T64" fmla="*/ 465 w 1166"/>
              <a:gd name="T65" fmla="*/ 699 h 1050"/>
              <a:gd name="T66" fmla="*/ 465 w 1166"/>
              <a:gd name="T67" fmla="*/ 756 h 1050"/>
              <a:gd name="T68" fmla="*/ 700 w 1166"/>
              <a:gd name="T69" fmla="*/ 756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050">
                <a:moveTo>
                  <a:pt x="700" y="232"/>
                </a:moveTo>
                <a:lnTo>
                  <a:pt x="700" y="118"/>
                </a:lnTo>
                <a:lnTo>
                  <a:pt x="465" y="118"/>
                </a:lnTo>
                <a:lnTo>
                  <a:pt x="465" y="232"/>
                </a:lnTo>
                <a:lnTo>
                  <a:pt x="700" y="232"/>
                </a:lnTo>
                <a:close/>
                <a:moveTo>
                  <a:pt x="1165" y="350"/>
                </a:moveTo>
                <a:lnTo>
                  <a:pt x="1165" y="525"/>
                </a:lnTo>
                <a:cubicBezTo>
                  <a:pt x="1165" y="587"/>
                  <a:pt x="1113" y="642"/>
                  <a:pt x="1050" y="642"/>
                </a:cubicBezTo>
                <a:lnTo>
                  <a:pt x="700" y="642"/>
                </a:lnTo>
                <a:lnTo>
                  <a:pt x="700" y="525"/>
                </a:lnTo>
                <a:lnTo>
                  <a:pt x="465" y="525"/>
                </a:lnTo>
                <a:lnTo>
                  <a:pt x="465" y="642"/>
                </a:lnTo>
                <a:lnTo>
                  <a:pt x="115" y="642"/>
                </a:lnTo>
                <a:cubicBezTo>
                  <a:pt x="49" y="642"/>
                  <a:pt x="0" y="590"/>
                  <a:pt x="0" y="525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347" y="232"/>
                </a:lnTo>
                <a:lnTo>
                  <a:pt x="347" y="118"/>
                </a:lnTo>
                <a:lnTo>
                  <a:pt x="465" y="0"/>
                </a:lnTo>
                <a:lnTo>
                  <a:pt x="697" y="0"/>
                </a:lnTo>
                <a:lnTo>
                  <a:pt x="815" y="118"/>
                </a:lnTo>
                <a:lnTo>
                  <a:pt x="815" y="232"/>
                </a:lnTo>
                <a:lnTo>
                  <a:pt x="1050" y="232"/>
                </a:lnTo>
                <a:cubicBezTo>
                  <a:pt x="1113" y="232"/>
                  <a:pt x="1165" y="287"/>
                  <a:pt x="1165" y="350"/>
                </a:cubicBezTo>
                <a:close/>
                <a:moveTo>
                  <a:pt x="700" y="756"/>
                </a:moveTo>
                <a:lnTo>
                  <a:pt x="700" y="699"/>
                </a:lnTo>
                <a:lnTo>
                  <a:pt x="1107" y="699"/>
                </a:lnTo>
                <a:lnTo>
                  <a:pt x="1107" y="931"/>
                </a:lnTo>
                <a:cubicBezTo>
                  <a:pt x="1107" y="997"/>
                  <a:pt x="1055" y="1049"/>
                  <a:pt x="990" y="1049"/>
                </a:cubicBezTo>
                <a:lnTo>
                  <a:pt x="175" y="1049"/>
                </a:lnTo>
                <a:cubicBezTo>
                  <a:pt x="109" y="1049"/>
                  <a:pt x="57" y="997"/>
                  <a:pt x="57" y="931"/>
                </a:cubicBezTo>
                <a:lnTo>
                  <a:pt x="57" y="699"/>
                </a:lnTo>
                <a:lnTo>
                  <a:pt x="465" y="699"/>
                </a:lnTo>
                <a:lnTo>
                  <a:pt x="465" y="756"/>
                </a:lnTo>
                <a:lnTo>
                  <a:pt x="700" y="7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4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Best Educated Parson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63AF09-A1E9-234F-CF09-F3546A24F65A}"/>
              </a:ext>
            </a:extLst>
          </p:cNvPr>
          <p:cNvGrpSpPr/>
          <p:nvPr/>
        </p:nvGrpSpPr>
        <p:grpSpPr>
          <a:xfrm>
            <a:off x="6314544" y="1393371"/>
            <a:ext cx="4869272" cy="4736034"/>
            <a:chOff x="6944602" y="2006189"/>
            <a:chExt cx="4239213" cy="4123215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0F11CA6C-60CC-25BB-3609-F3C74BD9C66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944602" y="2080006"/>
              <a:ext cx="4239213" cy="404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1AB1C1F-D7F0-1263-3889-CFB605313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4754" y="3867436"/>
              <a:ext cx="287360" cy="297905"/>
            </a:xfrm>
            <a:custGeom>
              <a:avLst/>
              <a:gdLst>
                <a:gd name="T0" fmla="*/ 26 w 31"/>
                <a:gd name="T1" fmla="*/ 6 h 32"/>
                <a:gd name="T2" fmla="*/ 6 w 31"/>
                <a:gd name="T3" fmla="*/ 5 h 32"/>
                <a:gd name="T4" fmla="*/ 5 w 31"/>
                <a:gd name="T5" fmla="*/ 25 h 32"/>
                <a:gd name="T6" fmla="*/ 25 w 31"/>
                <a:gd name="T7" fmla="*/ 26 h 32"/>
                <a:gd name="T8" fmla="*/ 26 w 31"/>
                <a:gd name="T9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26" y="6"/>
                  </a:moveTo>
                  <a:cubicBezTo>
                    <a:pt x="21" y="0"/>
                    <a:pt x="12" y="0"/>
                    <a:pt x="6" y="5"/>
                  </a:cubicBezTo>
                  <a:cubicBezTo>
                    <a:pt x="0" y="10"/>
                    <a:pt x="0" y="19"/>
                    <a:pt x="5" y="25"/>
                  </a:cubicBezTo>
                  <a:cubicBezTo>
                    <a:pt x="10" y="31"/>
                    <a:pt x="19" y="32"/>
                    <a:pt x="25" y="26"/>
                  </a:cubicBezTo>
                  <a:cubicBezTo>
                    <a:pt x="31" y="21"/>
                    <a:pt x="31" y="12"/>
                    <a:pt x="26" y="6"/>
                  </a:cubicBez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9934405-20EC-E612-C8EC-8E1681AEB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3208" y="3885890"/>
              <a:ext cx="250451" cy="250451"/>
            </a:xfrm>
            <a:custGeom>
              <a:avLst/>
              <a:gdLst>
                <a:gd name="T0" fmla="*/ 22 w 27"/>
                <a:gd name="T1" fmla="*/ 6 h 27"/>
                <a:gd name="T2" fmla="*/ 6 w 27"/>
                <a:gd name="T3" fmla="*/ 5 h 27"/>
                <a:gd name="T4" fmla="*/ 5 w 27"/>
                <a:gd name="T5" fmla="*/ 22 h 27"/>
                <a:gd name="T6" fmla="*/ 22 w 27"/>
                <a:gd name="T7" fmla="*/ 22 h 27"/>
                <a:gd name="T8" fmla="*/ 22 w 27"/>
                <a:gd name="T9" fmla="*/ 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2" y="6"/>
                  </a:moveTo>
                  <a:cubicBezTo>
                    <a:pt x="18" y="1"/>
                    <a:pt x="11" y="0"/>
                    <a:pt x="6" y="5"/>
                  </a:cubicBezTo>
                  <a:cubicBezTo>
                    <a:pt x="1" y="9"/>
                    <a:pt x="0" y="17"/>
                    <a:pt x="5" y="22"/>
                  </a:cubicBezTo>
                  <a:cubicBezTo>
                    <a:pt x="9" y="26"/>
                    <a:pt x="17" y="27"/>
                    <a:pt x="22" y="22"/>
                  </a:cubicBezTo>
                  <a:cubicBezTo>
                    <a:pt x="26" y="18"/>
                    <a:pt x="27" y="11"/>
                    <a:pt x="22" y="6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1078C97-EBB4-0F37-914A-F650D6C3E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9571" y="3930708"/>
              <a:ext cx="113362" cy="197725"/>
            </a:xfrm>
            <a:custGeom>
              <a:avLst/>
              <a:gdLst>
                <a:gd name="T0" fmla="*/ 0 w 12"/>
                <a:gd name="T1" fmla="*/ 2 h 21"/>
                <a:gd name="T2" fmla="*/ 9 w 12"/>
                <a:gd name="T3" fmla="*/ 20 h 21"/>
                <a:gd name="T4" fmla="*/ 12 w 12"/>
                <a:gd name="T5" fmla="*/ 20 h 21"/>
                <a:gd name="T6" fmla="*/ 2 w 12"/>
                <a:gd name="T7" fmla="*/ 0 h 21"/>
                <a:gd name="T8" fmla="*/ 0 w 12"/>
                <a:gd name="T9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1">
                  <a:moveTo>
                    <a:pt x="0" y="2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10" y="21"/>
                    <a:pt x="11" y="21"/>
                    <a:pt x="12" y="2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3BDF74E-946E-D55B-F5FF-4B026FBF9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6480" y="3904344"/>
              <a:ext cx="131816" cy="213542"/>
            </a:xfrm>
            <a:custGeom>
              <a:avLst/>
              <a:gdLst>
                <a:gd name="T0" fmla="*/ 11 w 14"/>
                <a:gd name="T1" fmla="*/ 23 h 23"/>
                <a:gd name="T2" fmla="*/ 14 w 14"/>
                <a:gd name="T3" fmla="*/ 21 h 23"/>
                <a:gd name="T4" fmla="*/ 4 w 14"/>
                <a:gd name="T5" fmla="*/ 0 h 23"/>
                <a:gd name="T6" fmla="*/ 0 w 14"/>
                <a:gd name="T7" fmla="*/ 1 h 23"/>
                <a:gd name="T8" fmla="*/ 11 w 14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3">
                  <a:moveTo>
                    <a:pt x="11" y="23"/>
                  </a:moveTo>
                  <a:cubicBezTo>
                    <a:pt x="12" y="22"/>
                    <a:pt x="13" y="22"/>
                    <a:pt x="14" y="2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0" y="1"/>
                  </a:cubicBezTo>
                  <a:lnTo>
                    <a:pt x="11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4DC2805-4C93-9DFC-9BDC-BC7011D01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4091523"/>
              <a:ext cx="65908" cy="65908"/>
            </a:xfrm>
            <a:custGeom>
              <a:avLst/>
              <a:gdLst>
                <a:gd name="T0" fmla="*/ 25 w 25"/>
                <a:gd name="T1" fmla="*/ 17 h 25"/>
                <a:gd name="T2" fmla="*/ 18 w 25"/>
                <a:gd name="T3" fmla="*/ 25 h 25"/>
                <a:gd name="T4" fmla="*/ 0 w 25"/>
                <a:gd name="T5" fmla="*/ 7 h 25"/>
                <a:gd name="T6" fmla="*/ 7 w 25"/>
                <a:gd name="T7" fmla="*/ 0 h 25"/>
                <a:gd name="T8" fmla="*/ 25 w 25"/>
                <a:gd name="T9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25" y="17"/>
                  </a:moveTo>
                  <a:lnTo>
                    <a:pt x="18" y="25"/>
                  </a:lnTo>
                  <a:lnTo>
                    <a:pt x="0" y="7"/>
                  </a:lnTo>
                  <a:lnTo>
                    <a:pt x="7" y="0"/>
                  </a:lnTo>
                  <a:lnTo>
                    <a:pt x="25" y="17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D469F91-16CE-B6BB-E432-C7A30CBEE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4128432"/>
              <a:ext cx="242542" cy="260996"/>
            </a:xfrm>
            <a:custGeom>
              <a:avLst/>
              <a:gdLst>
                <a:gd name="T0" fmla="*/ 25 w 26"/>
                <a:gd name="T1" fmla="*/ 26 h 28"/>
                <a:gd name="T2" fmla="*/ 24 w 26"/>
                <a:gd name="T3" fmla="*/ 27 h 28"/>
                <a:gd name="T4" fmla="*/ 21 w 26"/>
                <a:gd name="T5" fmla="*/ 27 h 28"/>
                <a:gd name="T6" fmla="*/ 1 w 26"/>
                <a:gd name="T7" fmla="*/ 5 h 28"/>
                <a:gd name="T8" fmla="*/ 1 w 26"/>
                <a:gd name="T9" fmla="*/ 2 h 28"/>
                <a:gd name="T10" fmla="*/ 3 w 26"/>
                <a:gd name="T11" fmla="*/ 1 h 28"/>
                <a:gd name="T12" fmla="*/ 6 w 26"/>
                <a:gd name="T13" fmla="*/ 1 h 28"/>
                <a:gd name="T14" fmla="*/ 26 w 26"/>
                <a:gd name="T15" fmla="*/ 23 h 28"/>
                <a:gd name="T16" fmla="*/ 25 w 26"/>
                <a:gd name="T17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8">
                  <a:moveTo>
                    <a:pt x="25" y="26"/>
                  </a:moveTo>
                  <a:cubicBezTo>
                    <a:pt x="24" y="27"/>
                    <a:pt x="24" y="27"/>
                    <a:pt x="24" y="27"/>
                  </a:cubicBezTo>
                  <a:cubicBezTo>
                    <a:pt x="23" y="28"/>
                    <a:pt x="22" y="28"/>
                    <a:pt x="21" y="2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4"/>
                    <a:pt x="26" y="25"/>
                    <a:pt x="25" y="26"/>
                  </a:cubicBezTo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BC42F76-E144-09B5-826E-DB0F58F1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0" y="2090551"/>
              <a:ext cx="587901" cy="877897"/>
            </a:xfrm>
            <a:custGeom>
              <a:avLst/>
              <a:gdLst>
                <a:gd name="T0" fmla="*/ 35 w 63"/>
                <a:gd name="T1" fmla="*/ 0 h 94"/>
                <a:gd name="T2" fmla="*/ 0 w 63"/>
                <a:gd name="T3" fmla="*/ 46 h 94"/>
                <a:gd name="T4" fmla="*/ 2 w 63"/>
                <a:gd name="T5" fmla="*/ 60 h 94"/>
                <a:gd name="T6" fmla="*/ 49 w 63"/>
                <a:gd name="T7" fmla="*/ 94 h 94"/>
                <a:gd name="T8" fmla="*/ 62 w 63"/>
                <a:gd name="T9" fmla="*/ 92 h 94"/>
                <a:gd name="T10" fmla="*/ 63 w 63"/>
                <a:gd name="T11" fmla="*/ 91 h 94"/>
                <a:gd name="T12" fmla="*/ 62 w 63"/>
                <a:gd name="T13" fmla="*/ 91 h 94"/>
                <a:gd name="T14" fmla="*/ 49 w 63"/>
                <a:gd name="T15" fmla="*/ 93 h 94"/>
                <a:gd name="T16" fmla="*/ 4 w 63"/>
                <a:gd name="T17" fmla="*/ 59 h 94"/>
                <a:gd name="T18" fmla="*/ 2 w 63"/>
                <a:gd name="T19" fmla="*/ 46 h 94"/>
                <a:gd name="T20" fmla="*/ 36 w 63"/>
                <a:gd name="T21" fmla="*/ 2 h 94"/>
                <a:gd name="T22" fmla="*/ 36 w 63"/>
                <a:gd name="T23" fmla="*/ 0 h 94"/>
                <a:gd name="T24" fmla="*/ 35 w 63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" h="94">
                  <a:moveTo>
                    <a:pt x="35" y="0"/>
                  </a:moveTo>
                  <a:cubicBezTo>
                    <a:pt x="14" y="6"/>
                    <a:pt x="0" y="25"/>
                    <a:pt x="0" y="46"/>
                  </a:cubicBezTo>
                  <a:cubicBezTo>
                    <a:pt x="0" y="51"/>
                    <a:pt x="1" y="55"/>
                    <a:pt x="2" y="60"/>
                  </a:cubicBezTo>
                  <a:cubicBezTo>
                    <a:pt x="8" y="81"/>
                    <a:pt x="28" y="94"/>
                    <a:pt x="49" y="94"/>
                  </a:cubicBezTo>
                  <a:cubicBezTo>
                    <a:pt x="53" y="94"/>
                    <a:pt x="58" y="94"/>
                    <a:pt x="62" y="92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3" y="91"/>
                    <a:pt x="62" y="91"/>
                    <a:pt x="62" y="91"/>
                  </a:cubicBezTo>
                  <a:cubicBezTo>
                    <a:pt x="57" y="92"/>
                    <a:pt x="53" y="93"/>
                    <a:pt x="49" y="93"/>
                  </a:cubicBezTo>
                  <a:cubicBezTo>
                    <a:pt x="29" y="93"/>
                    <a:pt x="10" y="79"/>
                    <a:pt x="4" y="59"/>
                  </a:cubicBezTo>
                  <a:cubicBezTo>
                    <a:pt x="3" y="55"/>
                    <a:pt x="2" y="50"/>
                    <a:pt x="2" y="46"/>
                  </a:cubicBezTo>
                  <a:cubicBezTo>
                    <a:pt x="2" y="26"/>
                    <a:pt x="15" y="8"/>
                    <a:pt x="36" y="2"/>
                  </a:cubicBezTo>
                  <a:cubicBezTo>
                    <a:pt x="36" y="1"/>
                    <a:pt x="36" y="1"/>
                    <a:pt x="36" y="0"/>
                  </a:cubicBezTo>
                  <a:cubicBezTo>
                    <a:pt x="36" y="0"/>
                    <a:pt x="36" y="0"/>
                    <a:pt x="35" y="0"/>
                  </a:cubicBez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2A30750C-F9CC-839F-5984-6BB82BED1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2090551"/>
              <a:ext cx="297905" cy="951714"/>
            </a:xfrm>
            <a:custGeom>
              <a:avLst/>
              <a:gdLst>
                <a:gd name="T0" fmla="*/ 0 w 32"/>
                <a:gd name="T1" fmla="*/ 1 h 102"/>
                <a:gd name="T2" fmla="*/ 30 w 32"/>
                <a:gd name="T3" fmla="*/ 101 h 102"/>
                <a:gd name="T4" fmla="*/ 31 w 32"/>
                <a:gd name="T5" fmla="*/ 102 h 102"/>
                <a:gd name="T6" fmla="*/ 32 w 32"/>
                <a:gd name="T7" fmla="*/ 101 h 102"/>
                <a:gd name="T8" fmla="*/ 2 w 32"/>
                <a:gd name="T9" fmla="*/ 0 h 102"/>
                <a:gd name="T10" fmla="*/ 1 w 32"/>
                <a:gd name="T11" fmla="*/ 0 h 102"/>
                <a:gd name="T12" fmla="*/ 0 w 32"/>
                <a:gd name="T13" fmla="*/ 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02">
                  <a:moveTo>
                    <a:pt x="0" y="1"/>
                  </a:moveTo>
                  <a:cubicBezTo>
                    <a:pt x="30" y="101"/>
                    <a:pt x="30" y="101"/>
                    <a:pt x="30" y="101"/>
                  </a:cubicBezTo>
                  <a:cubicBezTo>
                    <a:pt x="30" y="102"/>
                    <a:pt x="30" y="102"/>
                    <a:pt x="31" y="102"/>
                  </a:cubicBezTo>
                  <a:cubicBezTo>
                    <a:pt x="31" y="102"/>
                    <a:pt x="32" y="101"/>
                    <a:pt x="32" y="10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AE2A804-FBD9-6044-5706-2793CEFB1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8743" y="2116915"/>
              <a:ext cx="804080" cy="804080"/>
            </a:xfrm>
            <a:custGeom>
              <a:avLst/>
              <a:gdLst>
                <a:gd name="T0" fmla="*/ 80 w 86"/>
                <a:gd name="T1" fmla="*/ 32 h 86"/>
                <a:gd name="T2" fmla="*/ 32 w 86"/>
                <a:gd name="T3" fmla="*/ 6 h 86"/>
                <a:gd name="T4" fmla="*/ 6 w 86"/>
                <a:gd name="T5" fmla="*/ 54 h 86"/>
                <a:gd name="T6" fmla="*/ 53 w 86"/>
                <a:gd name="T7" fmla="*/ 80 h 86"/>
                <a:gd name="T8" fmla="*/ 80 w 86"/>
                <a:gd name="T9" fmla="*/ 3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6">
                  <a:moveTo>
                    <a:pt x="80" y="32"/>
                  </a:moveTo>
                  <a:cubicBezTo>
                    <a:pt x="74" y="12"/>
                    <a:pt x="52" y="0"/>
                    <a:pt x="32" y="6"/>
                  </a:cubicBezTo>
                  <a:cubicBezTo>
                    <a:pt x="11" y="12"/>
                    <a:pt x="0" y="33"/>
                    <a:pt x="6" y="54"/>
                  </a:cubicBezTo>
                  <a:cubicBezTo>
                    <a:pt x="12" y="74"/>
                    <a:pt x="33" y="86"/>
                    <a:pt x="53" y="80"/>
                  </a:cubicBezTo>
                  <a:cubicBezTo>
                    <a:pt x="74" y="74"/>
                    <a:pt x="86" y="53"/>
                    <a:pt x="80" y="32"/>
                  </a:cubicBezTo>
                </a:path>
              </a:pathLst>
            </a:custGeom>
            <a:solidFill>
              <a:srgbClr val="54C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C921DCC-8251-BF10-AD34-F529A7A7A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2101" y="2968448"/>
              <a:ext cx="289996" cy="131816"/>
            </a:xfrm>
            <a:custGeom>
              <a:avLst/>
              <a:gdLst>
                <a:gd name="T0" fmla="*/ 106 w 110"/>
                <a:gd name="T1" fmla="*/ 0 h 50"/>
                <a:gd name="T2" fmla="*/ 0 w 110"/>
                <a:gd name="T3" fmla="*/ 32 h 50"/>
                <a:gd name="T4" fmla="*/ 3 w 110"/>
                <a:gd name="T5" fmla="*/ 50 h 50"/>
                <a:gd name="T6" fmla="*/ 110 w 110"/>
                <a:gd name="T7" fmla="*/ 18 h 50"/>
                <a:gd name="T8" fmla="*/ 106 w 110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0">
                  <a:moveTo>
                    <a:pt x="106" y="0"/>
                  </a:moveTo>
                  <a:lnTo>
                    <a:pt x="0" y="32"/>
                  </a:lnTo>
                  <a:lnTo>
                    <a:pt x="3" y="50"/>
                  </a:lnTo>
                  <a:lnTo>
                    <a:pt x="110" y="18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1889D164-AC28-BA54-FDD7-881D99F3E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560" y="2715361"/>
              <a:ext cx="39545" cy="36909"/>
            </a:xfrm>
            <a:custGeom>
              <a:avLst/>
              <a:gdLst>
                <a:gd name="T0" fmla="*/ 2 w 4"/>
                <a:gd name="T1" fmla="*/ 1 h 4"/>
                <a:gd name="T2" fmla="*/ 0 w 4"/>
                <a:gd name="T3" fmla="*/ 1 h 4"/>
                <a:gd name="T4" fmla="*/ 2 w 4"/>
                <a:gd name="T5" fmla="*/ 4 h 4"/>
                <a:gd name="T6" fmla="*/ 3 w 4"/>
                <a:gd name="T7" fmla="*/ 3 h 4"/>
                <a:gd name="T8" fmla="*/ 4 w 4"/>
                <a:gd name="T9" fmla="*/ 2 h 4"/>
                <a:gd name="T10" fmla="*/ 2 w 4"/>
                <a:gd name="T11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3"/>
                    <a:pt x="2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3" y="0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F6DBA064-4593-2867-D389-86E357BEE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6197" y="2256640"/>
              <a:ext cx="374358" cy="608991"/>
            </a:xfrm>
            <a:custGeom>
              <a:avLst/>
              <a:gdLst>
                <a:gd name="T0" fmla="*/ 1 w 40"/>
                <a:gd name="T1" fmla="*/ 26 h 65"/>
                <a:gd name="T2" fmla="*/ 4 w 40"/>
                <a:gd name="T3" fmla="*/ 25 h 65"/>
                <a:gd name="T4" fmla="*/ 3 w 40"/>
                <a:gd name="T5" fmla="*/ 21 h 65"/>
                <a:gd name="T6" fmla="*/ 6 w 40"/>
                <a:gd name="T7" fmla="*/ 20 h 65"/>
                <a:gd name="T8" fmla="*/ 9 w 40"/>
                <a:gd name="T9" fmla="*/ 30 h 65"/>
                <a:gd name="T10" fmla="*/ 15 w 40"/>
                <a:gd name="T11" fmla="*/ 33 h 65"/>
                <a:gd name="T12" fmla="*/ 16 w 40"/>
                <a:gd name="T13" fmla="*/ 40 h 65"/>
                <a:gd name="T14" fmla="*/ 14 w 40"/>
                <a:gd name="T15" fmla="*/ 46 h 65"/>
                <a:gd name="T16" fmla="*/ 19 w 40"/>
                <a:gd name="T17" fmla="*/ 49 h 65"/>
                <a:gd name="T18" fmla="*/ 29 w 40"/>
                <a:gd name="T19" fmla="*/ 63 h 65"/>
                <a:gd name="T20" fmla="*/ 39 w 40"/>
                <a:gd name="T21" fmla="*/ 38 h 65"/>
                <a:gd name="T22" fmla="*/ 33 w 40"/>
                <a:gd name="T23" fmla="*/ 35 h 65"/>
                <a:gd name="T24" fmla="*/ 31 w 40"/>
                <a:gd name="T25" fmla="*/ 34 h 65"/>
                <a:gd name="T26" fmla="*/ 19 w 40"/>
                <a:gd name="T27" fmla="*/ 35 h 65"/>
                <a:gd name="T28" fmla="*/ 16 w 40"/>
                <a:gd name="T29" fmla="*/ 31 h 65"/>
                <a:gd name="T30" fmla="*/ 17 w 40"/>
                <a:gd name="T31" fmla="*/ 29 h 65"/>
                <a:gd name="T32" fmla="*/ 16 w 40"/>
                <a:gd name="T33" fmla="*/ 26 h 65"/>
                <a:gd name="T34" fmla="*/ 14 w 40"/>
                <a:gd name="T35" fmla="*/ 24 h 65"/>
                <a:gd name="T36" fmla="*/ 19 w 40"/>
                <a:gd name="T37" fmla="*/ 21 h 65"/>
                <a:gd name="T38" fmla="*/ 20 w 40"/>
                <a:gd name="T39" fmla="*/ 22 h 65"/>
                <a:gd name="T40" fmla="*/ 22 w 40"/>
                <a:gd name="T41" fmla="*/ 22 h 65"/>
                <a:gd name="T42" fmla="*/ 22 w 40"/>
                <a:gd name="T43" fmla="*/ 20 h 65"/>
                <a:gd name="T44" fmla="*/ 25 w 40"/>
                <a:gd name="T45" fmla="*/ 17 h 65"/>
                <a:gd name="T46" fmla="*/ 23 w 40"/>
                <a:gd name="T47" fmla="*/ 16 h 65"/>
                <a:gd name="T48" fmla="*/ 20 w 40"/>
                <a:gd name="T49" fmla="*/ 16 h 65"/>
                <a:gd name="T50" fmla="*/ 22 w 40"/>
                <a:gd name="T51" fmla="*/ 14 h 65"/>
                <a:gd name="T52" fmla="*/ 28 w 40"/>
                <a:gd name="T53" fmla="*/ 10 h 65"/>
                <a:gd name="T54" fmla="*/ 25 w 40"/>
                <a:gd name="T55" fmla="*/ 9 h 65"/>
                <a:gd name="T56" fmla="*/ 24 w 40"/>
                <a:gd name="T57" fmla="*/ 8 h 65"/>
                <a:gd name="T58" fmla="*/ 25 w 40"/>
                <a:gd name="T59" fmla="*/ 7 h 65"/>
                <a:gd name="T60" fmla="*/ 26 w 40"/>
                <a:gd name="T61" fmla="*/ 5 h 65"/>
                <a:gd name="T62" fmla="*/ 17 w 40"/>
                <a:gd name="T63" fmla="*/ 6 h 65"/>
                <a:gd name="T64" fmla="*/ 15 w 40"/>
                <a:gd name="T65" fmla="*/ 6 h 65"/>
                <a:gd name="T66" fmla="*/ 16 w 40"/>
                <a:gd name="T67" fmla="*/ 4 h 65"/>
                <a:gd name="T68" fmla="*/ 18 w 40"/>
                <a:gd name="T69" fmla="*/ 2 h 65"/>
                <a:gd name="T70" fmla="*/ 13 w 40"/>
                <a:gd name="T71" fmla="*/ 1 h 65"/>
                <a:gd name="T72" fmla="*/ 11 w 40"/>
                <a:gd name="T7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5">
                  <a:moveTo>
                    <a:pt x="0" y="20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2" y="27"/>
                    <a:pt x="2" y="27"/>
                    <a:pt x="3" y="27"/>
                  </a:cubicBezTo>
                  <a:cubicBezTo>
                    <a:pt x="4" y="27"/>
                    <a:pt x="5" y="26"/>
                    <a:pt x="4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0"/>
                    <a:pt x="3" y="20"/>
                    <a:pt x="4" y="19"/>
                  </a:cubicBezTo>
                  <a:cubicBezTo>
                    <a:pt x="5" y="19"/>
                    <a:pt x="6" y="19"/>
                    <a:pt x="6" y="2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11" y="32"/>
                    <a:pt x="12" y="31"/>
                  </a:cubicBezTo>
                  <a:cubicBezTo>
                    <a:pt x="13" y="31"/>
                    <a:pt x="14" y="32"/>
                    <a:pt x="15" y="33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7" y="39"/>
                    <a:pt x="16" y="40"/>
                    <a:pt x="1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4" y="42"/>
                    <a:pt x="13" y="44"/>
                    <a:pt x="14" y="46"/>
                  </a:cubicBezTo>
                  <a:cubicBezTo>
                    <a:pt x="14" y="48"/>
                    <a:pt x="17" y="50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0" y="49"/>
                    <a:pt x="21" y="50"/>
                    <a:pt x="22" y="50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31" y="65"/>
                    <a:pt x="34" y="64"/>
                    <a:pt x="34" y="62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6"/>
                    <a:pt x="37" y="34"/>
                    <a:pt x="35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2"/>
                    <a:pt x="29" y="32"/>
                    <a:pt x="28" y="32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7" y="35"/>
                    <a:pt x="17" y="34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0"/>
                    <a:pt x="16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7"/>
                    <a:pt x="18" y="26"/>
                  </a:cubicBezTo>
                  <a:cubicBezTo>
                    <a:pt x="17" y="26"/>
                    <a:pt x="17" y="25"/>
                    <a:pt x="16" y="26"/>
                  </a:cubicBezTo>
                  <a:cubicBezTo>
                    <a:pt x="15" y="26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3"/>
                    <a:pt x="14" y="22"/>
                    <a:pt x="15" y="22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3"/>
                    <a:pt x="21" y="23"/>
                    <a:pt x="21" y="23"/>
                  </a:cubicBezTo>
                  <a:cubicBezTo>
                    <a:pt x="22" y="23"/>
                    <a:pt x="22" y="22"/>
                    <a:pt x="22" y="22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19"/>
                    <a:pt x="26" y="18"/>
                    <a:pt x="25" y="17"/>
                  </a:cubicBezTo>
                  <a:cubicBezTo>
                    <a:pt x="25" y="16"/>
                    <a:pt x="24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0" y="17"/>
                    <a:pt x="20" y="16"/>
                  </a:cubicBezTo>
                  <a:cubicBezTo>
                    <a:pt x="19" y="15"/>
                    <a:pt x="20" y="14"/>
                    <a:pt x="20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8" y="12"/>
                    <a:pt x="29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7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6" y="7"/>
                    <a:pt x="26" y="6"/>
                    <a:pt x="26" y="5"/>
                  </a:cubicBezTo>
                  <a:cubicBezTo>
                    <a:pt x="26" y="4"/>
                    <a:pt x="25" y="4"/>
                    <a:pt x="24" y="4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7"/>
                    <a:pt x="15" y="6"/>
                    <a:pt x="15" y="6"/>
                  </a:cubicBezTo>
                  <a:cubicBezTo>
                    <a:pt x="15" y="5"/>
                    <a:pt x="15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8" y="3"/>
                    <a:pt x="18" y="2"/>
                  </a:cubicBezTo>
                  <a:cubicBezTo>
                    <a:pt x="17" y="1"/>
                    <a:pt x="16" y="0"/>
                    <a:pt x="15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2"/>
                    <a:pt x="12" y="1"/>
                    <a:pt x="12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6" y="5"/>
                    <a:pt x="1" y="12"/>
                    <a:pt x="0" y="20"/>
                  </a:cubicBezTo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66B4604B-AB81-B7D3-8191-307F0FAFB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831" y="2528182"/>
              <a:ext cx="29000" cy="18454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0 w 3"/>
                <a:gd name="T5" fmla="*/ 1 h 2"/>
                <a:gd name="T6" fmla="*/ 0 w 3"/>
                <a:gd name="T7" fmla="*/ 0 h 2"/>
                <a:gd name="T8" fmla="*/ 2 w 3"/>
                <a:gd name="T9" fmla="*/ 0 h 2"/>
                <a:gd name="T10" fmla="*/ 3 w 3"/>
                <a:gd name="T11" fmla="*/ 0 h 2"/>
                <a:gd name="T12" fmla="*/ 2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CB558AD-0CDF-B9F8-88ED-E1F59E124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2538727"/>
              <a:ext cx="18454" cy="7909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1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2A1C974-36C6-C6ED-3203-4E54D3272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464" y="2304094"/>
              <a:ext cx="29000" cy="18454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0 w 3"/>
                <a:gd name="T5" fmla="*/ 1 h 2"/>
                <a:gd name="T6" fmla="*/ 0 w 3"/>
                <a:gd name="T7" fmla="*/ 1 h 2"/>
                <a:gd name="T8" fmla="*/ 0 w 3"/>
                <a:gd name="T9" fmla="*/ 0 h 2"/>
                <a:gd name="T10" fmla="*/ 2 w 3"/>
                <a:gd name="T11" fmla="*/ 0 h 2"/>
                <a:gd name="T12" fmla="*/ 3 w 3"/>
                <a:gd name="T13" fmla="*/ 0 h 2"/>
                <a:gd name="T14" fmla="*/ 3 w 3"/>
                <a:gd name="T15" fmla="*/ 1 h 2"/>
                <a:gd name="T16" fmla="*/ 2 w 3"/>
                <a:gd name="T1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EBC66B51-0F36-3C12-A912-8D7883DAF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6464" y="2296185"/>
              <a:ext cx="18454" cy="26363"/>
            </a:xfrm>
            <a:custGeom>
              <a:avLst/>
              <a:gdLst>
                <a:gd name="T0" fmla="*/ 2 w 2"/>
                <a:gd name="T1" fmla="*/ 3 h 3"/>
                <a:gd name="T2" fmla="*/ 2 w 2"/>
                <a:gd name="T3" fmla="*/ 3 h 3"/>
                <a:gd name="T4" fmla="*/ 1 w 2"/>
                <a:gd name="T5" fmla="*/ 2 h 3"/>
                <a:gd name="T6" fmla="*/ 1 w 2"/>
                <a:gd name="T7" fmla="*/ 1 h 3"/>
                <a:gd name="T8" fmla="*/ 1 w 2"/>
                <a:gd name="T9" fmla="*/ 0 h 3"/>
                <a:gd name="T10" fmla="*/ 2 w 2"/>
                <a:gd name="T11" fmla="*/ 1 h 3"/>
                <a:gd name="T12" fmla="*/ 2 w 2"/>
                <a:gd name="T13" fmla="*/ 2 h 3"/>
                <a:gd name="T14" fmla="*/ 2 w 2"/>
                <a:gd name="T1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B9F1D81-490E-1D47-0B09-B5040F1DA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6464" y="2219731"/>
              <a:ext cx="224088" cy="216179"/>
            </a:xfrm>
            <a:custGeom>
              <a:avLst/>
              <a:gdLst>
                <a:gd name="T0" fmla="*/ 12 w 24"/>
                <a:gd name="T1" fmla="*/ 0 h 23"/>
                <a:gd name="T2" fmla="*/ 10 w 24"/>
                <a:gd name="T3" fmla="*/ 1 h 23"/>
                <a:gd name="T4" fmla="*/ 10 w 24"/>
                <a:gd name="T5" fmla="*/ 1 h 23"/>
                <a:gd name="T6" fmla="*/ 9 w 24"/>
                <a:gd name="T7" fmla="*/ 2 h 23"/>
                <a:gd name="T8" fmla="*/ 11 w 24"/>
                <a:gd name="T9" fmla="*/ 3 h 23"/>
                <a:gd name="T10" fmla="*/ 11 w 24"/>
                <a:gd name="T11" fmla="*/ 3 h 23"/>
                <a:gd name="T12" fmla="*/ 12 w 24"/>
                <a:gd name="T13" fmla="*/ 4 h 23"/>
                <a:gd name="T14" fmla="*/ 12 w 24"/>
                <a:gd name="T15" fmla="*/ 5 h 23"/>
                <a:gd name="T16" fmla="*/ 11 w 24"/>
                <a:gd name="T17" fmla="*/ 5 h 23"/>
                <a:gd name="T18" fmla="*/ 6 w 24"/>
                <a:gd name="T19" fmla="*/ 7 h 23"/>
                <a:gd name="T20" fmla="*/ 5 w 24"/>
                <a:gd name="T21" fmla="*/ 7 h 23"/>
                <a:gd name="T22" fmla="*/ 6 w 24"/>
                <a:gd name="T23" fmla="*/ 8 h 23"/>
                <a:gd name="T24" fmla="*/ 7 w 24"/>
                <a:gd name="T25" fmla="*/ 8 h 23"/>
                <a:gd name="T26" fmla="*/ 8 w 24"/>
                <a:gd name="T27" fmla="*/ 8 h 23"/>
                <a:gd name="T28" fmla="*/ 7 w 24"/>
                <a:gd name="T29" fmla="*/ 9 h 23"/>
                <a:gd name="T30" fmla="*/ 7 w 24"/>
                <a:gd name="T31" fmla="*/ 9 h 23"/>
                <a:gd name="T32" fmla="*/ 3 w 24"/>
                <a:gd name="T33" fmla="*/ 10 h 23"/>
                <a:gd name="T34" fmla="*/ 3 w 24"/>
                <a:gd name="T35" fmla="*/ 11 h 23"/>
                <a:gd name="T36" fmla="*/ 4 w 24"/>
                <a:gd name="T37" fmla="*/ 12 h 23"/>
                <a:gd name="T38" fmla="*/ 5 w 24"/>
                <a:gd name="T39" fmla="*/ 12 h 23"/>
                <a:gd name="T40" fmla="*/ 5 w 24"/>
                <a:gd name="T41" fmla="*/ 13 h 23"/>
                <a:gd name="T42" fmla="*/ 4 w 24"/>
                <a:gd name="T43" fmla="*/ 14 h 23"/>
                <a:gd name="T44" fmla="*/ 4 w 24"/>
                <a:gd name="T45" fmla="*/ 14 h 23"/>
                <a:gd name="T46" fmla="*/ 3 w 24"/>
                <a:gd name="T47" fmla="*/ 15 h 23"/>
                <a:gd name="T48" fmla="*/ 3 w 24"/>
                <a:gd name="T49" fmla="*/ 16 h 23"/>
                <a:gd name="T50" fmla="*/ 3 w 24"/>
                <a:gd name="T51" fmla="*/ 17 h 23"/>
                <a:gd name="T52" fmla="*/ 1 w 24"/>
                <a:gd name="T53" fmla="*/ 17 h 23"/>
                <a:gd name="T54" fmla="*/ 0 w 24"/>
                <a:gd name="T55" fmla="*/ 19 h 23"/>
                <a:gd name="T56" fmla="*/ 0 w 24"/>
                <a:gd name="T57" fmla="*/ 21 h 23"/>
                <a:gd name="T58" fmla="*/ 3 w 24"/>
                <a:gd name="T59" fmla="*/ 22 h 23"/>
                <a:gd name="T60" fmla="*/ 6 w 24"/>
                <a:gd name="T61" fmla="*/ 21 h 23"/>
                <a:gd name="T62" fmla="*/ 8 w 24"/>
                <a:gd name="T63" fmla="*/ 19 h 23"/>
                <a:gd name="T64" fmla="*/ 7 w 24"/>
                <a:gd name="T65" fmla="*/ 18 h 23"/>
                <a:gd name="T66" fmla="*/ 8 w 24"/>
                <a:gd name="T67" fmla="*/ 17 h 23"/>
                <a:gd name="T68" fmla="*/ 8 w 24"/>
                <a:gd name="T69" fmla="*/ 17 h 23"/>
                <a:gd name="T70" fmla="*/ 9 w 24"/>
                <a:gd name="T71" fmla="*/ 16 h 23"/>
                <a:gd name="T72" fmla="*/ 9 w 24"/>
                <a:gd name="T73" fmla="*/ 15 h 23"/>
                <a:gd name="T74" fmla="*/ 10 w 24"/>
                <a:gd name="T75" fmla="*/ 15 h 23"/>
                <a:gd name="T76" fmla="*/ 11 w 24"/>
                <a:gd name="T77" fmla="*/ 15 h 23"/>
                <a:gd name="T78" fmla="*/ 12 w 24"/>
                <a:gd name="T79" fmla="*/ 19 h 23"/>
                <a:gd name="T80" fmla="*/ 14 w 24"/>
                <a:gd name="T81" fmla="*/ 20 h 23"/>
                <a:gd name="T82" fmla="*/ 14 w 24"/>
                <a:gd name="T83" fmla="*/ 18 h 23"/>
                <a:gd name="T84" fmla="*/ 14 w 24"/>
                <a:gd name="T85" fmla="*/ 15 h 23"/>
                <a:gd name="T86" fmla="*/ 14 w 24"/>
                <a:gd name="T87" fmla="*/ 14 h 23"/>
                <a:gd name="T88" fmla="*/ 15 w 24"/>
                <a:gd name="T89" fmla="*/ 15 h 23"/>
                <a:gd name="T90" fmla="*/ 15 w 24"/>
                <a:gd name="T91" fmla="*/ 15 h 23"/>
                <a:gd name="T92" fmla="*/ 17 w 24"/>
                <a:gd name="T93" fmla="*/ 16 h 23"/>
                <a:gd name="T94" fmla="*/ 21 w 24"/>
                <a:gd name="T95" fmla="*/ 14 h 23"/>
                <a:gd name="T96" fmla="*/ 22 w 24"/>
                <a:gd name="T97" fmla="*/ 13 h 23"/>
                <a:gd name="T98" fmla="*/ 22 w 24"/>
                <a:gd name="T99" fmla="*/ 13 h 23"/>
                <a:gd name="T100" fmla="*/ 24 w 24"/>
                <a:gd name="T101" fmla="*/ 12 h 23"/>
                <a:gd name="T102" fmla="*/ 12 w 24"/>
                <a:gd name="T10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" h="23">
                  <a:moveTo>
                    <a:pt x="12" y="0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1"/>
                    <a:pt x="9" y="2"/>
                  </a:cubicBezTo>
                  <a:cubicBezTo>
                    <a:pt x="9" y="3"/>
                    <a:pt x="10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2" y="3"/>
                    <a:pt x="12" y="4"/>
                  </a:cubicBezTo>
                  <a:cubicBezTo>
                    <a:pt x="12" y="4"/>
                    <a:pt x="12" y="5"/>
                    <a:pt x="12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8" y="8"/>
                    <a:pt x="8" y="8"/>
                  </a:cubicBezTo>
                  <a:cubicBezTo>
                    <a:pt x="8" y="9"/>
                    <a:pt x="8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4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4"/>
                    <a:pt x="3" y="15"/>
                    <a:pt x="3" y="15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7"/>
                    <a:pt x="3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2"/>
                    <a:pt x="2" y="23"/>
                    <a:pt x="3" y="22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7" y="21"/>
                    <a:pt x="8" y="20"/>
                    <a:pt x="8" y="19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6"/>
                    <a:pt x="9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20"/>
                    <a:pt x="14" y="20"/>
                  </a:cubicBezTo>
                  <a:cubicBezTo>
                    <a:pt x="14" y="19"/>
                    <a:pt x="15" y="19"/>
                    <a:pt x="14" y="18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4" y="14"/>
                    <a:pt x="14" y="14"/>
                  </a:cubicBezTo>
                  <a:cubicBezTo>
                    <a:pt x="14" y="14"/>
                    <a:pt x="15" y="14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6" y="16"/>
                    <a:pt x="17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1" y="7"/>
                    <a:pt x="17" y="3"/>
                    <a:pt x="12" y="0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1C72A180-9226-E27F-28E7-0F03E70FC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1552" y="2370002"/>
              <a:ext cx="29000" cy="18454"/>
            </a:xfrm>
            <a:custGeom>
              <a:avLst/>
              <a:gdLst>
                <a:gd name="T0" fmla="*/ 2 w 3"/>
                <a:gd name="T1" fmla="*/ 2 h 2"/>
                <a:gd name="T2" fmla="*/ 1 w 3"/>
                <a:gd name="T3" fmla="*/ 2 h 2"/>
                <a:gd name="T4" fmla="*/ 0 w 3"/>
                <a:gd name="T5" fmla="*/ 2 h 2"/>
                <a:gd name="T6" fmla="*/ 0 w 3"/>
                <a:gd name="T7" fmla="*/ 1 h 2"/>
                <a:gd name="T8" fmla="*/ 0 w 3"/>
                <a:gd name="T9" fmla="*/ 0 h 2"/>
                <a:gd name="T10" fmla="*/ 2 w 3"/>
                <a:gd name="T11" fmla="*/ 0 h 2"/>
                <a:gd name="T12" fmla="*/ 2 w 3"/>
                <a:gd name="T13" fmla="*/ 1 h 2"/>
                <a:gd name="T14" fmla="*/ 3 w 3"/>
                <a:gd name="T15" fmla="*/ 1 h 2"/>
                <a:gd name="T16" fmla="*/ 2 w 3"/>
                <a:gd name="T1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BA621C05-025E-E6BA-76CE-32D270281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8009" y="2417456"/>
              <a:ext cx="297905" cy="345359"/>
            </a:xfrm>
            <a:custGeom>
              <a:avLst/>
              <a:gdLst>
                <a:gd name="T0" fmla="*/ 30 w 32"/>
                <a:gd name="T1" fmla="*/ 1 h 37"/>
                <a:gd name="T2" fmla="*/ 26 w 32"/>
                <a:gd name="T3" fmla="*/ 2 h 37"/>
                <a:gd name="T4" fmla="*/ 24 w 32"/>
                <a:gd name="T5" fmla="*/ 1 h 37"/>
                <a:gd name="T6" fmla="*/ 23 w 32"/>
                <a:gd name="T7" fmla="*/ 1 h 37"/>
                <a:gd name="T8" fmla="*/ 19 w 32"/>
                <a:gd name="T9" fmla="*/ 2 h 37"/>
                <a:gd name="T10" fmla="*/ 18 w 32"/>
                <a:gd name="T11" fmla="*/ 1 h 37"/>
                <a:gd name="T12" fmla="*/ 18 w 32"/>
                <a:gd name="T13" fmla="*/ 1 h 37"/>
                <a:gd name="T14" fmla="*/ 16 w 32"/>
                <a:gd name="T15" fmla="*/ 0 h 37"/>
                <a:gd name="T16" fmla="*/ 5 w 32"/>
                <a:gd name="T17" fmla="*/ 3 h 37"/>
                <a:gd name="T18" fmla="*/ 4 w 32"/>
                <a:gd name="T19" fmla="*/ 5 h 37"/>
                <a:gd name="T20" fmla="*/ 4 w 32"/>
                <a:gd name="T21" fmla="*/ 6 h 37"/>
                <a:gd name="T22" fmla="*/ 5 w 32"/>
                <a:gd name="T23" fmla="*/ 6 h 37"/>
                <a:gd name="T24" fmla="*/ 6 w 32"/>
                <a:gd name="T25" fmla="*/ 7 h 37"/>
                <a:gd name="T26" fmla="*/ 6 w 32"/>
                <a:gd name="T27" fmla="*/ 8 h 37"/>
                <a:gd name="T28" fmla="*/ 5 w 32"/>
                <a:gd name="T29" fmla="*/ 8 h 37"/>
                <a:gd name="T30" fmla="*/ 1 w 32"/>
                <a:gd name="T31" fmla="*/ 15 h 37"/>
                <a:gd name="T32" fmla="*/ 2 w 32"/>
                <a:gd name="T33" fmla="*/ 18 h 37"/>
                <a:gd name="T34" fmla="*/ 9 w 32"/>
                <a:gd name="T35" fmla="*/ 22 h 37"/>
                <a:gd name="T36" fmla="*/ 13 w 32"/>
                <a:gd name="T37" fmla="*/ 21 h 37"/>
                <a:gd name="T38" fmla="*/ 18 w 32"/>
                <a:gd name="T39" fmla="*/ 24 h 37"/>
                <a:gd name="T40" fmla="*/ 22 w 32"/>
                <a:gd name="T41" fmla="*/ 37 h 37"/>
                <a:gd name="T42" fmla="*/ 31 w 32"/>
                <a:gd name="T43" fmla="*/ 18 h 37"/>
                <a:gd name="T44" fmla="*/ 28 w 32"/>
                <a:gd name="T45" fmla="*/ 10 h 37"/>
                <a:gd name="T46" fmla="*/ 29 w 32"/>
                <a:gd name="T47" fmla="*/ 9 h 37"/>
                <a:gd name="T48" fmla="*/ 30 w 32"/>
                <a:gd name="T49" fmla="*/ 10 h 37"/>
                <a:gd name="T50" fmla="*/ 31 w 32"/>
                <a:gd name="T51" fmla="*/ 14 h 37"/>
                <a:gd name="T52" fmla="*/ 30 w 32"/>
                <a:gd name="T53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7">
                  <a:moveTo>
                    <a:pt x="30" y="1"/>
                  </a:moveTo>
                  <a:cubicBezTo>
                    <a:pt x="26" y="2"/>
                    <a:pt x="26" y="2"/>
                    <a:pt x="26" y="2"/>
                  </a:cubicBezTo>
                  <a:cubicBezTo>
                    <a:pt x="25" y="2"/>
                    <a:pt x="25" y="2"/>
                    <a:pt x="24" y="1"/>
                  </a:cubicBezTo>
                  <a:cubicBezTo>
                    <a:pt x="24" y="1"/>
                    <a:pt x="24" y="1"/>
                    <a:pt x="23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8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3"/>
                    <a:pt x="4" y="4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2"/>
                    <a:pt x="1" y="15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21"/>
                    <a:pt x="6" y="23"/>
                    <a:pt x="9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5" y="20"/>
                    <a:pt x="17" y="22"/>
                    <a:pt x="18" y="24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6" y="31"/>
                    <a:pt x="29" y="25"/>
                    <a:pt x="31" y="18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9" y="9"/>
                    <a:pt x="29" y="9"/>
                  </a:cubicBezTo>
                  <a:cubicBezTo>
                    <a:pt x="29" y="9"/>
                    <a:pt x="30" y="9"/>
                    <a:pt x="30" y="10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9"/>
                    <a:pt x="31" y="5"/>
                    <a:pt x="30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7FC65A35-FA75-D68E-3C4F-8EBF022D2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1556" y="2285640"/>
              <a:ext cx="18454" cy="18454"/>
            </a:xfrm>
            <a:custGeom>
              <a:avLst/>
              <a:gdLst>
                <a:gd name="T0" fmla="*/ 2 w 2"/>
                <a:gd name="T1" fmla="*/ 1 h 2"/>
                <a:gd name="T2" fmla="*/ 1 w 2"/>
                <a:gd name="T3" fmla="*/ 2 h 2"/>
                <a:gd name="T4" fmla="*/ 0 w 2"/>
                <a:gd name="T5" fmla="*/ 1 h 2"/>
                <a:gd name="T6" fmla="*/ 1 w 2"/>
                <a:gd name="T7" fmla="*/ 0 h 2"/>
                <a:gd name="T8" fmla="*/ 1 w 2"/>
                <a:gd name="T9" fmla="*/ 0 h 2"/>
                <a:gd name="T10" fmla="*/ 2 w 2"/>
                <a:gd name="T11" fmla="*/ 0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4964FD26-82E6-ADB1-E53A-C5D53FD123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31560" y="2285640"/>
              <a:ext cx="187179" cy="429721"/>
            </a:xfrm>
            <a:custGeom>
              <a:avLst/>
              <a:gdLst>
                <a:gd name="T0" fmla="*/ 10 w 20"/>
                <a:gd name="T1" fmla="*/ 37 h 46"/>
                <a:gd name="T2" fmla="*/ 10 w 20"/>
                <a:gd name="T3" fmla="*/ 37 h 46"/>
                <a:gd name="T4" fmla="*/ 10 w 20"/>
                <a:gd name="T5" fmla="*/ 37 h 46"/>
                <a:gd name="T6" fmla="*/ 8 w 20"/>
                <a:gd name="T7" fmla="*/ 43 h 46"/>
                <a:gd name="T8" fmla="*/ 12 w 20"/>
                <a:gd name="T9" fmla="*/ 46 h 46"/>
                <a:gd name="T10" fmla="*/ 13 w 20"/>
                <a:gd name="T11" fmla="*/ 46 h 46"/>
                <a:gd name="T12" fmla="*/ 13 w 20"/>
                <a:gd name="T13" fmla="*/ 41 h 46"/>
                <a:gd name="T14" fmla="*/ 10 w 20"/>
                <a:gd name="T15" fmla="*/ 37 h 46"/>
                <a:gd name="T16" fmla="*/ 19 w 20"/>
                <a:gd name="T17" fmla="*/ 1 h 46"/>
                <a:gd name="T18" fmla="*/ 18 w 20"/>
                <a:gd name="T19" fmla="*/ 1 h 46"/>
                <a:gd name="T20" fmla="*/ 11 w 20"/>
                <a:gd name="T21" fmla="*/ 3 h 46"/>
                <a:gd name="T22" fmla="*/ 10 w 20"/>
                <a:gd name="T23" fmla="*/ 3 h 46"/>
                <a:gd name="T24" fmla="*/ 10 w 20"/>
                <a:gd name="T25" fmla="*/ 4 h 46"/>
                <a:gd name="T26" fmla="*/ 9 w 20"/>
                <a:gd name="T27" fmla="*/ 3 h 46"/>
                <a:gd name="T28" fmla="*/ 9 w 20"/>
                <a:gd name="T29" fmla="*/ 2 h 46"/>
                <a:gd name="T30" fmla="*/ 6 w 20"/>
                <a:gd name="T31" fmla="*/ 6 h 46"/>
                <a:gd name="T32" fmla="*/ 0 w 20"/>
                <a:gd name="T33" fmla="*/ 18 h 46"/>
                <a:gd name="T34" fmla="*/ 1 w 20"/>
                <a:gd name="T35" fmla="*/ 19 h 46"/>
                <a:gd name="T36" fmla="*/ 3 w 20"/>
                <a:gd name="T37" fmla="*/ 27 h 46"/>
                <a:gd name="T38" fmla="*/ 5 w 20"/>
                <a:gd name="T39" fmla="*/ 29 h 46"/>
                <a:gd name="T40" fmla="*/ 6 w 20"/>
                <a:gd name="T41" fmla="*/ 28 h 46"/>
                <a:gd name="T42" fmla="*/ 7 w 20"/>
                <a:gd name="T43" fmla="*/ 28 h 46"/>
                <a:gd name="T44" fmla="*/ 7 w 20"/>
                <a:gd name="T45" fmla="*/ 28 h 46"/>
                <a:gd name="T46" fmla="*/ 7 w 20"/>
                <a:gd name="T47" fmla="*/ 25 h 46"/>
                <a:gd name="T48" fmla="*/ 12 w 20"/>
                <a:gd name="T49" fmla="*/ 10 h 46"/>
                <a:gd name="T50" fmla="*/ 18 w 20"/>
                <a:gd name="T51" fmla="*/ 5 h 46"/>
                <a:gd name="T52" fmla="*/ 18 w 20"/>
                <a:gd name="T53" fmla="*/ 4 h 46"/>
                <a:gd name="T54" fmla="*/ 19 w 20"/>
                <a:gd name="T55" fmla="*/ 4 h 46"/>
                <a:gd name="T56" fmla="*/ 20 w 20"/>
                <a:gd name="T57" fmla="*/ 3 h 46"/>
                <a:gd name="T58" fmla="*/ 20 w 20"/>
                <a:gd name="T59" fmla="*/ 2 h 46"/>
                <a:gd name="T60" fmla="*/ 19 w 20"/>
                <a:gd name="T61" fmla="*/ 1 h 46"/>
                <a:gd name="T62" fmla="*/ 12 w 20"/>
                <a:gd name="T63" fmla="*/ 0 h 46"/>
                <a:gd name="T64" fmla="*/ 10 w 20"/>
                <a:gd name="T65" fmla="*/ 1 h 46"/>
                <a:gd name="T66" fmla="*/ 10 w 20"/>
                <a:gd name="T67" fmla="*/ 1 h 46"/>
                <a:gd name="T68" fmla="*/ 12 w 20"/>
                <a:gd name="T6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" h="46">
                  <a:moveTo>
                    <a:pt x="10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8" y="39"/>
                    <a:pt x="7" y="41"/>
                    <a:pt x="8" y="43"/>
                  </a:cubicBezTo>
                  <a:cubicBezTo>
                    <a:pt x="8" y="45"/>
                    <a:pt x="10" y="46"/>
                    <a:pt x="12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5"/>
                    <a:pt x="14" y="43"/>
                    <a:pt x="13" y="41"/>
                  </a:cubicBezTo>
                  <a:cubicBezTo>
                    <a:pt x="12" y="40"/>
                    <a:pt x="11" y="39"/>
                    <a:pt x="10" y="37"/>
                  </a:cubicBezTo>
                  <a:moveTo>
                    <a:pt x="19" y="1"/>
                  </a:moveTo>
                  <a:cubicBezTo>
                    <a:pt x="19" y="1"/>
                    <a:pt x="18" y="1"/>
                    <a:pt x="18" y="1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4"/>
                    <a:pt x="9" y="3"/>
                    <a:pt x="9" y="3"/>
                  </a:cubicBezTo>
                  <a:cubicBezTo>
                    <a:pt x="9" y="3"/>
                    <a:pt x="9" y="3"/>
                    <a:pt x="9" y="2"/>
                  </a:cubicBezTo>
                  <a:cubicBezTo>
                    <a:pt x="8" y="4"/>
                    <a:pt x="7" y="5"/>
                    <a:pt x="6" y="6"/>
                  </a:cubicBezTo>
                  <a:cubicBezTo>
                    <a:pt x="3" y="10"/>
                    <a:pt x="1" y="14"/>
                    <a:pt x="0" y="1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8"/>
                    <a:pt x="4" y="29"/>
                    <a:pt x="5" y="29"/>
                  </a:cubicBezTo>
                  <a:cubicBezTo>
                    <a:pt x="6" y="29"/>
                    <a:pt x="6" y="29"/>
                    <a:pt x="6" y="28"/>
                  </a:cubicBezTo>
                  <a:cubicBezTo>
                    <a:pt x="6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7"/>
                    <a:pt x="7" y="26"/>
                    <a:pt x="7" y="25"/>
                  </a:cubicBezTo>
                  <a:cubicBezTo>
                    <a:pt x="7" y="20"/>
                    <a:pt x="9" y="15"/>
                    <a:pt x="12" y="10"/>
                  </a:cubicBezTo>
                  <a:cubicBezTo>
                    <a:pt x="13" y="8"/>
                    <a:pt x="15" y="6"/>
                    <a:pt x="18" y="5"/>
                  </a:cubicBezTo>
                  <a:cubicBezTo>
                    <a:pt x="18" y="5"/>
                    <a:pt x="18" y="4"/>
                    <a:pt x="18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20" y="4"/>
                    <a:pt x="20" y="3"/>
                  </a:cubicBezTo>
                  <a:cubicBezTo>
                    <a:pt x="20" y="3"/>
                    <a:pt x="20" y="3"/>
                    <a:pt x="20" y="2"/>
                  </a:cubicBezTo>
                  <a:cubicBezTo>
                    <a:pt x="20" y="2"/>
                    <a:pt x="19" y="1"/>
                    <a:pt x="19" y="1"/>
                  </a:cubicBezTo>
                  <a:moveTo>
                    <a:pt x="12" y="0"/>
                  </a:moveTo>
                  <a:cubicBezTo>
                    <a:pt x="11" y="0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2" y="0"/>
                  </a:cubicBezTo>
                </a:path>
              </a:pathLst>
            </a:custGeom>
            <a:solidFill>
              <a:srgbClr val="00C6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B05F89CB-1140-759F-796E-ECCDC0509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2678452"/>
              <a:ext cx="999168" cy="1225892"/>
            </a:xfrm>
            <a:custGeom>
              <a:avLst/>
              <a:gdLst>
                <a:gd name="T0" fmla="*/ 379 w 379"/>
                <a:gd name="T1" fmla="*/ 387 h 465"/>
                <a:gd name="T2" fmla="*/ 113 w 379"/>
                <a:gd name="T3" fmla="*/ 465 h 465"/>
                <a:gd name="T4" fmla="*/ 0 w 379"/>
                <a:gd name="T5" fmla="*/ 78 h 465"/>
                <a:gd name="T6" fmla="*/ 265 w 379"/>
                <a:gd name="T7" fmla="*/ 0 h 465"/>
                <a:gd name="T8" fmla="*/ 379 w 379"/>
                <a:gd name="T9" fmla="*/ 387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465">
                  <a:moveTo>
                    <a:pt x="379" y="387"/>
                  </a:moveTo>
                  <a:lnTo>
                    <a:pt x="113" y="465"/>
                  </a:lnTo>
                  <a:lnTo>
                    <a:pt x="0" y="78"/>
                  </a:lnTo>
                  <a:lnTo>
                    <a:pt x="265" y="0"/>
                  </a:lnTo>
                  <a:lnTo>
                    <a:pt x="379" y="387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AF979C5E-63F3-D182-B259-D4AF7D1D9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2678452"/>
              <a:ext cx="999168" cy="1225892"/>
            </a:xfrm>
            <a:custGeom>
              <a:avLst/>
              <a:gdLst>
                <a:gd name="T0" fmla="*/ 379 w 379"/>
                <a:gd name="T1" fmla="*/ 387 h 465"/>
                <a:gd name="T2" fmla="*/ 113 w 379"/>
                <a:gd name="T3" fmla="*/ 465 h 465"/>
                <a:gd name="T4" fmla="*/ 0 w 379"/>
                <a:gd name="T5" fmla="*/ 78 h 465"/>
                <a:gd name="T6" fmla="*/ 265 w 379"/>
                <a:gd name="T7" fmla="*/ 0 h 465"/>
                <a:gd name="T8" fmla="*/ 379 w 379"/>
                <a:gd name="T9" fmla="*/ 387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465">
                  <a:moveTo>
                    <a:pt x="379" y="387"/>
                  </a:moveTo>
                  <a:lnTo>
                    <a:pt x="113" y="465"/>
                  </a:lnTo>
                  <a:lnTo>
                    <a:pt x="0" y="78"/>
                  </a:lnTo>
                  <a:lnTo>
                    <a:pt x="265" y="0"/>
                  </a:lnTo>
                  <a:lnTo>
                    <a:pt x="379" y="38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95E8C3FF-508C-BC7A-E46D-D7259E239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2855086"/>
              <a:ext cx="382267" cy="1049258"/>
            </a:xfrm>
            <a:custGeom>
              <a:avLst/>
              <a:gdLst>
                <a:gd name="T0" fmla="*/ 145 w 145"/>
                <a:gd name="T1" fmla="*/ 387 h 398"/>
                <a:gd name="T2" fmla="*/ 113 w 145"/>
                <a:gd name="T3" fmla="*/ 398 h 398"/>
                <a:gd name="T4" fmla="*/ 0 w 145"/>
                <a:gd name="T5" fmla="*/ 11 h 398"/>
                <a:gd name="T6" fmla="*/ 32 w 145"/>
                <a:gd name="T7" fmla="*/ 0 h 398"/>
                <a:gd name="T8" fmla="*/ 145 w 145"/>
                <a:gd name="T9" fmla="*/ 387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398">
                  <a:moveTo>
                    <a:pt x="145" y="387"/>
                  </a:moveTo>
                  <a:lnTo>
                    <a:pt x="113" y="398"/>
                  </a:lnTo>
                  <a:lnTo>
                    <a:pt x="0" y="11"/>
                  </a:lnTo>
                  <a:lnTo>
                    <a:pt x="32" y="0"/>
                  </a:lnTo>
                  <a:lnTo>
                    <a:pt x="145" y="387"/>
                  </a:lnTo>
                  <a:close/>
                </a:path>
              </a:pathLst>
            </a:custGeom>
            <a:solidFill>
              <a:srgbClr val="004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D0AFF5D2-7646-A1EB-F9A6-89416AACE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0830" y="2791814"/>
              <a:ext cx="503538" cy="672263"/>
            </a:xfrm>
            <a:custGeom>
              <a:avLst/>
              <a:gdLst>
                <a:gd name="T0" fmla="*/ 191 w 191"/>
                <a:gd name="T1" fmla="*/ 220 h 255"/>
                <a:gd name="T2" fmla="*/ 67 w 191"/>
                <a:gd name="T3" fmla="*/ 255 h 255"/>
                <a:gd name="T4" fmla="*/ 0 w 191"/>
                <a:gd name="T5" fmla="*/ 39 h 255"/>
                <a:gd name="T6" fmla="*/ 127 w 191"/>
                <a:gd name="T7" fmla="*/ 0 h 255"/>
                <a:gd name="T8" fmla="*/ 191 w 191"/>
                <a:gd name="T9" fmla="*/ 22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55">
                  <a:moveTo>
                    <a:pt x="191" y="220"/>
                  </a:moveTo>
                  <a:lnTo>
                    <a:pt x="67" y="255"/>
                  </a:lnTo>
                  <a:lnTo>
                    <a:pt x="0" y="39"/>
                  </a:lnTo>
                  <a:lnTo>
                    <a:pt x="127" y="0"/>
                  </a:lnTo>
                  <a:lnTo>
                    <a:pt x="191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FE38CF94-302D-0FB8-03CD-FC0E538E5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3647" y="2894631"/>
              <a:ext cx="184543" cy="168725"/>
            </a:xfrm>
            <a:custGeom>
              <a:avLst/>
              <a:gdLst>
                <a:gd name="T0" fmla="*/ 18 w 20"/>
                <a:gd name="T1" fmla="*/ 4 h 18"/>
                <a:gd name="T2" fmla="*/ 16 w 20"/>
                <a:gd name="T3" fmla="*/ 5 h 18"/>
                <a:gd name="T4" fmla="*/ 15 w 20"/>
                <a:gd name="T5" fmla="*/ 0 h 18"/>
                <a:gd name="T6" fmla="*/ 8 w 20"/>
                <a:gd name="T7" fmla="*/ 2 h 18"/>
                <a:gd name="T8" fmla="*/ 8 w 20"/>
                <a:gd name="T9" fmla="*/ 4 h 18"/>
                <a:gd name="T10" fmla="*/ 7 w 20"/>
                <a:gd name="T11" fmla="*/ 6 h 18"/>
                <a:gd name="T12" fmla="*/ 5 w 20"/>
                <a:gd name="T13" fmla="*/ 5 h 18"/>
                <a:gd name="T14" fmla="*/ 5 w 20"/>
                <a:gd name="T15" fmla="*/ 3 h 18"/>
                <a:gd name="T16" fmla="*/ 0 w 20"/>
                <a:gd name="T17" fmla="*/ 4 h 18"/>
                <a:gd name="T18" fmla="*/ 4 w 20"/>
                <a:gd name="T19" fmla="*/ 15 h 18"/>
                <a:gd name="T20" fmla="*/ 8 w 20"/>
                <a:gd name="T21" fmla="*/ 14 h 18"/>
                <a:gd name="T22" fmla="*/ 9 w 20"/>
                <a:gd name="T23" fmla="*/ 16 h 18"/>
                <a:gd name="T24" fmla="*/ 10 w 20"/>
                <a:gd name="T25" fmla="*/ 17 h 18"/>
                <a:gd name="T26" fmla="*/ 12 w 20"/>
                <a:gd name="T27" fmla="*/ 15 h 18"/>
                <a:gd name="T28" fmla="*/ 11 w 20"/>
                <a:gd name="T29" fmla="*/ 13 h 18"/>
                <a:gd name="T30" fmla="*/ 10 w 20"/>
                <a:gd name="T31" fmla="*/ 10 h 18"/>
                <a:gd name="T32" fmla="*/ 17 w 20"/>
                <a:gd name="T33" fmla="*/ 7 h 18"/>
                <a:gd name="T34" fmla="*/ 17 w 20"/>
                <a:gd name="T35" fmla="*/ 7 h 18"/>
                <a:gd name="T36" fmla="*/ 18 w 20"/>
                <a:gd name="T37" fmla="*/ 7 h 18"/>
                <a:gd name="T38" fmla="*/ 20 w 20"/>
                <a:gd name="T39" fmla="*/ 5 h 18"/>
                <a:gd name="T40" fmla="*/ 18 w 20"/>
                <a:gd name="T41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8">
                  <a:moveTo>
                    <a:pt x="18" y="4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5"/>
                    <a:pt x="7" y="6"/>
                  </a:cubicBezTo>
                  <a:cubicBezTo>
                    <a:pt x="6" y="6"/>
                    <a:pt x="5" y="5"/>
                    <a:pt x="5" y="5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7"/>
                    <a:pt x="10" y="18"/>
                    <a:pt x="10" y="17"/>
                  </a:cubicBezTo>
                  <a:cubicBezTo>
                    <a:pt x="11" y="17"/>
                    <a:pt x="12" y="16"/>
                    <a:pt x="12" y="15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20" y="6"/>
                    <a:pt x="20" y="5"/>
                  </a:cubicBezTo>
                  <a:cubicBezTo>
                    <a:pt x="19" y="4"/>
                    <a:pt x="18" y="4"/>
                    <a:pt x="18" y="4"/>
                  </a:cubicBezTo>
                  <a:close/>
                </a:path>
              </a:pathLst>
            </a:custGeom>
            <a:solidFill>
              <a:srgbClr val="54C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8A2CC51F-A533-DB81-5020-71841ECAD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9559" y="3126628"/>
              <a:ext cx="84362" cy="590537"/>
            </a:xfrm>
            <a:custGeom>
              <a:avLst/>
              <a:gdLst>
                <a:gd name="T0" fmla="*/ 5 w 9"/>
                <a:gd name="T1" fmla="*/ 0 h 63"/>
                <a:gd name="T2" fmla="*/ 9 w 9"/>
                <a:gd name="T3" fmla="*/ 60 h 63"/>
                <a:gd name="T4" fmla="*/ 7 w 9"/>
                <a:gd name="T5" fmla="*/ 63 h 63"/>
                <a:gd name="T6" fmla="*/ 5 w 9"/>
                <a:gd name="T7" fmla="*/ 61 h 63"/>
                <a:gd name="T8" fmla="*/ 0 w 9"/>
                <a:gd name="T9" fmla="*/ 0 h 63"/>
                <a:gd name="T10" fmla="*/ 5 w 9"/>
                <a:gd name="T1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63">
                  <a:moveTo>
                    <a:pt x="5" y="0"/>
                  </a:moveTo>
                  <a:cubicBezTo>
                    <a:pt x="9" y="60"/>
                    <a:pt x="9" y="60"/>
                    <a:pt x="9" y="60"/>
                  </a:cubicBezTo>
                  <a:cubicBezTo>
                    <a:pt x="9" y="62"/>
                    <a:pt x="8" y="63"/>
                    <a:pt x="7" y="63"/>
                  </a:cubicBezTo>
                  <a:cubicBezTo>
                    <a:pt x="6" y="63"/>
                    <a:pt x="5" y="62"/>
                    <a:pt x="5" y="6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216433E0-FBEC-C906-3A6B-3D52B8B11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4377" y="3688165"/>
              <a:ext cx="39545" cy="29000"/>
            </a:xfrm>
            <a:custGeom>
              <a:avLst/>
              <a:gdLst>
                <a:gd name="T0" fmla="*/ 0 w 4"/>
                <a:gd name="T1" fmla="*/ 0 h 3"/>
                <a:gd name="T2" fmla="*/ 0 w 4"/>
                <a:gd name="T3" fmla="*/ 1 h 3"/>
                <a:gd name="T4" fmla="*/ 2 w 4"/>
                <a:gd name="T5" fmla="*/ 3 h 3"/>
                <a:gd name="T6" fmla="*/ 2 w 4"/>
                <a:gd name="T7" fmla="*/ 3 h 3"/>
                <a:gd name="T8" fmla="*/ 4 w 4"/>
                <a:gd name="T9" fmla="*/ 1 h 3"/>
                <a:gd name="T10" fmla="*/ 4 w 4"/>
                <a:gd name="T11" fmla="*/ 0 h 3"/>
                <a:gd name="T12" fmla="*/ 0 w 4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4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A8F60771-3BA7-B8BC-A7E1-EA8F6BC38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9559" y="3042265"/>
              <a:ext cx="44818" cy="84362"/>
            </a:xfrm>
            <a:custGeom>
              <a:avLst/>
              <a:gdLst>
                <a:gd name="T0" fmla="*/ 0 w 17"/>
                <a:gd name="T1" fmla="*/ 32 h 32"/>
                <a:gd name="T2" fmla="*/ 7 w 17"/>
                <a:gd name="T3" fmla="*/ 0 h 32"/>
                <a:gd name="T4" fmla="*/ 17 w 17"/>
                <a:gd name="T5" fmla="*/ 32 h 32"/>
                <a:gd name="T6" fmla="*/ 0 w 17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32">
                  <a:moveTo>
                    <a:pt x="0" y="32"/>
                  </a:moveTo>
                  <a:lnTo>
                    <a:pt x="7" y="0"/>
                  </a:lnTo>
                  <a:lnTo>
                    <a:pt x="17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90C401AE-123E-7741-DC13-A4DB51439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7468" y="3042265"/>
              <a:ext cx="10545" cy="29000"/>
            </a:xfrm>
            <a:custGeom>
              <a:avLst/>
              <a:gdLst>
                <a:gd name="T0" fmla="*/ 4 w 4"/>
                <a:gd name="T1" fmla="*/ 11 h 11"/>
                <a:gd name="T2" fmla="*/ 4 w 4"/>
                <a:gd name="T3" fmla="*/ 0 h 11"/>
                <a:gd name="T4" fmla="*/ 0 w 4"/>
                <a:gd name="T5" fmla="*/ 11 h 11"/>
                <a:gd name="T6" fmla="*/ 4 w 4"/>
                <a:gd name="T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1">
                  <a:moveTo>
                    <a:pt x="4" y="11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4" y="11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A79865C6-D010-F740-09A1-B424B201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9288" y="3126628"/>
              <a:ext cx="121271" cy="590537"/>
            </a:xfrm>
            <a:custGeom>
              <a:avLst/>
              <a:gdLst>
                <a:gd name="T0" fmla="*/ 4 w 13"/>
                <a:gd name="T1" fmla="*/ 0 h 63"/>
                <a:gd name="T2" fmla="*/ 13 w 13"/>
                <a:gd name="T3" fmla="*/ 60 h 63"/>
                <a:gd name="T4" fmla="*/ 11 w 13"/>
                <a:gd name="T5" fmla="*/ 62 h 63"/>
                <a:gd name="T6" fmla="*/ 8 w 13"/>
                <a:gd name="T7" fmla="*/ 61 h 63"/>
                <a:gd name="T8" fmla="*/ 0 w 13"/>
                <a:gd name="T9" fmla="*/ 1 h 63"/>
                <a:gd name="T10" fmla="*/ 4 w 13"/>
                <a:gd name="T1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63">
                  <a:moveTo>
                    <a:pt x="4" y="0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3" y="61"/>
                    <a:pt x="12" y="62"/>
                    <a:pt x="11" y="62"/>
                  </a:cubicBezTo>
                  <a:cubicBezTo>
                    <a:pt x="10" y="63"/>
                    <a:pt x="9" y="62"/>
                    <a:pt x="8" y="6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620478A8-FC07-164B-E683-FC726C1FD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106" y="3680256"/>
              <a:ext cx="47454" cy="36909"/>
            </a:xfrm>
            <a:custGeom>
              <a:avLst/>
              <a:gdLst>
                <a:gd name="T0" fmla="*/ 0 w 5"/>
                <a:gd name="T1" fmla="*/ 1 h 4"/>
                <a:gd name="T2" fmla="*/ 0 w 5"/>
                <a:gd name="T3" fmla="*/ 2 h 4"/>
                <a:gd name="T4" fmla="*/ 3 w 5"/>
                <a:gd name="T5" fmla="*/ 4 h 4"/>
                <a:gd name="T6" fmla="*/ 3 w 5"/>
                <a:gd name="T7" fmla="*/ 3 h 4"/>
                <a:gd name="T8" fmla="*/ 5 w 5"/>
                <a:gd name="T9" fmla="*/ 1 h 4"/>
                <a:gd name="T10" fmla="*/ 5 w 5"/>
                <a:gd name="T11" fmla="*/ 0 h 4"/>
                <a:gd name="T12" fmla="*/ 0 w 5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2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5" y="2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29A0E3E1-CF86-C050-0621-1396DD405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9288" y="3052811"/>
              <a:ext cx="36909" cy="84362"/>
            </a:xfrm>
            <a:custGeom>
              <a:avLst/>
              <a:gdLst>
                <a:gd name="T0" fmla="*/ 0 w 14"/>
                <a:gd name="T1" fmla="*/ 32 h 32"/>
                <a:gd name="T2" fmla="*/ 4 w 14"/>
                <a:gd name="T3" fmla="*/ 0 h 32"/>
                <a:gd name="T4" fmla="*/ 14 w 14"/>
                <a:gd name="T5" fmla="*/ 28 h 32"/>
                <a:gd name="T6" fmla="*/ 0 w 14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2">
                  <a:moveTo>
                    <a:pt x="0" y="32"/>
                  </a:moveTo>
                  <a:lnTo>
                    <a:pt x="4" y="0"/>
                  </a:lnTo>
                  <a:lnTo>
                    <a:pt x="14" y="28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D4A42030-8E7F-07F9-CD8B-9EC1585B1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9834" y="3052811"/>
              <a:ext cx="7909" cy="18454"/>
            </a:xfrm>
            <a:custGeom>
              <a:avLst/>
              <a:gdLst>
                <a:gd name="T0" fmla="*/ 3 w 3"/>
                <a:gd name="T1" fmla="*/ 7 h 7"/>
                <a:gd name="T2" fmla="*/ 0 w 3"/>
                <a:gd name="T3" fmla="*/ 0 h 7"/>
                <a:gd name="T4" fmla="*/ 0 w 3"/>
                <a:gd name="T5" fmla="*/ 7 h 7"/>
                <a:gd name="T6" fmla="*/ 3 w 3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3" y="7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14809A05-A80F-EA87-272F-A1F0C90F3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2586181"/>
              <a:ext cx="289996" cy="73817"/>
            </a:xfrm>
            <a:custGeom>
              <a:avLst/>
              <a:gdLst>
                <a:gd name="T0" fmla="*/ 110 w 110"/>
                <a:gd name="T1" fmla="*/ 0 h 28"/>
                <a:gd name="T2" fmla="*/ 0 w 110"/>
                <a:gd name="T3" fmla="*/ 14 h 28"/>
                <a:gd name="T4" fmla="*/ 0 w 110"/>
                <a:gd name="T5" fmla="*/ 28 h 28"/>
                <a:gd name="T6" fmla="*/ 110 w 110"/>
                <a:gd name="T7" fmla="*/ 14 h 28"/>
                <a:gd name="T8" fmla="*/ 110 w 110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28">
                  <a:moveTo>
                    <a:pt x="110" y="0"/>
                  </a:moveTo>
                  <a:lnTo>
                    <a:pt x="0" y="14"/>
                  </a:lnTo>
                  <a:lnTo>
                    <a:pt x="0" y="28"/>
                  </a:lnTo>
                  <a:lnTo>
                    <a:pt x="110" y="14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C9D84B8D-B1CD-1C28-E2B0-97C7499E5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2604635"/>
              <a:ext cx="529902" cy="1718885"/>
            </a:xfrm>
            <a:custGeom>
              <a:avLst/>
              <a:gdLst>
                <a:gd name="T0" fmla="*/ 201 w 201"/>
                <a:gd name="T1" fmla="*/ 638 h 652"/>
                <a:gd name="T2" fmla="*/ 77 w 201"/>
                <a:gd name="T3" fmla="*/ 652 h 652"/>
                <a:gd name="T4" fmla="*/ 0 w 201"/>
                <a:gd name="T5" fmla="*/ 17 h 652"/>
                <a:gd name="T6" fmla="*/ 120 w 201"/>
                <a:gd name="T7" fmla="*/ 0 h 652"/>
                <a:gd name="T8" fmla="*/ 201 w 201"/>
                <a:gd name="T9" fmla="*/ 638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652">
                  <a:moveTo>
                    <a:pt x="201" y="638"/>
                  </a:moveTo>
                  <a:lnTo>
                    <a:pt x="77" y="652"/>
                  </a:lnTo>
                  <a:lnTo>
                    <a:pt x="0" y="17"/>
                  </a:lnTo>
                  <a:lnTo>
                    <a:pt x="120" y="0"/>
                  </a:lnTo>
                  <a:lnTo>
                    <a:pt x="201" y="638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61AD0705-959C-85D9-B52C-769DA9445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2604635"/>
              <a:ext cx="529902" cy="1718885"/>
            </a:xfrm>
            <a:custGeom>
              <a:avLst/>
              <a:gdLst>
                <a:gd name="T0" fmla="*/ 201 w 201"/>
                <a:gd name="T1" fmla="*/ 638 h 652"/>
                <a:gd name="T2" fmla="*/ 77 w 201"/>
                <a:gd name="T3" fmla="*/ 652 h 652"/>
                <a:gd name="T4" fmla="*/ 0 w 201"/>
                <a:gd name="T5" fmla="*/ 17 h 652"/>
                <a:gd name="T6" fmla="*/ 120 w 201"/>
                <a:gd name="T7" fmla="*/ 0 h 652"/>
                <a:gd name="T8" fmla="*/ 201 w 201"/>
                <a:gd name="T9" fmla="*/ 638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652">
                  <a:moveTo>
                    <a:pt x="201" y="638"/>
                  </a:moveTo>
                  <a:lnTo>
                    <a:pt x="77" y="652"/>
                  </a:lnTo>
                  <a:lnTo>
                    <a:pt x="0" y="17"/>
                  </a:lnTo>
                  <a:lnTo>
                    <a:pt x="120" y="0"/>
                  </a:lnTo>
                  <a:lnTo>
                    <a:pt x="201" y="6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82AE84E5-8294-6AAB-1219-F7158F687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6476" y="2678452"/>
              <a:ext cx="179270" cy="840988"/>
            </a:xfrm>
            <a:custGeom>
              <a:avLst/>
              <a:gdLst>
                <a:gd name="T0" fmla="*/ 4 w 19"/>
                <a:gd name="T1" fmla="*/ 0 h 90"/>
                <a:gd name="T2" fmla="*/ 4 w 19"/>
                <a:gd name="T3" fmla="*/ 0 h 90"/>
                <a:gd name="T4" fmla="*/ 1 w 19"/>
                <a:gd name="T5" fmla="*/ 4 h 90"/>
                <a:gd name="T6" fmla="*/ 12 w 19"/>
                <a:gd name="T7" fmla="*/ 90 h 90"/>
                <a:gd name="T8" fmla="*/ 19 w 19"/>
                <a:gd name="T9" fmla="*/ 88 h 90"/>
                <a:gd name="T10" fmla="*/ 8 w 19"/>
                <a:gd name="T11" fmla="*/ 3 h 90"/>
                <a:gd name="T12" fmla="*/ 4 w 19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9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1" y="4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1"/>
                    <a:pt x="6" y="0"/>
                    <a:pt x="4" y="0"/>
                  </a:cubicBezTo>
                </a:path>
              </a:pathLst>
            </a:custGeom>
            <a:solidFill>
              <a:srgbClr val="73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400CD5EA-A580-2704-A503-836FFD20A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6476" y="2791814"/>
              <a:ext cx="234633" cy="326905"/>
            </a:xfrm>
            <a:custGeom>
              <a:avLst/>
              <a:gdLst>
                <a:gd name="T0" fmla="*/ 89 w 89"/>
                <a:gd name="T1" fmla="*/ 113 h 124"/>
                <a:gd name="T2" fmla="*/ 14 w 89"/>
                <a:gd name="T3" fmla="*/ 124 h 124"/>
                <a:gd name="T4" fmla="*/ 0 w 89"/>
                <a:gd name="T5" fmla="*/ 10 h 124"/>
                <a:gd name="T6" fmla="*/ 75 w 89"/>
                <a:gd name="T7" fmla="*/ 0 h 124"/>
                <a:gd name="T8" fmla="*/ 89 w 89"/>
                <a:gd name="T9" fmla="*/ 11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24">
                  <a:moveTo>
                    <a:pt x="89" y="113"/>
                  </a:moveTo>
                  <a:lnTo>
                    <a:pt x="14" y="124"/>
                  </a:lnTo>
                  <a:lnTo>
                    <a:pt x="0" y="10"/>
                  </a:lnTo>
                  <a:lnTo>
                    <a:pt x="75" y="0"/>
                  </a:lnTo>
                  <a:lnTo>
                    <a:pt x="89" y="1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1F9ABE04-6FD9-A91E-8A69-7556E87EE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480" y="3221536"/>
              <a:ext cx="690718" cy="756626"/>
            </a:xfrm>
            <a:custGeom>
              <a:avLst/>
              <a:gdLst>
                <a:gd name="T0" fmla="*/ 262 w 262"/>
                <a:gd name="T1" fmla="*/ 209 h 287"/>
                <a:gd name="T2" fmla="*/ 106 w 262"/>
                <a:gd name="T3" fmla="*/ 287 h 287"/>
                <a:gd name="T4" fmla="*/ 0 w 262"/>
                <a:gd name="T5" fmla="*/ 78 h 287"/>
                <a:gd name="T6" fmla="*/ 156 w 262"/>
                <a:gd name="T7" fmla="*/ 0 h 287"/>
                <a:gd name="T8" fmla="*/ 262 w 262"/>
                <a:gd name="T9" fmla="*/ 209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87">
                  <a:moveTo>
                    <a:pt x="262" y="209"/>
                  </a:moveTo>
                  <a:lnTo>
                    <a:pt x="106" y="287"/>
                  </a:lnTo>
                  <a:lnTo>
                    <a:pt x="0" y="78"/>
                  </a:lnTo>
                  <a:lnTo>
                    <a:pt x="156" y="0"/>
                  </a:lnTo>
                  <a:lnTo>
                    <a:pt x="262" y="209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982D0F6-809A-96B8-7348-EE7C98E11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7025" y="3435078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2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0CFAB0E5-9E4C-01A3-0DA6-03BB42C67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480" y="3474623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A02A8BCC-DF6D-A3A4-5F49-AC3B9995F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4479" y="3519441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6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60D49D9F-75A7-335E-8855-754884D47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DC6E9D3A-F366-0788-4D71-912896F9B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BA9B0250-A8CE-A2CC-0935-ED2B53C3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4E5D0E7B-55AC-17A0-7315-08F348DF4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FBF46B12-FBED-E14A-AFBF-0DBDCC342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6FABEFF5-D36E-A19C-A06F-80E6734A4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6DE0191C-B814-83E3-DE7B-5546EAF00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5480" y="3474623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4EB13EEE-6C21-B813-95EB-7E93A5264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4479" y="3519441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6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D1C2A24-16BF-9B80-1406-B8A462356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F0486D06-06AC-B8DF-2F4B-FB9DEEBDB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7FF27A5D-59C2-FACD-AFEC-1A65865BF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60">
              <a:extLst>
                <a:ext uri="{FF2B5EF4-FFF2-40B4-BE49-F238E27FC236}">
                  <a16:creationId xmlns:a16="http://schemas.microsoft.com/office/drawing/2014/main" id="{35B58D00-05F7-0E40-3547-F6D434E2B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61">
              <a:extLst>
                <a:ext uri="{FF2B5EF4-FFF2-40B4-BE49-F238E27FC236}">
                  <a16:creationId xmlns:a16="http://schemas.microsoft.com/office/drawing/2014/main" id="{5FA7F635-5591-26FD-C1DC-3E83DAA6E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62">
              <a:extLst>
                <a:ext uri="{FF2B5EF4-FFF2-40B4-BE49-F238E27FC236}">
                  <a16:creationId xmlns:a16="http://schemas.microsoft.com/office/drawing/2014/main" id="{5F20C0F6-A72A-29A3-65DF-E10B9B320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63">
              <a:extLst>
                <a:ext uri="{FF2B5EF4-FFF2-40B4-BE49-F238E27FC236}">
                  <a16:creationId xmlns:a16="http://schemas.microsoft.com/office/drawing/2014/main" id="{0C477AC0-713B-0976-F477-B17FE07C5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64">
              <a:extLst>
                <a:ext uri="{FF2B5EF4-FFF2-40B4-BE49-F238E27FC236}">
                  <a16:creationId xmlns:a16="http://schemas.microsoft.com/office/drawing/2014/main" id="{B6F91B03-7CFD-D741-5F48-B0F13DE6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4479" y="3519441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6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65">
              <a:extLst>
                <a:ext uri="{FF2B5EF4-FFF2-40B4-BE49-F238E27FC236}">
                  <a16:creationId xmlns:a16="http://schemas.microsoft.com/office/drawing/2014/main" id="{D016B542-55B2-6889-DB06-5CDD46B87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66">
              <a:extLst>
                <a:ext uri="{FF2B5EF4-FFF2-40B4-BE49-F238E27FC236}">
                  <a16:creationId xmlns:a16="http://schemas.microsoft.com/office/drawing/2014/main" id="{C09B3D81-109D-7833-D887-485E1504E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67">
              <a:extLst>
                <a:ext uri="{FF2B5EF4-FFF2-40B4-BE49-F238E27FC236}">
                  <a16:creationId xmlns:a16="http://schemas.microsoft.com/office/drawing/2014/main" id="{ED30A4B3-ECD9-917F-398E-512555D5F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68">
              <a:extLst>
                <a:ext uri="{FF2B5EF4-FFF2-40B4-BE49-F238E27FC236}">
                  <a16:creationId xmlns:a16="http://schemas.microsoft.com/office/drawing/2014/main" id="{AA459774-2428-F7BE-2D63-4687A99C6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69">
              <a:extLst>
                <a:ext uri="{FF2B5EF4-FFF2-40B4-BE49-F238E27FC236}">
                  <a16:creationId xmlns:a16="http://schemas.microsoft.com/office/drawing/2014/main" id="{2B387019-13F0-DA20-2E66-20C087D87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70">
              <a:extLst>
                <a:ext uri="{FF2B5EF4-FFF2-40B4-BE49-F238E27FC236}">
                  <a16:creationId xmlns:a16="http://schemas.microsoft.com/office/drawing/2014/main" id="{145D4831-4D43-A40D-9C76-D2302BD2F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71">
              <a:extLst>
                <a:ext uri="{FF2B5EF4-FFF2-40B4-BE49-F238E27FC236}">
                  <a16:creationId xmlns:a16="http://schemas.microsoft.com/office/drawing/2014/main" id="{AEB05AC6-223B-5147-40B6-ED9236021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72">
              <a:extLst>
                <a:ext uri="{FF2B5EF4-FFF2-40B4-BE49-F238E27FC236}">
                  <a16:creationId xmlns:a16="http://schemas.microsoft.com/office/drawing/2014/main" id="{290986CD-814F-F878-D640-22EBC9EC3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848981"/>
              <a:ext cx="65908" cy="44818"/>
            </a:xfrm>
            <a:custGeom>
              <a:avLst/>
              <a:gdLst>
                <a:gd name="T0" fmla="*/ 2 w 7"/>
                <a:gd name="T1" fmla="*/ 4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0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73">
              <a:extLst>
                <a:ext uri="{FF2B5EF4-FFF2-40B4-BE49-F238E27FC236}">
                  <a16:creationId xmlns:a16="http://schemas.microsoft.com/office/drawing/2014/main" id="{22CB402B-49B8-A95E-7C67-179D9E54D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933" y="3558985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74">
              <a:extLst>
                <a:ext uri="{FF2B5EF4-FFF2-40B4-BE49-F238E27FC236}">
                  <a16:creationId xmlns:a16="http://schemas.microsoft.com/office/drawing/2014/main" id="{8DB53AE2-2D38-AAFB-36DF-3BFA3D9DA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75">
              <a:extLst>
                <a:ext uri="{FF2B5EF4-FFF2-40B4-BE49-F238E27FC236}">
                  <a16:creationId xmlns:a16="http://schemas.microsoft.com/office/drawing/2014/main" id="{28268897-D5BD-9AF9-987D-1901FF12D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76">
              <a:extLst>
                <a:ext uri="{FF2B5EF4-FFF2-40B4-BE49-F238E27FC236}">
                  <a16:creationId xmlns:a16="http://schemas.microsoft.com/office/drawing/2014/main" id="{04A4519E-9585-4CB4-9E3B-FCA402667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77">
              <a:extLst>
                <a:ext uri="{FF2B5EF4-FFF2-40B4-BE49-F238E27FC236}">
                  <a16:creationId xmlns:a16="http://schemas.microsoft.com/office/drawing/2014/main" id="{83210D0F-F332-E0F4-6EC3-C7AB6E413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78">
              <a:extLst>
                <a:ext uri="{FF2B5EF4-FFF2-40B4-BE49-F238E27FC236}">
                  <a16:creationId xmlns:a16="http://schemas.microsoft.com/office/drawing/2014/main" id="{8CE040B8-2648-B92B-2729-6FCECB8DC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79">
              <a:extLst>
                <a:ext uri="{FF2B5EF4-FFF2-40B4-BE49-F238E27FC236}">
                  <a16:creationId xmlns:a16="http://schemas.microsoft.com/office/drawing/2014/main" id="{4EC58D9B-C360-2516-5636-3A769D079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80">
              <a:extLst>
                <a:ext uri="{FF2B5EF4-FFF2-40B4-BE49-F238E27FC236}">
                  <a16:creationId xmlns:a16="http://schemas.microsoft.com/office/drawing/2014/main" id="{C064EF57-E554-687A-7953-02C630B7D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848981"/>
              <a:ext cx="65908" cy="44818"/>
            </a:xfrm>
            <a:custGeom>
              <a:avLst/>
              <a:gdLst>
                <a:gd name="T0" fmla="*/ 2 w 7"/>
                <a:gd name="T1" fmla="*/ 4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0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81">
              <a:extLst>
                <a:ext uri="{FF2B5EF4-FFF2-40B4-BE49-F238E27FC236}">
                  <a16:creationId xmlns:a16="http://schemas.microsoft.com/office/drawing/2014/main" id="{22F00772-87DF-A0B7-8895-5F794CCA1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1113" y="3885890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1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2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82">
              <a:extLst>
                <a:ext uri="{FF2B5EF4-FFF2-40B4-BE49-F238E27FC236}">
                  <a16:creationId xmlns:a16="http://schemas.microsoft.com/office/drawing/2014/main" id="{80D377E2-506B-7935-653F-A20D4508B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388" y="3595894"/>
              <a:ext cx="65908" cy="44818"/>
            </a:xfrm>
            <a:custGeom>
              <a:avLst/>
              <a:gdLst>
                <a:gd name="T0" fmla="*/ 2 w 7"/>
                <a:gd name="T1" fmla="*/ 5 h 5"/>
                <a:gd name="T2" fmla="*/ 6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83">
              <a:extLst>
                <a:ext uri="{FF2B5EF4-FFF2-40B4-BE49-F238E27FC236}">
                  <a16:creationId xmlns:a16="http://schemas.microsoft.com/office/drawing/2014/main" id="{738F2D19-B177-4E12-728B-41391E3E6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42" y="3640712"/>
              <a:ext cx="65908" cy="39545"/>
            </a:xfrm>
            <a:custGeom>
              <a:avLst/>
              <a:gdLst>
                <a:gd name="T0" fmla="*/ 2 w 7"/>
                <a:gd name="T1" fmla="*/ 4 h 4"/>
                <a:gd name="T2" fmla="*/ 7 w 7"/>
                <a:gd name="T3" fmla="*/ 2 h 4"/>
                <a:gd name="T4" fmla="*/ 7 w 7"/>
                <a:gd name="T5" fmla="*/ 0 h 4"/>
                <a:gd name="T6" fmla="*/ 6 w 7"/>
                <a:gd name="T7" fmla="*/ 0 h 4"/>
                <a:gd name="T8" fmla="*/ 1 w 7"/>
                <a:gd name="T9" fmla="*/ 3 h 4"/>
                <a:gd name="T10" fmla="*/ 0 w 7"/>
                <a:gd name="T11" fmla="*/ 4 h 4"/>
                <a:gd name="T12" fmla="*/ 2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84">
              <a:extLst>
                <a:ext uri="{FF2B5EF4-FFF2-40B4-BE49-F238E27FC236}">
                  <a16:creationId xmlns:a16="http://schemas.microsoft.com/office/drawing/2014/main" id="{94C82298-D687-D04C-A65F-F70DC6C95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8296" y="3680256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0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85">
              <a:extLst>
                <a:ext uri="{FF2B5EF4-FFF2-40B4-BE49-F238E27FC236}">
                  <a16:creationId xmlns:a16="http://schemas.microsoft.com/office/drawing/2014/main" id="{185E03A8-9BDB-8E81-F30B-5A3C78F3B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7296" y="3725074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Freeform 86">
              <a:extLst>
                <a:ext uri="{FF2B5EF4-FFF2-40B4-BE49-F238E27FC236}">
                  <a16:creationId xmlns:a16="http://schemas.microsoft.com/office/drawing/2014/main" id="{BE22CAB9-23A2-D33A-2656-50E8A74F6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5750" y="3764619"/>
              <a:ext cx="65908" cy="44818"/>
            </a:xfrm>
            <a:custGeom>
              <a:avLst/>
              <a:gdLst>
                <a:gd name="T0" fmla="*/ 1 w 7"/>
                <a:gd name="T1" fmla="*/ 4 h 5"/>
                <a:gd name="T2" fmla="*/ 6 w 7"/>
                <a:gd name="T3" fmla="*/ 2 h 5"/>
                <a:gd name="T4" fmla="*/ 7 w 7"/>
                <a:gd name="T5" fmla="*/ 1 h 5"/>
                <a:gd name="T6" fmla="*/ 5 w 7"/>
                <a:gd name="T7" fmla="*/ 0 h 5"/>
                <a:gd name="T8" fmla="*/ 0 w 7"/>
                <a:gd name="T9" fmla="*/ 3 h 5"/>
                <a:gd name="T10" fmla="*/ 0 w 7"/>
                <a:gd name="T11" fmla="*/ 4 h 5"/>
                <a:gd name="T12" fmla="*/ 1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1" y="5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Freeform 87">
              <a:extLst>
                <a:ext uri="{FF2B5EF4-FFF2-40B4-BE49-F238E27FC236}">
                  <a16:creationId xmlns:a16="http://schemas.microsoft.com/office/drawing/2014/main" id="{F107ED8E-C918-70A7-CE85-F366CCA25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4204" y="3801528"/>
              <a:ext cx="65908" cy="47454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1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6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Freeform 88">
              <a:extLst>
                <a:ext uri="{FF2B5EF4-FFF2-40B4-BE49-F238E27FC236}">
                  <a16:creationId xmlns:a16="http://schemas.microsoft.com/office/drawing/2014/main" id="{319B6381-F39E-B5ED-BFD2-ADDD52FC3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848981"/>
              <a:ext cx="65908" cy="44818"/>
            </a:xfrm>
            <a:custGeom>
              <a:avLst/>
              <a:gdLst>
                <a:gd name="T0" fmla="*/ 2 w 7"/>
                <a:gd name="T1" fmla="*/ 4 h 5"/>
                <a:gd name="T2" fmla="*/ 7 w 7"/>
                <a:gd name="T3" fmla="*/ 2 h 5"/>
                <a:gd name="T4" fmla="*/ 7 w 7"/>
                <a:gd name="T5" fmla="*/ 1 h 5"/>
                <a:gd name="T6" fmla="*/ 6 w 7"/>
                <a:gd name="T7" fmla="*/ 0 h 5"/>
                <a:gd name="T8" fmla="*/ 1 w 7"/>
                <a:gd name="T9" fmla="*/ 3 h 5"/>
                <a:gd name="T10" fmla="*/ 0 w 7"/>
                <a:gd name="T11" fmla="*/ 4 h 5"/>
                <a:gd name="T12" fmla="*/ 2 w 7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1" y="5"/>
                    <a:pt x="2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Freeform 89">
              <a:extLst>
                <a:ext uri="{FF2B5EF4-FFF2-40B4-BE49-F238E27FC236}">
                  <a16:creationId xmlns:a16="http://schemas.microsoft.com/office/drawing/2014/main" id="{9E28092D-1F97-0102-4483-2DC643540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1113" y="3885890"/>
              <a:ext cx="73817" cy="44818"/>
            </a:xfrm>
            <a:custGeom>
              <a:avLst/>
              <a:gdLst>
                <a:gd name="T0" fmla="*/ 2 w 8"/>
                <a:gd name="T1" fmla="*/ 5 h 5"/>
                <a:gd name="T2" fmla="*/ 7 w 8"/>
                <a:gd name="T3" fmla="*/ 2 h 5"/>
                <a:gd name="T4" fmla="*/ 7 w 8"/>
                <a:gd name="T5" fmla="*/ 1 h 5"/>
                <a:gd name="T6" fmla="*/ 6 w 8"/>
                <a:gd name="T7" fmla="*/ 1 h 5"/>
                <a:gd name="T8" fmla="*/ 1 w 8"/>
                <a:gd name="T9" fmla="*/ 3 h 5"/>
                <a:gd name="T10" fmla="*/ 1 w 8"/>
                <a:gd name="T11" fmla="*/ 4 h 5"/>
                <a:gd name="T12" fmla="*/ 2 w 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1"/>
                    <a:pt x="7" y="1"/>
                  </a:cubicBezTo>
                  <a:cubicBezTo>
                    <a:pt x="7" y="0"/>
                    <a:pt x="7" y="0"/>
                    <a:pt x="6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4"/>
                    <a:pt x="1" y="4"/>
                  </a:cubicBezTo>
                  <a:cubicBezTo>
                    <a:pt x="1" y="5"/>
                    <a:pt x="2" y="5"/>
                    <a:pt x="2" y="5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Freeform 90">
              <a:extLst>
                <a:ext uri="{FF2B5EF4-FFF2-40B4-BE49-F238E27FC236}">
                  <a16:creationId xmlns:a16="http://schemas.microsoft.com/office/drawing/2014/main" id="{77AFB59A-70E6-FD3B-75EC-FE53EA9E6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0113" y="3930708"/>
              <a:ext cx="63272" cy="39545"/>
            </a:xfrm>
            <a:custGeom>
              <a:avLst/>
              <a:gdLst>
                <a:gd name="T0" fmla="*/ 1 w 7"/>
                <a:gd name="T1" fmla="*/ 4 h 4"/>
                <a:gd name="T2" fmla="*/ 6 w 7"/>
                <a:gd name="T3" fmla="*/ 2 h 4"/>
                <a:gd name="T4" fmla="*/ 7 w 7"/>
                <a:gd name="T5" fmla="*/ 0 h 4"/>
                <a:gd name="T6" fmla="*/ 5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1 w 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Freeform 91">
              <a:extLst>
                <a:ext uri="{FF2B5EF4-FFF2-40B4-BE49-F238E27FC236}">
                  <a16:creationId xmlns:a16="http://schemas.microsoft.com/office/drawing/2014/main" id="{FB67F3FD-F8A1-9233-65F8-0659B401A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5926" y="3089719"/>
              <a:ext cx="216179" cy="572083"/>
            </a:xfrm>
            <a:custGeom>
              <a:avLst/>
              <a:gdLst>
                <a:gd name="T0" fmla="*/ 18 w 23"/>
                <a:gd name="T1" fmla="*/ 61 h 61"/>
                <a:gd name="T2" fmla="*/ 0 w 23"/>
                <a:gd name="T3" fmla="*/ 3 h 61"/>
                <a:gd name="T4" fmla="*/ 2 w 23"/>
                <a:gd name="T5" fmla="*/ 0 h 61"/>
                <a:gd name="T6" fmla="*/ 4 w 23"/>
                <a:gd name="T7" fmla="*/ 2 h 61"/>
                <a:gd name="T8" fmla="*/ 23 w 23"/>
                <a:gd name="T9" fmla="*/ 59 h 61"/>
                <a:gd name="T10" fmla="*/ 18 w 23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61">
                  <a:moveTo>
                    <a:pt x="18" y="61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2" y="0"/>
                  </a:cubicBezTo>
                  <a:cubicBezTo>
                    <a:pt x="3" y="0"/>
                    <a:pt x="4" y="0"/>
                    <a:pt x="4" y="2"/>
                  </a:cubicBezTo>
                  <a:cubicBezTo>
                    <a:pt x="23" y="59"/>
                    <a:pt x="23" y="59"/>
                    <a:pt x="23" y="59"/>
                  </a:cubicBezTo>
                  <a:lnTo>
                    <a:pt x="18" y="61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Freeform 92">
              <a:extLst>
                <a:ext uri="{FF2B5EF4-FFF2-40B4-BE49-F238E27FC236}">
                  <a16:creationId xmlns:a16="http://schemas.microsoft.com/office/drawing/2014/main" id="{4E542DEF-945A-0923-AEC3-3AB8024FA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5926" y="3089719"/>
              <a:ext cx="47454" cy="36909"/>
            </a:xfrm>
            <a:custGeom>
              <a:avLst/>
              <a:gdLst>
                <a:gd name="T0" fmla="*/ 5 w 5"/>
                <a:gd name="T1" fmla="*/ 2 h 4"/>
                <a:gd name="T2" fmla="*/ 4 w 5"/>
                <a:gd name="T3" fmla="*/ 1 h 4"/>
                <a:gd name="T4" fmla="*/ 2 w 5"/>
                <a:gd name="T5" fmla="*/ 0 h 4"/>
                <a:gd name="T6" fmla="*/ 1 w 5"/>
                <a:gd name="T7" fmla="*/ 0 h 4"/>
                <a:gd name="T8" fmla="*/ 0 w 5"/>
                <a:gd name="T9" fmla="*/ 3 h 4"/>
                <a:gd name="T10" fmla="*/ 0 w 5"/>
                <a:gd name="T11" fmla="*/ 4 h 4"/>
                <a:gd name="T12" fmla="*/ 5 w 5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Freeform 93">
              <a:extLst>
                <a:ext uri="{FF2B5EF4-FFF2-40B4-BE49-F238E27FC236}">
                  <a16:creationId xmlns:a16="http://schemas.microsoft.com/office/drawing/2014/main" id="{B5AC5C26-BE94-E0B7-89AB-9327A8209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4651" y="3640712"/>
              <a:ext cx="47454" cy="8436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32 h 32"/>
                <a:gd name="T4" fmla="*/ 0 w 18"/>
                <a:gd name="T5" fmla="*/ 8 h 32"/>
                <a:gd name="T6" fmla="*/ 18 w 18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32"/>
                  </a:lnTo>
                  <a:lnTo>
                    <a:pt x="0" y="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Freeform 94">
              <a:extLst>
                <a:ext uri="{FF2B5EF4-FFF2-40B4-BE49-F238E27FC236}">
                  <a16:creationId xmlns:a16="http://schemas.microsoft.com/office/drawing/2014/main" id="{B8555585-5DF5-21BD-75F8-D8CDCDD57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560" y="3706620"/>
              <a:ext cx="10545" cy="18454"/>
            </a:xfrm>
            <a:custGeom>
              <a:avLst/>
              <a:gdLst>
                <a:gd name="T0" fmla="*/ 0 w 4"/>
                <a:gd name="T1" fmla="*/ 0 h 7"/>
                <a:gd name="T2" fmla="*/ 4 w 4"/>
                <a:gd name="T3" fmla="*/ 7 h 7"/>
                <a:gd name="T4" fmla="*/ 4 w 4"/>
                <a:gd name="T5" fmla="*/ 0 h 7"/>
                <a:gd name="T6" fmla="*/ 0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Freeform 95">
              <a:extLst>
                <a:ext uri="{FF2B5EF4-FFF2-40B4-BE49-F238E27FC236}">
                  <a16:creationId xmlns:a16="http://schemas.microsoft.com/office/drawing/2014/main" id="{602238D5-B50B-DD6A-8392-D4188FE95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1552" y="2913085"/>
              <a:ext cx="503538" cy="598446"/>
            </a:xfrm>
            <a:custGeom>
              <a:avLst/>
              <a:gdLst>
                <a:gd name="T0" fmla="*/ 159 w 191"/>
                <a:gd name="T1" fmla="*/ 227 h 227"/>
                <a:gd name="T2" fmla="*/ 0 w 191"/>
                <a:gd name="T3" fmla="*/ 202 h 227"/>
                <a:gd name="T4" fmla="*/ 28 w 191"/>
                <a:gd name="T5" fmla="*/ 0 h 227"/>
                <a:gd name="T6" fmla="*/ 191 w 191"/>
                <a:gd name="T7" fmla="*/ 21 h 227"/>
                <a:gd name="T8" fmla="*/ 159 w 191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27">
                  <a:moveTo>
                    <a:pt x="159" y="227"/>
                  </a:moveTo>
                  <a:lnTo>
                    <a:pt x="0" y="202"/>
                  </a:lnTo>
                  <a:lnTo>
                    <a:pt x="28" y="0"/>
                  </a:lnTo>
                  <a:lnTo>
                    <a:pt x="191" y="21"/>
                  </a:lnTo>
                  <a:lnTo>
                    <a:pt x="159" y="227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Freeform 96">
              <a:extLst>
                <a:ext uri="{FF2B5EF4-FFF2-40B4-BE49-F238E27FC236}">
                  <a16:creationId xmlns:a16="http://schemas.microsoft.com/office/drawing/2014/main" id="{158C91EC-35A5-7608-DFBF-F3B300D6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1552" y="2913085"/>
              <a:ext cx="503538" cy="598446"/>
            </a:xfrm>
            <a:custGeom>
              <a:avLst/>
              <a:gdLst>
                <a:gd name="T0" fmla="*/ 159 w 191"/>
                <a:gd name="T1" fmla="*/ 227 h 227"/>
                <a:gd name="T2" fmla="*/ 0 w 191"/>
                <a:gd name="T3" fmla="*/ 202 h 227"/>
                <a:gd name="T4" fmla="*/ 28 w 191"/>
                <a:gd name="T5" fmla="*/ 0 h 227"/>
                <a:gd name="T6" fmla="*/ 191 w 191"/>
                <a:gd name="T7" fmla="*/ 21 h 227"/>
                <a:gd name="T8" fmla="*/ 159 w 191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27">
                  <a:moveTo>
                    <a:pt x="159" y="227"/>
                  </a:moveTo>
                  <a:lnTo>
                    <a:pt x="0" y="202"/>
                  </a:lnTo>
                  <a:lnTo>
                    <a:pt x="28" y="0"/>
                  </a:lnTo>
                  <a:lnTo>
                    <a:pt x="191" y="21"/>
                  </a:lnTo>
                  <a:lnTo>
                    <a:pt x="159" y="2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Freeform 97">
              <a:extLst>
                <a:ext uri="{FF2B5EF4-FFF2-40B4-BE49-F238E27FC236}">
                  <a16:creationId xmlns:a16="http://schemas.microsoft.com/office/drawing/2014/main" id="{0FFB9874-CB92-BD53-D41C-E39F7C6C9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464" y="2968448"/>
              <a:ext cx="598446" cy="1065076"/>
            </a:xfrm>
            <a:custGeom>
              <a:avLst/>
              <a:gdLst>
                <a:gd name="T0" fmla="*/ 170 w 227"/>
                <a:gd name="T1" fmla="*/ 404 h 404"/>
                <a:gd name="T2" fmla="*/ 0 w 227"/>
                <a:gd name="T3" fmla="*/ 380 h 404"/>
                <a:gd name="T4" fmla="*/ 53 w 227"/>
                <a:gd name="T5" fmla="*/ 0 h 404"/>
                <a:gd name="T6" fmla="*/ 227 w 227"/>
                <a:gd name="T7" fmla="*/ 25 h 404"/>
                <a:gd name="T8" fmla="*/ 170 w 227"/>
                <a:gd name="T9" fmla="*/ 40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404">
                  <a:moveTo>
                    <a:pt x="170" y="404"/>
                  </a:moveTo>
                  <a:lnTo>
                    <a:pt x="0" y="380"/>
                  </a:lnTo>
                  <a:lnTo>
                    <a:pt x="53" y="0"/>
                  </a:lnTo>
                  <a:lnTo>
                    <a:pt x="227" y="25"/>
                  </a:lnTo>
                  <a:lnTo>
                    <a:pt x="170" y="40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Freeform 98">
              <a:extLst>
                <a:ext uri="{FF2B5EF4-FFF2-40B4-BE49-F238E27FC236}">
                  <a16:creationId xmlns:a16="http://schemas.microsoft.com/office/drawing/2014/main" id="{A4FDCB22-8E9A-9E74-335A-8712F43C1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464" y="2968448"/>
              <a:ext cx="598446" cy="1065076"/>
            </a:xfrm>
            <a:custGeom>
              <a:avLst/>
              <a:gdLst>
                <a:gd name="T0" fmla="*/ 170 w 227"/>
                <a:gd name="T1" fmla="*/ 404 h 404"/>
                <a:gd name="T2" fmla="*/ 0 w 227"/>
                <a:gd name="T3" fmla="*/ 380 h 404"/>
                <a:gd name="T4" fmla="*/ 53 w 227"/>
                <a:gd name="T5" fmla="*/ 0 h 404"/>
                <a:gd name="T6" fmla="*/ 227 w 227"/>
                <a:gd name="T7" fmla="*/ 25 h 404"/>
                <a:gd name="T8" fmla="*/ 170 w 227"/>
                <a:gd name="T9" fmla="*/ 40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404">
                  <a:moveTo>
                    <a:pt x="170" y="404"/>
                  </a:moveTo>
                  <a:lnTo>
                    <a:pt x="0" y="380"/>
                  </a:lnTo>
                  <a:lnTo>
                    <a:pt x="53" y="0"/>
                  </a:lnTo>
                  <a:lnTo>
                    <a:pt x="227" y="25"/>
                  </a:lnTo>
                  <a:lnTo>
                    <a:pt x="170" y="4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Freeform 99">
              <a:extLst>
                <a:ext uri="{FF2B5EF4-FFF2-40B4-BE49-F238E27FC236}">
                  <a16:creationId xmlns:a16="http://schemas.microsoft.com/office/drawing/2014/main" id="{ACA89876-4C9E-344D-833D-B51114270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2552" y="3052811"/>
              <a:ext cx="318996" cy="65908"/>
            </a:xfrm>
            <a:custGeom>
              <a:avLst/>
              <a:gdLst>
                <a:gd name="T0" fmla="*/ 1 w 34"/>
                <a:gd name="T1" fmla="*/ 2 h 7"/>
                <a:gd name="T2" fmla="*/ 33 w 34"/>
                <a:gd name="T3" fmla="*/ 7 h 7"/>
                <a:gd name="T4" fmla="*/ 34 w 34"/>
                <a:gd name="T5" fmla="*/ 6 h 7"/>
                <a:gd name="T6" fmla="*/ 33 w 34"/>
                <a:gd name="T7" fmla="*/ 5 h 7"/>
                <a:gd name="T8" fmla="*/ 1 w 34"/>
                <a:gd name="T9" fmla="*/ 0 h 7"/>
                <a:gd name="T10" fmla="*/ 0 w 34"/>
                <a:gd name="T11" fmla="*/ 1 h 7"/>
                <a:gd name="T12" fmla="*/ 1 w 34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7">
                  <a:moveTo>
                    <a:pt x="1" y="2"/>
                  </a:move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4" y="6"/>
                    <a:pt x="34" y="6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Freeform 100">
              <a:extLst>
                <a:ext uri="{FF2B5EF4-FFF2-40B4-BE49-F238E27FC236}">
                  <a16:creationId xmlns:a16="http://schemas.microsoft.com/office/drawing/2014/main" id="{C47D3A71-F0BA-38DF-7E12-858AA8EED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4643" y="3118719"/>
              <a:ext cx="316359" cy="65908"/>
            </a:xfrm>
            <a:custGeom>
              <a:avLst/>
              <a:gdLst>
                <a:gd name="T0" fmla="*/ 1 w 34"/>
                <a:gd name="T1" fmla="*/ 2 h 7"/>
                <a:gd name="T2" fmla="*/ 33 w 34"/>
                <a:gd name="T3" fmla="*/ 7 h 7"/>
                <a:gd name="T4" fmla="*/ 34 w 34"/>
                <a:gd name="T5" fmla="*/ 6 h 7"/>
                <a:gd name="T6" fmla="*/ 33 w 34"/>
                <a:gd name="T7" fmla="*/ 5 h 7"/>
                <a:gd name="T8" fmla="*/ 1 w 34"/>
                <a:gd name="T9" fmla="*/ 1 h 7"/>
                <a:gd name="T10" fmla="*/ 0 w 34"/>
                <a:gd name="T11" fmla="*/ 1 h 7"/>
                <a:gd name="T12" fmla="*/ 1 w 34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7">
                  <a:moveTo>
                    <a:pt x="1" y="2"/>
                  </a:move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4" y="7"/>
                    <a:pt x="34" y="6"/>
                  </a:cubicBezTo>
                  <a:cubicBezTo>
                    <a:pt x="34" y="6"/>
                    <a:pt x="34" y="5"/>
                    <a:pt x="33" y="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Freeform 101">
              <a:extLst>
                <a:ext uri="{FF2B5EF4-FFF2-40B4-BE49-F238E27FC236}">
                  <a16:creationId xmlns:a16="http://schemas.microsoft.com/office/drawing/2014/main" id="{B6E276B1-F992-7477-0A57-0011BEC0B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4098" y="3192536"/>
              <a:ext cx="318996" cy="55363"/>
            </a:xfrm>
            <a:custGeom>
              <a:avLst/>
              <a:gdLst>
                <a:gd name="T0" fmla="*/ 1 w 34"/>
                <a:gd name="T1" fmla="*/ 2 h 6"/>
                <a:gd name="T2" fmla="*/ 33 w 34"/>
                <a:gd name="T3" fmla="*/ 6 h 6"/>
                <a:gd name="T4" fmla="*/ 34 w 34"/>
                <a:gd name="T5" fmla="*/ 5 h 6"/>
                <a:gd name="T6" fmla="*/ 33 w 34"/>
                <a:gd name="T7" fmla="*/ 4 h 6"/>
                <a:gd name="T8" fmla="*/ 1 w 34"/>
                <a:gd name="T9" fmla="*/ 0 h 6"/>
                <a:gd name="T10" fmla="*/ 0 w 34"/>
                <a:gd name="T11" fmla="*/ 1 h 6"/>
                <a:gd name="T12" fmla="*/ 1 w 34"/>
                <a:gd name="T1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">
                  <a:moveTo>
                    <a:pt x="1" y="2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33" y="6"/>
                    <a:pt x="34" y="6"/>
                    <a:pt x="34" y="5"/>
                  </a:cubicBezTo>
                  <a:cubicBezTo>
                    <a:pt x="34" y="5"/>
                    <a:pt x="34" y="4"/>
                    <a:pt x="33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Freeform 102">
              <a:extLst>
                <a:ext uri="{FF2B5EF4-FFF2-40B4-BE49-F238E27FC236}">
                  <a16:creationId xmlns:a16="http://schemas.microsoft.com/office/drawing/2014/main" id="{0B25AF7F-4587-DB2D-F855-30B664909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106" y="3126628"/>
              <a:ext cx="65908" cy="590537"/>
            </a:xfrm>
            <a:custGeom>
              <a:avLst/>
              <a:gdLst>
                <a:gd name="T0" fmla="*/ 3 w 7"/>
                <a:gd name="T1" fmla="*/ 63 h 63"/>
                <a:gd name="T2" fmla="*/ 0 w 7"/>
                <a:gd name="T3" fmla="*/ 3 h 63"/>
                <a:gd name="T4" fmla="*/ 2 w 7"/>
                <a:gd name="T5" fmla="*/ 0 h 63"/>
                <a:gd name="T6" fmla="*/ 5 w 7"/>
                <a:gd name="T7" fmla="*/ 3 h 63"/>
                <a:gd name="T8" fmla="*/ 7 w 7"/>
                <a:gd name="T9" fmla="*/ 63 h 63"/>
                <a:gd name="T10" fmla="*/ 3 w 7"/>
                <a:gd name="T11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3">
                  <a:moveTo>
                    <a:pt x="3" y="6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7" y="63"/>
                    <a:pt x="7" y="63"/>
                    <a:pt x="7" y="63"/>
                  </a:cubicBezTo>
                  <a:lnTo>
                    <a:pt x="3" y="63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Freeform 103">
              <a:extLst>
                <a:ext uri="{FF2B5EF4-FFF2-40B4-BE49-F238E27FC236}">
                  <a16:creationId xmlns:a16="http://schemas.microsoft.com/office/drawing/2014/main" id="{8EB8A0C5-3C3C-B155-4370-9AAA50D3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106" y="3126628"/>
              <a:ext cx="47454" cy="39545"/>
            </a:xfrm>
            <a:custGeom>
              <a:avLst/>
              <a:gdLst>
                <a:gd name="T0" fmla="*/ 5 w 5"/>
                <a:gd name="T1" fmla="*/ 3 h 4"/>
                <a:gd name="T2" fmla="*/ 5 w 5"/>
                <a:gd name="T3" fmla="*/ 2 h 4"/>
                <a:gd name="T4" fmla="*/ 3 w 5"/>
                <a:gd name="T5" fmla="*/ 0 h 4"/>
                <a:gd name="T6" fmla="*/ 2 w 5"/>
                <a:gd name="T7" fmla="*/ 1 h 4"/>
                <a:gd name="T8" fmla="*/ 0 w 5"/>
                <a:gd name="T9" fmla="*/ 3 h 4"/>
                <a:gd name="T10" fmla="*/ 0 w 5"/>
                <a:gd name="T11" fmla="*/ 4 h 4"/>
                <a:gd name="T12" fmla="*/ 5 w 5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5" y="3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1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Freeform 104">
              <a:extLst>
                <a:ext uri="{FF2B5EF4-FFF2-40B4-BE49-F238E27FC236}">
                  <a16:creationId xmlns:a16="http://schemas.microsoft.com/office/drawing/2014/main" id="{7361C2D5-820C-FEF7-00A9-717A181E7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2105" y="3717165"/>
              <a:ext cx="36909" cy="84362"/>
            </a:xfrm>
            <a:custGeom>
              <a:avLst/>
              <a:gdLst>
                <a:gd name="T0" fmla="*/ 14 w 14"/>
                <a:gd name="T1" fmla="*/ 0 h 32"/>
                <a:gd name="T2" fmla="*/ 7 w 14"/>
                <a:gd name="T3" fmla="*/ 32 h 32"/>
                <a:gd name="T4" fmla="*/ 0 w 14"/>
                <a:gd name="T5" fmla="*/ 0 h 32"/>
                <a:gd name="T6" fmla="*/ 14 w 14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2">
                  <a:moveTo>
                    <a:pt x="14" y="0"/>
                  </a:moveTo>
                  <a:lnTo>
                    <a:pt x="7" y="32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Freeform 105">
              <a:extLst>
                <a:ext uri="{FF2B5EF4-FFF2-40B4-BE49-F238E27FC236}">
                  <a16:creationId xmlns:a16="http://schemas.microsoft.com/office/drawing/2014/main" id="{9371BF14-E7A7-1EF8-405B-D13675BC5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0560" y="3783073"/>
              <a:ext cx="10545" cy="18454"/>
            </a:xfrm>
            <a:custGeom>
              <a:avLst/>
              <a:gdLst>
                <a:gd name="T0" fmla="*/ 0 w 4"/>
                <a:gd name="T1" fmla="*/ 0 h 7"/>
                <a:gd name="T2" fmla="*/ 0 w 4"/>
                <a:gd name="T3" fmla="*/ 7 h 7"/>
                <a:gd name="T4" fmla="*/ 4 w 4"/>
                <a:gd name="T5" fmla="*/ 0 h 7"/>
                <a:gd name="T6" fmla="*/ 0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0" y="7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Freeform 106">
              <a:extLst>
                <a:ext uri="{FF2B5EF4-FFF2-40B4-BE49-F238E27FC236}">
                  <a16:creationId xmlns:a16="http://schemas.microsoft.com/office/drawing/2014/main" id="{8D138AF8-5F68-63A9-2915-4201824E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3258444"/>
              <a:ext cx="1418344" cy="1618705"/>
            </a:xfrm>
            <a:custGeom>
              <a:avLst/>
              <a:gdLst>
                <a:gd name="T0" fmla="*/ 538 w 538"/>
                <a:gd name="T1" fmla="*/ 497 h 614"/>
                <a:gd name="T2" fmla="*/ 145 w 538"/>
                <a:gd name="T3" fmla="*/ 614 h 614"/>
                <a:gd name="T4" fmla="*/ 0 w 538"/>
                <a:gd name="T5" fmla="*/ 117 h 614"/>
                <a:gd name="T6" fmla="*/ 397 w 538"/>
                <a:gd name="T7" fmla="*/ 0 h 614"/>
                <a:gd name="T8" fmla="*/ 538 w 538"/>
                <a:gd name="T9" fmla="*/ 497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614">
                  <a:moveTo>
                    <a:pt x="538" y="497"/>
                  </a:moveTo>
                  <a:lnTo>
                    <a:pt x="145" y="614"/>
                  </a:lnTo>
                  <a:lnTo>
                    <a:pt x="0" y="117"/>
                  </a:lnTo>
                  <a:lnTo>
                    <a:pt x="397" y="0"/>
                  </a:lnTo>
                  <a:lnTo>
                    <a:pt x="538" y="497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Freeform 107">
              <a:extLst>
                <a:ext uri="{FF2B5EF4-FFF2-40B4-BE49-F238E27FC236}">
                  <a16:creationId xmlns:a16="http://schemas.microsoft.com/office/drawing/2014/main" id="{D993C839-2F82-DF3A-677E-A524E3C9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3258444"/>
              <a:ext cx="1418344" cy="1618705"/>
            </a:xfrm>
            <a:custGeom>
              <a:avLst/>
              <a:gdLst>
                <a:gd name="T0" fmla="*/ 538 w 538"/>
                <a:gd name="T1" fmla="*/ 497 h 614"/>
                <a:gd name="T2" fmla="*/ 145 w 538"/>
                <a:gd name="T3" fmla="*/ 614 h 614"/>
                <a:gd name="T4" fmla="*/ 0 w 538"/>
                <a:gd name="T5" fmla="*/ 117 h 614"/>
                <a:gd name="T6" fmla="*/ 397 w 538"/>
                <a:gd name="T7" fmla="*/ 0 h 614"/>
                <a:gd name="T8" fmla="*/ 538 w 538"/>
                <a:gd name="T9" fmla="*/ 497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614">
                  <a:moveTo>
                    <a:pt x="538" y="497"/>
                  </a:moveTo>
                  <a:lnTo>
                    <a:pt x="145" y="614"/>
                  </a:lnTo>
                  <a:lnTo>
                    <a:pt x="0" y="117"/>
                  </a:lnTo>
                  <a:lnTo>
                    <a:pt x="397" y="0"/>
                  </a:lnTo>
                  <a:lnTo>
                    <a:pt x="538" y="4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Freeform 108">
              <a:extLst>
                <a:ext uri="{FF2B5EF4-FFF2-40B4-BE49-F238E27FC236}">
                  <a16:creationId xmlns:a16="http://schemas.microsoft.com/office/drawing/2014/main" id="{A7020D64-2E21-ADA2-2A2A-80436219D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839" y="3353352"/>
              <a:ext cx="1233801" cy="1420980"/>
            </a:xfrm>
            <a:custGeom>
              <a:avLst/>
              <a:gdLst>
                <a:gd name="T0" fmla="*/ 128 w 468"/>
                <a:gd name="T1" fmla="*/ 539 h 539"/>
                <a:gd name="T2" fmla="*/ 0 w 468"/>
                <a:gd name="T3" fmla="*/ 99 h 539"/>
                <a:gd name="T4" fmla="*/ 340 w 468"/>
                <a:gd name="T5" fmla="*/ 0 h 539"/>
                <a:gd name="T6" fmla="*/ 468 w 468"/>
                <a:gd name="T7" fmla="*/ 443 h 539"/>
                <a:gd name="T8" fmla="*/ 128 w 468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539">
                  <a:moveTo>
                    <a:pt x="128" y="539"/>
                  </a:moveTo>
                  <a:lnTo>
                    <a:pt x="0" y="99"/>
                  </a:lnTo>
                  <a:lnTo>
                    <a:pt x="340" y="0"/>
                  </a:lnTo>
                  <a:lnTo>
                    <a:pt x="468" y="443"/>
                  </a:lnTo>
                  <a:lnTo>
                    <a:pt x="128" y="539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Freeform 109">
              <a:extLst>
                <a:ext uri="{FF2B5EF4-FFF2-40B4-BE49-F238E27FC236}">
                  <a16:creationId xmlns:a16="http://schemas.microsoft.com/office/drawing/2014/main" id="{9E86E391-1B85-EF73-F820-403901BFD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839" y="3353352"/>
              <a:ext cx="1233801" cy="1420980"/>
            </a:xfrm>
            <a:custGeom>
              <a:avLst/>
              <a:gdLst>
                <a:gd name="T0" fmla="*/ 128 w 468"/>
                <a:gd name="T1" fmla="*/ 539 h 539"/>
                <a:gd name="T2" fmla="*/ 0 w 468"/>
                <a:gd name="T3" fmla="*/ 99 h 539"/>
                <a:gd name="T4" fmla="*/ 340 w 468"/>
                <a:gd name="T5" fmla="*/ 0 h 539"/>
                <a:gd name="T6" fmla="*/ 468 w 468"/>
                <a:gd name="T7" fmla="*/ 443 h 539"/>
                <a:gd name="T8" fmla="*/ 128 w 468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539">
                  <a:moveTo>
                    <a:pt x="128" y="539"/>
                  </a:moveTo>
                  <a:lnTo>
                    <a:pt x="0" y="99"/>
                  </a:lnTo>
                  <a:lnTo>
                    <a:pt x="340" y="0"/>
                  </a:lnTo>
                  <a:lnTo>
                    <a:pt x="468" y="443"/>
                  </a:lnTo>
                  <a:lnTo>
                    <a:pt x="128" y="5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Freeform 110">
              <a:extLst>
                <a:ext uri="{FF2B5EF4-FFF2-40B4-BE49-F238E27FC236}">
                  <a16:creationId xmlns:a16="http://schemas.microsoft.com/office/drawing/2014/main" id="{3A9AB2D8-E04A-D1D5-EA92-2EE5EBA5E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835" y="4521245"/>
              <a:ext cx="1036076" cy="355904"/>
            </a:xfrm>
            <a:custGeom>
              <a:avLst/>
              <a:gdLst>
                <a:gd name="T0" fmla="*/ 0 w 393"/>
                <a:gd name="T1" fmla="*/ 135 h 135"/>
                <a:gd name="T2" fmla="*/ 18 w 393"/>
                <a:gd name="T3" fmla="*/ 96 h 135"/>
                <a:gd name="T4" fmla="*/ 358 w 393"/>
                <a:gd name="T5" fmla="*/ 0 h 135"/>
                <a:gd name="T6" fmla="*/ 393 w 393"/>
                <a:gd name="T7" fmla="*/ 18 h 135"/>
                <a:gd name="T8" fmla="*/ 0 w 393"/>
                <a:gd name="T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135">
                  <a:moveTo>
                    <a:pt x="0" y="135"/>
                  </a:moveTo>
                  <a:lnTo>
                    <a:pt x="18" y="96"/>
                  </a:lnTo>
                  <a:lnTo>
                    <a:pt x="358" y="0"/>
                  </a:lnTo>
                  <a:lnTo>
                    <a:pt x="393" y="18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97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Freeform 111">
              <a:extLst>
                <a:ext uri="{FF2B5EF4-FFF2-40B4-BE49-F238E27FC236}">
                  <a16:creationId xmlns:a16="http://schemas.microsoft.com/office/drawing/2014/main" id="{A2DA5C12-B2FF-1F2A-FD70-2B63CF91B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835" y="4521245"/>
              <a:ext cx="1036076" cy="355904"/>
            </a:xfrm>
            <a:custGeom>
              <a:avLst/>
              <a:gdLst>
                <a:gd name="T0" fmla="*/ 0 w 393"/>
                <a:gd name="T1" fmla="*/ 135 h 135"/>
                <a:gd name="T2" fmla="*/ 18 w 393"/>
                <a:gd name="T3" fmla="*/ 96 h 135"/>
                <a:gd name="T4" fmla="*/ 358 w 393"/>
                <a:gd name="T5" fmla="*/ 0 h 135"/>
                <a:gd name="T6" fmla="*/ 393 w 393"/>
                <a:gd name="T7" fmla="*/ 18 h 135"/>
                <a:gd name="T8" fmla="*/ 0 w 393"/>
                <a:gd name="T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135">
                  <a:moveTo>
                    <a:pt x="0" y="135"/>
                  </a:moveTo>
                  <a:lnTo>
                    <a:pt x="18" y="96"/>
                  </a:lnTo>
                  <a:lnTo>
                    <a:pt x="358" y="0"/>
                  </a:lnTo>
                  <a:lnTo>
                    <a:pt x="393" y="18"/>
                  </a:lnTo>
                  <a:lnTo>
                    <a:pt x="0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Freeform 112">
              <a:extLst>
                <a:ext uri="{FF2B5EF4-FFF2-40B4-BE49-F238E27FC236}">
                  <a16:creationId xmlns:a16="http://schemas.microsoft.com/office/drawing/2014/main" id="{9E212921-3ED3-0A08-A4F3-ADBB465B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567" y="3258444"/>
              <a:ext cx="1046622" cy="355904"/>
            </a:xfrm>
            <a:custGeom>
              <a:avLst/>
              <a:gdLst>
                <a:gd name="T0" fmla="*/ 0 w 397"/>
                <a:gd name="T1" fmla="*/ 117 h 135"/>
                <a:gd name="T2" fmla="*/ 35 w 397"/>
                <a:gd name="T3" fmla="*/ 135 h 135"/>
                <a:gd name="T4" fmla="*/ 375 w 397"/>
                <a:gd name="T5" fmla="*/ 36 h 135"/>
                <a:gd name="T6" fmla="*/ 397 w 397"/>
                <a:gd name="T7" fmla="*/ 0 h 135"/>
                <a:gd name="T8" fmla="*/ 0 w 397"/>
                <a:gd name="T9" fmla="*/ 11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135">
                  <a:moveTo>
                    <a:pt x="0" y="117"/>
                  </a:moveTo>
                  <a:lnTo>
                    <a:pt x="35" y="135"/>
                  </a:lnTo>
                  <a:lnTo>
                    <a:pt x="375" y="36"/>
                  </a:lnTo>
                  <a:lnTo>
                    <a:pt x="397" y="0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B97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Freeform 113">
              <a:extLst>
                <a:ext uri="{FF2B5EF4-FFF2-40B4-BE49-F238E27FC236}">
                  <a16:creationId xmlns:a16="http://schemas.microsoft.com/office/drawing/2014/main" id="{D672C4D4-40D4-6FA3-A49C-FAE4CBD3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4200" y="3640712"/>
              <a:ext cx="305814" cy="160816"/>
            </a:xfrm>
            <a:custGeom>
              <a:avLst/>
              <a:gdLst>
                <a:gd name="T0" fmla="*/ 1 w 33"/>
                <a:gd name="T1" fmla="*/ 13 h 17"/>
                <a:gd name="T2" fmla="*/ 3 w 33"/>
                <a:gd name="T3" fmla="*/ 15 h 17"/>
                <a:gd name="T4" fmla="*/ 9 w 33"/>
                <a:gd name="T5" fmla="*/ 17 h 17"/>
                <a:gd name="T6" fmla="*/ 12 w 33"/>
                <a:gd name="T7" fmla="*/ 16 h 17"/>
                <a:gd name="T8" fmla="*/ 15 w 33"/>
                <a:gd name="T9" fmla="*/ 15 h 17"/>
                <a:gd name="T10" fmla="*/ 16 w 33"/>
                <a:gd name="T11" fmla="*/ 11 h 17"/>
                <a:gd name="T12" fmla="*/ 16 w 33"/>
                <a:gd name="T13" fmla="*/ 5 h 17"/>
                <a:gd name="T14" fmla="*/ 17 w 33"/>
                <a:gd name="T15" fmla="*/ 3 h 17"/>
                <a:gd name="T16" fmla="*/ 19 w 33"/>
                <a:gd name="T17" fmla="*/ 2 h 17"/>
                <a:gd name="T18" fmla="*/ 21 w 33"/>
                <a:gd name="T19" fmla="*/ 2 h 17"/>
                <a:gd name="T20" fmla="*/ 23 w 33"/>
                <a:gd name="T21" fmla="*/ 3 h 17"/>
                <a:gd name="T22" fmla="*/ 26 w 33"/>
                <a:gd name="T23" fmla="*/ 6 h 17"/>
                <a:gd name="T24" fmla="*/ 28 w 33"/>
                <a:gd name="T25" fmla="*/ 8 h 17"/>
                <a:gd name="T26" fmla="*/ 31 w 33"/>
                <a:gd name="T27" fmla="*/ 9 h 17"/>
                <a:gd name="T28" fmla="*/ 32 w 33"/>
                <a:gd name="T29" fmla="*/ 9 h 17"/>
                <a:gd name="T30" fmla="*/ 33 w 33"/>
                <a:gd name="T31" fmla="*/ 8 h 17"/>
                <a:gd name="T32" fmla="*/ 32 w 33"/>
                <a:gd name="T33" fmla="*/ 7 h 17"/>
                <a:gd name="T34" fmla="*/ 31 w 33"/>
                <a:gd name="T35" fmla="*/ 7 h 17"/>
                <a:gd name="T36" fmla="*/ 29 w 33"/>
                <a:gd name="T37" fmla="*/ 6 h 17"/>
                <a:gd name="T38" fmla="*/ 26 w 33"/>
                <a:gd name="T39" fmla="*/ 3 h 17"/>
                <a:gd name="T40" fmla="*/ 24 w 33"/>
                <a:gd name="T41" fmla="*/ 1 h 17"/>
                <a:gd name="T42" fmla="*/ 21 w 33"/>
                <a:gd name="T43" fmla="*/ 0 h 17"/>
                <a:gd name="T44" fmla="*/ 19 w 33"/>
                <a:gd name="T45" fmla="*/ 0 h 17"/>
                <a:gd name="T46" fmla="*/ 16 w 33"/>
                <a:gd name="T47" fmla="*/ 1 h 17"/>
                <a:gd name="T48" fmla="*/ 15 w 33"/>
                <a:gd name="T49" fmla="*/ 5 h 17"/>
                <a:gd name="T50" fmla="*/ 14 w 33"/>
                <a:gd name="T51" fmla="*/ 11 h 17"/>
                <a:gd name="T52" fmla="*/ 13 w 33"/>
                <a:gd name="T53" fmla="*/ 13 h 17"/>
                <a:gd name="T54" fmla="*/ 12 w 33"/>
                <a:gd name="T55" fmla="*/ 15 h 17"/>
                <a:gd name="T56" fmla="*/ 9 w 33"/>
                <a:gd name="T57" fmla="*/ 15 h 17"/>
                <a:gd name="T58" fmla="*/ 4 w 33"/>
                <a:gd name="T59" fmla="*/ 13 h 17"/>
                <a:gd name="T60" fmla="*/ 3 w 33"/>
                <a:gd name="T61" fmla="*/ 12 h 17"/>
                <a:gd name="T62" fmla="*/ 2 w 33"/>
                <a:gd name="T63" fmla="*/ 12 h 17"/>
                <a:gd name="T64" fmla="*/ 2 w 33"/>
                <a:gd name="T65" fmla="*/ 12 h 17"/>
                <a:gd name="T66" fmla="*/ 2 w 33"/>
                <a:gd name="T67" fmla="*/ 12 h 17"/>
                <a:gd name="T68" fmla="*/ 1 w 33"/>
                <a:gd name="T69" fmla="*/ 12 h 17"/>
                <a:gd name="T70" fmla="*/ 1 w 33"/>
                <a:gd name="T7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3" h="17">
                  <a:moveTo>
                    <a:pt x="1" y="13"/>
                  </a:moveTo>
                  <a:cubicBezTo>
                    <a:pt x="1" y="13"/>
                    <a:pt x="2" y="14"/>
                    <a:pt x="3" y="15"/>
                  </a:cubicBezTo>
                  <a:cubicBezTo>
                    <a:pt x="4" y="16"/>
                    <a:pt x="6" y="17"/>
                    <a:pt x="9" y="17"/>
                  </a:cubicBezTo>
                  <a:cubicBezTo>
                    <a:pt x="10" y="17"/>
                    <a:pt x="11" y="17"/>
                    <a:pt x="12" y="16"/>
                  </a:cubicBezTo>
                  <a:cubicBezTo>
                    <a:pt x="13" y="16"/>
                    <a:pt x="14" y="16"/>
                    <a:pt x="15" y="15"/>
                  </a:cubicBezTo>
                  <a:cubicBezTo>
                    <a:pt x="16" y="14"/>
                    <a:pt x="16" y="13"/>
                    <a:pt x="16" y="11"/>
                  </a:cubicBezTo>
                  <a:cubicBezTo>
                    <a:pt x="16" y="9"/>
                    <a:pt x="16" y="7"/>
                    <a:pt x="16" y="5"/>
                  </a:cubicBezTo>
                  <a:cubicBezTo>
                    <a:pt x="17" y="5"/>
                    <a:pt x="17" y="4"/>
                    <a:pt x="17" y="3"/>
                  </a:cubicBezTo>
                  <a:cubicBezTo>
                    <a:pt x="18" y="3"/>
                    <a:pt x="18" y="2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ubicBezTo>
                    <a:pt x="22" y="2"/>
                    <a:pt x="23" y="2"/>
                    <a:pt x="23" y="3"/>
                  </a:cubicBezTo>
                  <a:cubicBezTo>
                    <a:pt x="25" y="4"/>
                    <a:pt x="25" y="5"/>
                    <a:pt x="26" y="6"/>
                  </a:cubicBezTo>
                  <a:cubicBezTo>
                    <a:pt x="27" y="7"/>
                    <a:pt x="28" y="8"/>
                    <a:pt x="28" y="8"/>
                  </a:cubicBezTo>
                  <a:cubicBezTo>
                    <a:pt x="29" y="9"/>
                    <a:pt x="30" y="9"/>
                    <a:pt x="31" y="9"/>
                  </a:cubicBezTo>
                  <a:cubicBezTo>
                    <a:pt x="31" y="9"/>
                    <a:pt x="32" y="9"/>
                    <a:pt x="32" y="9"/>
                  </a:cubicBezTo>
                  <a:cubicBezTo>
                    <a:pt x="33" y="9"/>
                    <a:pt x="33" y="8"/>
                    <a:pt x="33" y="8"/>
                  </a:cubicBezTo>
                  <a:cubicBezTo>
                    <a:pt x="33" y="7"/>
                    <a:pt x="32" y="7"/>
                    <a:pt x="32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7"/>
                    <a:pt x="30" y="7"/>
                    <a:pt x="29" y="6"/>
                  </a:cubicBezTo>
                  <a:cubicBezTo>
                    <a:pt x="28" y="5"/>
                    <a:pt x="27" y="4"/>
                    <a:pt x="26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15" y="3"/>
                    <a:pt x="15" y="4"/>
                    <a:pt x="15" y="5"/>
                  </a:cubicBezTo>
                  <a:cubicBezTo>
                    <a:pt x="14" y="7"/>
                    <a:pt x="14" y="10"/>
                    <a:pt x="14" y="11"/>
                  </a:cubicBezTo>
                  <a:cubicBezTo>
                    <a:pt x="14" y="12"/>
                    <a:pt x="14" y="13"/>
                    <a:pt x="13" y="13"/>
                  </a:cubicBezTo>
                  <a:cubicBezTo>
                    <a:pt x="13" y="14"/>
                    <a:pt x="13" y="14"/>
                    <a:pt x="12" y="15"/>
                  </a:cubicBezTo>
                  <a:cubicBezTo>
                    <a:pt x="11" y="15"/>
                    <a:pt x="10" y="15"/>
                    <a:pt x="9" y="15"/>
                  </a:cubicBezTo>
                  <a:cubicBezTo>
                    <a:pt x="7" y="15"/>
                    <a:pt x="5" y="14"/>
                    <a:pt x="4" y="13"/>
                  </a:cubicBezTo>
                  <a:cubicBezTo>
                    <a:pt x="3" y="13"/>
                    <a:pt x="3" y="13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1" y="11"/>
                    <a:pt x="1" y="12"/>
                  </a:cubicBezTo>
                  <a:cubicBezTo>
                    <a:pt x="1" y="12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Freeform 114">
              <a:extLst>
                <a:ext uri="{FF2B5EF4-FFF2-40B4-BE49-F238E27FC236}">
                  <a16:creationId xmlns:a16="http://schemas.microsoft.com/office/drawing/2014/main" id="{E8DBBF63-7114-F6E3-12D8-DDD8BD463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651" y="3838436"/>
              <a:ext cx="187179" cy="65908"/>
            </a:xfrm>
            <a:custGeom>
              <a:avLst/>
              <a:gdLst>
                <a:gd name="T0" fmla="*/ 2 w 20"/>
                <a:gd name="T1" fmla="*/ 7 h 7"/>
                <a:gd name="T2" fmla="*/ 19 w 20"/>
                <a:gd name="T3" fmla="*/ 2 h 7"/>
                <a:gd name="T4" fmla="*/ 20 w 20"/>
                <a:gd name="T5" fmla="*/ 1 h 7"/>
                <a:gd name="T6" fmla="*/ 19 w 20"/>
                <a:gd name="T7" fmla="*/ 0 h 7"/>
                <a:gd name="T8" fmla="*/ 1 w 20"/>
                <a:gd name="T9" fmla="*/ 5 h 7"/>
                <a:gd name="T10" fmla="*/ 0 w 20"/>
                <a:gd name="T11" fmla="*/ 7 h 7"/>
                <a:gd name="T12" fmla="*/ 2 w 20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7">
                  <a:moveTo>
                    <a:pt x="2" y="7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20" y="2"/>
                    <a:pt x="20" y="2"/>
                    <a:pt x="20" y="1"/>
                  </a:cubicBezTo>
                  <a:cubicBezTo>
                    <a:pt x="20" y="1"/>
                    <a:pt x="19" y="0"/>
                    <a:pt x="19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1" y="7"/>
                    <a:pt x="1" y="7"/>
                    <a:pt x="2" y="7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Freeform 115">
              <a:extLst>
                <a:ext uri="{FF2B5EF4-FFF2-40B4-BE49-F238E27FC236}">
                  <a16:creationId xmlns:a16="http://schemas.microsoft.com/office/drawing/2014/main" id="{7E6B1501-1689-3CF3-F7CE-6F2CEB11D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2277" y="4165341"/>
              <a:ext cx="561538" cy="495629"/>
            </a:xfrm>
            <a:custGeom>
              <a:avLst/>
              <a:gdLst>
                <a:gd name="T0" fmla="*/ 15 w 60"/>
                <a:gd name="T1" fmla="*/ 51 h 53"/>
                <a:gd name="T2" fmla="*/ 1 w 60"/>
                <a:gd name="T3" fmla="*/ 25 h 53"/>
                <a:gd name="T4" fmla="*/ 2 w 60"/>
                <a:gd name="T5" fmla="*/ 21 h 53"/>
                <a:gd name="T6" fmla="*/ 41 w 60"/>
                <a:gd name="T7" fmla="*/ 1 h 53"/>
                <a:gd name="T8" fmla="*/ 45 w 60"/>
                <a:gd name="T9" fmla="*/ 2 h 53"/>
                <a:gd name="T10" fmla="*/ 59 w 60"/>
                <a:gd name="T11" fmla="*/ 28 h 53"/>
                <a:gd name="T12" fmla="*/ 58 w 60"/>
                <a:gd name="T13" fmla="*/ 32 h 53"/>
                <a:gd name="T14" fmla="*/ 19 w 60"/>
                <a:gd name="T15" fmla="*/ 52 h 53"/>
                <a:gd name="T16" fmla="*/ 15 w 60"/>
                <a:gd name="T17" fmla="*/ 5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3">
                  <a:moveTo>
                    <a:pt x="15" y="51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0" y="23"/>
                    <a:pt x="1" y="22"/>
                    <a:pt x="2" y="2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3" y="0"/>
                    <a:pt x="44" y="0"/>
                    <a:pt x="45" y="2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30"/>
                    <a:pt x="59" y="31"/>
                    <a:pt x="58" y="32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7" y="53"/>
                    <a:pt x="16" y="53"/>
                    <a:pt x="15" y="51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Freeform 116">
              <a:extLst>
                <a:ext uri="{FF2B5EF4-FFF2-40B4-BE49-F238E27FC236}">
                  <a16:creationId xmlns:a16="http://schemas.microsoft.com/office/drawing/2014/main" id="{D7D0E390-8457-D743-3578-F24106B15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4368" y="4128432"/>
              <a:ext cx="550992" cy="503538"/>
            </a:xfrm>
            <a:custGeom>
              <a:avLst/>
              <a:gdLst>
                <a:gd name="T0" fmla="*/ 14 w 59"/>
                <a:gd name="T1" fmla="*/ 52 h 54"/>
                <a:gd name="T2" fmla="*/ 0 w 59"/>
                <a:gd name="T3" fmla="*/ 25 h 54"/>
                <a:gd name="T4" fmla="*/ 2 w 59"/>
                <a:gd name="T5" fmla="*/ 22 h 54"/>
                <a:gd name="T6" fmla="*/ 40 w 59"/>
                <a:gd name="T7" fmla="*/ 1 h 54"/>
                <a:gd name="T8" fmla="*/ 44 w 59"/>
                <a:gd name="T9" fmla="*/ 2 h 54"/>
                <a:gd name="T10" fmla="*/ 58 w 59"/>
                <a:gd name="T11" fmla="*/ 29 h 54"/>
                <a:gd name="T12" fmla="*/ 57 w 59"/>
                <a:gd name="T13" fmla="*/ 33 h 54"/>
                <a:gd name="T14" fmla="*/ 18 w 59"/>
                <a:gd name="T15" fmla="*/ 53 h 54"/>
                <a:gd name="T16" fmla="*/ 14 w 59"/>
                <a:gd name="T17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4">
                  <a:moveTo>
                    <a:pt x="14" y="52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4"/>
                    <a:pt x="0" y="22"/>
                    <a:pt x="2" y="2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2" y="0"/>
                    <a:pt x="43" y="1"/>
                    <a:pt x="44" y="2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9" y="30"/>
                    <a:pt x="58" y="32"/>
                    <a:pt x="57" y="3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7" y="54"/>
                    <a:pt x="15" y="53"/>
                    <a:pt x="14" y="52"/>
                  </a:cubicBezTo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Freeform 117">
              <a:extLst>
                <a:ext uri="{FF2B5EF4-FFF2-40B4-BE49-F238E27FC236}">
                  <a16:creationId xmlns:a16="http://schemas.microsoft.com/office/drawing/2014/main" id="{A02D44D2-94F3-CF8B-C75A-54E85D13B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910" y="4183795"/>
              <a:ext cx="224088" cy="282087"/>
            </a:xfrm>
            <a:custGeom>
              <a:avLst/>
              <a:gdLst>
                <a:gd name="T0" fmla="*/ 85 w 85"/>
                <a:gd name="T1" fmla="*/ 85 h 107"/>
                <a:gd name="T2" fmla="*/ 42 w 85"/>
                <a:gd name="T3" fmla="*/ 0 h 107"/>
                <a:gd name="T4" fmla="*/ 0 w 85"/>
                <a:gd name="T5" fmla="*/ 22 h 107"/>
                <a:gd name="T6" fmla="*/ 46 w 85"/>
                <a:gd name="T7" fmla="*/ 107 h 107"/>
                <a:gd name="T8" fmla="*/ 85 w 85"/>
                <a:gd name="T9" fmla="*/ 8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07">
                  <a:moveTo>
                    <a:pt x="85" y="85"/>
                  </a:moveTo>
                  <a:lnTo>
                    <a:pt x="42" y="0"/>
                  </a:lnTo>
                  <a:lnTo>
                    <a:pt x="0" y="22"/>
                  </a:lnTo>
                  <a:lnTo>
                    <a:pt x="46" y="107"/>
                  </a:lnTo>
                  <a:lnTo>
                    <a:pt x="85" y="85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Freeform 118">
              <a:extLst>
                <a:ext uri="{FF2B5EF4-FFF2-40B4-BE49-F238E27FC236}">
                  <a16:creationId xmlns:a16="http://schemas.microsoft.com/office/drawing/2014/main" id="{10767B7E-67A8-4967-2D86-7D0965713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002" y="4241794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4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4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Freeform 119">
              <a:extLst>
                <a:ext uri="{FF2B5EF4-FFF2-40B4-BE49-F238E27FC236}">
                  <a16:creationId xmlns:a16="http://schemas.microsoft.com/office/drawing/2014/main" id="{64C6EA6F-F4F4-F92F-E1CD-0B3792C29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1" y="4305066"/>
              <a:ext cx="73817" cy="76453"/>
            </a:xfrm>
            <a:custGeom>
              <a:avLst/>
              <a:gdLst>
                <a:gd name="T0" fmla="*/ 3 w 8"/>
                <a:gd name="T1" fmla="*/ 7 h 8"/>
                <a:gd name="T2" fmla="*/ 3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2 w 8"/>
                <a:gd name="T11" fmla="*/ 7 h 8"/>
                <a:gd name="T12" fmla="*/ 3 w 8"/>
                <a:gd name="T13" fmla="*/ 7 h 8"/>
                <a:gd name="T14" fmla="*/ 3 w 8"/>
                <a:gd name="T15" fmla="*/ 7 h 8"/>
                <a:gd name="T16" fmla="*/ 3 w 8"/>
                <a:gd name="T17" fmla="*/ 7 h 8"/>
                <a:gd name="T18" fmla="*/ 3 w 8"/>
                <a:gd name="T19" fmla="*/ 8 h 8"/>
                <a:gd name="T20" fmla="*/ 7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5 w 8"/>
                <a:gd name="T27" fmla="*/ 0 h 8"/>
                <a:gd name="T28" fmla="*/ 5 w 8"/>
                <a:gd name="T29" fmla="*/ 0 h 8"/>
                <a:gd name="T30" fmla="*/ 5 w 8"/>
                <a:gd name="T31" fmla="*/ 0 h 8"/>
                <a:gd name="T32" fmla="*/ 0 w 8"/>
                <a:gd name="T33" fmla="*/ 2 h 8"/>
                <a:gd name="T34" fmla="*/ 0 w 8"/>
                <a:gd name="T35" fmla="*/ 3 h 8"/>
                <a:gd name="T36" fmla="*/ 2 w 8"/>
                <a:gd name="T37" fmla="*/ 7 h 8"/>
                <a:gd name="T38" fmla="*/ 2 w 8"/>
                <a:gd name="T39" fmla="*/ 8 h 8"/>
                <a:gd name="T40" fmla="*/ 3 w 8"/>
                <a:gd name="T41" fmla="*/ 8 h 8"/>
                <a:gd name="T42" fmla="*/ 3 w 8"/>
                <a:gd name="T4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Freeform 120">
              <a:extLst>
                <a:ext uri="{FF2B5EF4-FFF2-40B4-BE49-F238E27FC236}">
                  <a16:creationId xmlns:a16="http://schemas.microsoft.com/office/drawing/2014/main" id="{D577137E-122A-5FFE-81BE-7456C2668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910" y="4363065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Freeform 121">
              <a:extLst>
                <a:ext uri="{FF2B5EF4-FFF2-40B4-BE49-F238E27FC236}">
                  <a16:creationId xmlns:a16="http://schemas.microsoft.com/office/drawing/2014/main" id="{F3A3591B-6840-74CA-A241-4D40C635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819" y="4426337"/>
              <a:ext cx="65908" cy="76453"/>
            </a:xfrm>
            <a:custGeom>
              <a:avLst/>
              <a:gdLst>
                <a:gd name="T0" fmla="*/ 2 w 7"/>
                <a:gd name="T1" fmla="*/ 7 h 8"/>
                <a:gd name="T2" fmla="*/ 3 w 7"/>
                <a:gd name="T3" fmla="*/ 7 h 8"/>
                <a:gd name="T4" fmla="*/ 1 w 7"/>
                <a:gd name="T5" fmla="*/ 3 h 8"/>
                <a:gd name="T6" fmla="*/ 4 w 7"/>
                <a:gd name="T7" fmla="*/ 1 h 8"/>
                <a:gd name="T8" fmla="*/ 6 w 7"/>
                <a:gd name="T9" fmla="*/ 5 h 8"/>
                <a:gd name="T10" fmla="*/ 2 w 7"/>
                <a:gd name="T11" fmla="*/ 7 h 8"/>
                <a:gd name="T12" fmla="*/ 2 w 7"/>
                <a:gd name="T13" fmla="*/ 7 h 8"/>
                <a:gd name="T14" fmla="*/ 3 w 7"/>
                <a:gd name="T15" fmla="*/ 7 h 8"/>
                <a:gd name="T16" fmla="*/ 2 w 7"/>
                <a:gd name="T17" fmla="*/ 7 h 8"/>
                <a:gd name="T18" fmla="*/ 3 w 7"/>
                <a:gd name="T19" fmla="*/ 8 h 8"/>
                <a:gd name="T20" fmla="*/ 7 w 7"/>
                <a:gd name="T21" fmla="*/ 5 h 8"/>
                <a:gd name="T22" fmla="*/ 7 w 7"/>
                <a:gd name="T23" fmla="*/ 5 h 8"/>
                <a:gd name="T24" fmla="*/ 7 w 7"/>
                <a:gd name="T25" fmla="*/ 5 h 8"/>
                <a:gd name="T26" fmla="*/ 5 w 7"/>
                <a:gd name="T27" fmla="*/ 0 h 8"/>
                <a:gd name="T28" fmla="*/ 4 w 7"/>
                <a:gd name="T29" fmla="*/ 0 h 8"/>
                <a:gd name="T30" fmla="*/ 0 w 7"/>
                <a:gd name="T31" fmla="*/ 2 h 8"/>
                <a:gd name="T32" fmla="*/ 0 w 7"/>
                <a:gd name="T33" fmla="*/ 3 h 8"/>
                <a:gd name="T34" fmla="*/ 2 w 7"/>
                <a:gd name="T35" fmla="*/ 7 h 8"/>
                <a:gd name="T36" fmla="*/ 2 w 7"/>
                <a:gd name="T37" fmla="*/ 8 h 8"/>
                <a:gd name="T38" fmla="*/ 3 w 7"/>
                <a:gd name="T39" fmla="*/ 8 h 8"/>
                <a:gd name="T40" fmla="*/ 2 w 7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8">
                  <a:moveTo>
                    <a:pt x="2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Freeform 122">
              <a:extLst>
                <a:ext uri="{FF2B5EF4-FFF2-40B4-BE49-F238E27FC236}">
                  <a16:creationId xmlns:a16="http://schemas.microsoft.com/office/drawing/2014/main" id="{8E4C4104-0E6B-38E7-ED86-7A80D8626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639" y="4268157"/>
              <a:ext cx="73817" cy="76453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8 h 8"/>
                <a:gd name="T4" fmla="*/ 1 w 8"/>
                <a:gd name="T5" fmla="*/ 4 h 8"/>
                <a:gd name="T6" fmla="*/ 5 w 8"/>
                <a:gd name="T7" fmla="*/ 2 h 8"/>
                <a:gd name="T8" fmla="*/ 7 w 8"/>
                <a:gd name="T9" fmla="*/ 5 h 8"/>
                <a:gd name="T10" fmla="*/ 3 w 8"/>
                <a:gd name="T11" fmla="*/ 8 h 8"/>
                <a:gd name="T12" fmla="*/ 3 w 8"/>
                <a:gd name="T13" fmla="*/ 8 h 8"/>
                <a:gd name="T14" fmla="*/ 3 w 8"/>
                <a:gd name="T15" fmla="*/ 8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6 h 8"/>
                <a:gd name="T24" fmla="*/ 8 w 8"/>
                <a:gd name="T25" fmla="*/ 5 h 8"/>
                <a:gd name="T26" fmla="*/ 5 w 8"/>
                <a:gd name="T27" fmla="*/ 1 h 8"/>
                <a:gd name="T28" fmla="*/ 5 w 8"/>
                <a:gd name="T29" fmla="*/ 1 h 8"/>
                <a:gd name="T30" fmla="*/ 0 w 8"/>
                <a:gd name="T31" fmla="*/ 3 h 8"/>
                <a:gd name="T32" fmla="*/ 0 w 8"/>
                <a:gd name="T33" fmla="*/ 4 h 8"/>
                <a:gd name="T34" fmla="*/ 2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0"/>
                    <a:pt x="5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Freeform 123">
              <a:extLst>
                <a:ext uri="{FF2B5EF4-FFF2-40B4-BE49-F238E27FC236}">
                  <a16:creationId xmlns:a16="http://schemas.microsoft.com/office/drawing/2014/main" id="{98070D79-4514-BE16-8763-1C819EF29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002" y="4334065"/>
              <a:ext cx="76453" cy="73817"/>
            </a:xfrm>
            <a:custGeom>
              <a:avLst/>
              <a:gdLst>
                <a:gd name="T0" fmla="*/ 3 w 8"/>
                <a:gd name="T1" fmla="*/ 8 h 8"/>
                <a:gd name="T2" fmla="*/ 4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4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Freeform 124">
              <a:extLst>
                <a:ext uri="{FF2B5EF4-FFF2-40B4-BE49-F238E27FC236}">
                  <a16:creationId xmlns:a16="http://schemas.microsoft.com/office/drawing/2014/main" id="{85963CB3-1C5F-FB5D-4D44-C336FA638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1" y="4399974"/>
              <a:ext cx="76453" cy="65908"/>
            </a:xfrm>
            <a:custGeom>
              <a:avLst/>
              <a:gdLst>
                <a:gd name="T0" fmla="*/ 3 w 8"/>
                <a:gd name="T1" fmla="*/ 7 h 7"/>
                <a:gd name="T2" fmla="*/ 3 w 8"/>
                <a:gd name="T3" fmla="*/ 7 h 7"/>
                <a:gd name="T4" fmla="*/ 1 w 8"/>
                <a:gd name="T5" fmla="*/ 3 h 7"/>
                <a:gd name="T6" fmla="*/ 5 w 8"/>
                <a:gd name="T7" fmla="*/ 1 h 7"/>
                <a:gd name="T8" fmla="*/ 7 w 8"/>
                <a:gd name="T9" fmla="*/ 4 h 7"/>
                <a:gd name="T10" fmla="*/ 2 w 8"/>
                <a:gd name="T11" fmla="*/ 7 h 7"/>
                <a:gd name="T12" fmla="*/ 3 w 8"/>
                <a:gd name="T13" fmla="*/ 7 h 7"/>
                <a:gd name="T14" fmla="*/ 3 w 8"/>
                <a:gd name="T15" fmla="*/ 7 h 7"/>
                <a:gd name="T16" fmla="*/ 3 w 8"/>
                <a:gd name="T17" fmla="*/ 7 h 7"/>
                <a:gd name="T18" fmla="*/ 3 w 8"/>
                <a:gd name="T19" fmla="*/ 7 h 7"/>
                <a:gd name="T20" fmla="*/ 7 w 8"/>
                <a:gd name="T21" fmla="*/ 5 h 7"/>
                <a:gd name="T22" fmla="*/ 8 w 8"/>
                <a:gd name="T23" fmla="*/ 5 h 7"/>
                <a:gd name="T24" fmla="*/ 8 w 8"/>
                <a:gd name="T25" fmla="*/ 4 h 7"/>
                <a:gd name="T26" fmla="*/ 5 w 8"/>
                <a:gd name="T27" fmla="*/ 0 h 7"/>
                <a:gd name="T28" fmla="*/ 5 w 8"/>
                <a:gd name="T29" fmla="*/ 0 h 7"/>
                <a:gd name="T30" fmla="*/ 0 w 8"/>
                <a:gd name="T31" fmla="*/ 2 h 7"/>
                <a:gd name="T32" fmla="*/ 0 w 8"/>
                <a:gd name="T33" fmla="*/ 3 h 7"/>
                <a:gd name="T34" fmla="*/ 2 w 8"/>
                <a:gd name="T35" fmla="*/ 7 h 7"/>
                <a:gd name="T36" fmla="*/ 2 w 8"/>
                <a:gd name="T37" fmla="*/ 7 h 7"/>
                <a:gd name="T38" fmla="*/ 3 w 8"/>
                <a:gd name="T3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Freeform 125">
              <a:extLst>
                <a:ext uri="{FF2B5EF4-FFF2-40B4-BE49-F238E27FC236}">
                  <a16:creationId xmlns:a16="http://schemas.microsoft.com/office/drawing/2014/main" id="{0D8ACD26-7722-C27E-28F1-365169A2C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8731" y="4305066"/>
              <a:ext cx="73817" cy="76453"/>
            </a:xfrm>
            <a:custGeom>
              <a:avLst/>
              <a:gdLst>
                <a:gd name="T0" fmla="*/ 3 w 8"/>
                <a:gd name="T1" fmla="*/ 7 h 8"/>
                <a:gd name="T2" fmla="*/ 4 w 8"/>
                <a:gd name="T3" fmla="*/ 7 h 8"/>
                <a:gd name="T4" fmla="*/ 2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7 h 8"/>
                <a:gd name="T14" fmla="*/ 4 w 8"/>
                <a:gd name="T15" fmla="*/ 7 h 8"/>
                <a:gd name="T16" fmla="*/ 3 w 8"/>
                <a:gd name="T17" fmla="*/ 7 h 8"/>
                <a:gd name="T18" fmla="*/ 4 w 8"/>
                <a:gd name="T19" fmla="*/ 8 h 8"/>
                <a:gd name="T20" fmla="*/ 8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2 h 8"/>
                <a:gd name="T32" fmla="*/ 1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4 w 8"/>
                <a:gd name="T39" fmla="*/ 8 h 8"/>
                <a:gd name="T40" fmla="*/ 3 w 8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Freeform 126">
              <a:extLst>
                <a:ext uri="{FF2B5EF4-FFF2-40B4-BE49-F238E27FC236}">
                  <a16:creationId xmlns:a16="http://schemas.microsoft.com/office/drawing/2014/main" id="{E58F7BE8-101E-294B-F11F-1BD7B498B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5639" y="4363065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8 h 8"/>
                <a:gd name="T4" fmla="*/ 1 w 8"/>
                <a:gd name="T5" fmla="*/ 3 h 8"/>
                <a:gd name="T6" fmla="*/ 5 w 8"/>
                <a:gd name="T7" fmla="*/ 2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8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6 h 8"/>
                <a:gd name="T24" fmla="*/ 8 w 8"/>
                <a:gd name="T25" fmla="*/ 5 h 8"/>
                <a:gd name="T26" fmla="*/ 5 w 8"/>
                <a:gd name="T27" fmla="*/ 1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4 h 8"/>
                <a:gd name="T34" fmla="*/ 2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Freeform 127">
              <a:extLst>
                <a:ext uri="{FF2B5EF4-FFF2-40B4-BE49-F238E27FC236}">
                  <a16:creationId xmlns:a16="http://schemas.microsoft.com/office/drawing/2014/main" id="{B9C11BAF-308F-54BD-B18D-A48379218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639" y="4426337"/>
              <a:ext cx="73817" cy="76453"/>
            </a:xfrm>
            <a:custGeom>
              <a:avLst/>
              <a:gdLst>
                <a:gd name="T0" fmla="*/ 3 w 8"/>
                <a:gd name="T1" fmla="*/ 7 h 8"/>
                <a:gd name="T2" fmla="*/ 4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7 h 8"/>
                <a:gd name="T14" fmla="*/ 4 w 8"/>
                <a:gd name="T15" fmla="*/ 7 h 8"/>
                <a:gd name="T16" fmla="*/ 3 w 8"/>
                <a:gd name="T17" fmla="*/ 7 h 8"/>
                <a:gd name="T18" fmla="*/ 3 w 8"/>
                <a:gd name="T19" fmla="*/ 8 h 8"/>
                <a:gd name="T20" fmla="*/ 8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2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  <a:gd name="T40" fmla="*/ 3 w 8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Freeform 128">
              <a:extLst>
                <a:ext uri="{FF2B5EF4-FFF2-40B4-BE49-F238E27FC236}">
                  <a16:creationId xmlns:a16="http://schemas.microsoft.com/office/drawing/2014/main" id="{5779A51B-860A-4F1F-39B8-81123360E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3368" y="4334065"/>
              <a:ext cx="73817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7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7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3 h 8"/>
                <a:gd name="T34" fmla="*/ 3 w 8"/>
                <a:gd name="T35" fmla="*/ 8 h 8"/>
                <a:gd name="T36" fmla="*/ 3 w 8"/>
                <a:gd name="T37" fmla="*/ 8 h 8"/>
                <a:gd name="T38" fmla="*/ 3 w 8"/>
                <a:gd name="T39" fmla="*/ 8 h 8"/>
                <a:gd name="T40" fmla="*/ 3 w 8"/>
                <a:gd name="T4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Freeform 129">
              <a:extLst>
                <a:ext uri="{FF2B5EF4-FFF2-40B4-BE49-F238E27FC236}">
                  <a16:creationId xmlns:a16="http://schemas.microsoft.com/office/drawing/2014/main" id="{8150E721-7D51-1D22-2938-AF987EE84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9731" y="4399974"/>
              <a:ext cx="76453" cy="73817"/>
            </a:xfrm>
            <a:custGeom>
              <a:avLst/>
              <a:gdLst>
                <a:gd name="T0" fmla="*/ 3 w 8"/>
                <a:gd name="T1" fmla="*/ 7 h 8"/>
                <a:gd name="T2" fmla="*/ 4 w 8"/>
                <a:gd name="T3" fmla="*/ 7 h 8"/>
                <a:gd name="T4" fmla="*/ 2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7 h 8"/>
                <a:gd name="T14" fmla="*/ 4 w 8"/>
                <a:gd name="T15" fmla="*/ 7 h 8"/>
                <a:gd name="T16" fmla="*/ 3 w 8"/>
                <a:gd name="T17" fmla="*/ 7 h 8"/>
                <a:gd name="T18" fmla="*/ 4 w 8"/>
                <a:gd name="T19" fmla="*/ 8 h 8"/>
                <a:gd name="T20" fmla="*/ 8 w 8"/>
                <a:gd name="T21" fmla="*/ 5 h 8"/>
                <a:gd name="T22" fmla="*/ 8 w 8"/>
                <a:gd name="T23" fmla="*/ 5 h 8"/>
                <a:gd name="T24" fmla="*/ 8 w 8"/>
                <a:gd name="T25" fmla="*/ 5 h 8"/>
                <a:gd name="T26" fmla="*/ 6 w 8"/>
                <a:gd name="T27" fmla="*/ 0 h 8"/>
                <a:gd name="T28" fmla="*/ 5 w 8"/>
                <a:gd name="T29" fmla="*/ 0 h 8"/>
                <a:gd name="T30" fmla="*/ 1 w 8"/>
                <a:gd name="T31" fmla="*/ 2 h 8"/>
                <a:gd name="T32" fmla="*/ 1 w 8"/>
                <a:gd name="T33" fmla="*/ 3 h 8"/>
                <a:gd name="T34" fmla="*/ 3 w 8"/>
                <a:gd name="T35" fmla="*/ 7 h 8"/>
                <a:gd name="T36" fmla="*/ 3 w 8"/>
                <a:gd name="T37" fmla="*/ 8 h 8"/>
                <a:gd name="T38" fmla="*/ 4 w 8"/>
                <a:gd name="T39" fmla="*/ 8 h 8"/>
                <a:gd name="T40" fmla="*/ 3 w 8"/>
                <a:gd name="T4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8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Freeform 130">
              <a:extLst>
                <a:ext uri="{FF2B5EF4-FFF2-40B4-BE49-F238E27FC236}">
                  <a16:creationId xmlns:a16="http://schemas.microsoft.com/office/drawing/2014/main" id="{B01947D6-01D8-646A-B7F4-612A8FE0A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6640" y="4455337"/>
              <a:ext cx="76453" cy="73817"/>
            </a:xfrm>
            <a:custGeom>
              <a:avLst/>
              <a:gdLst>
                <a:gd name="T0" fmla="*/ 3 w 8"/>
                <a:gd name="T1" fmla="*/ 8 h 8"/>
                <a:gd name="T2" fmla="*/ 3 w 8"/>
                <a:gd name="T3" fmla="*/ 8 h 8"/>
                <a:gd name="T4" fmla="*/ 1 w 8"/>
                <a:gd name="T5" fmla="*/ 3 h 8"/>
                <a:gd name="T6" fmla="*/ 5 w 8"/>
                <a:gd name="T7" fmla="*/ 1 h 8"/>
                <a:gd name="T8" fmla="*/ 7 w 8"/>
                <a:gd name="T9" fmla="*/ 5 h 8"/>
                <a:gd name="T10" fmla="*/ 3 w 8"/>
                <a:gd name="T11" fmla="*/ 7 h 8"/>
                <a:gd name="T12" fmla="*/ 3 w 8"/>
                <a:gd name="T13" fmla="*/ 8 h 8"/>
                <a:gd name="T14" fmla="*/ 3 w 8"/>
                <a:gd name="T15" fmla="*/ 8 h 8"/>
                <a:gd name="T16" fmla="*/ 3 w 8"/>
                <a:gd name="T17" fmla="*/ 8 h 8"/>
                <a:gd name="T18" fmla="*/ 3 w 8"/>
                <a:gd name="T19" fmla="*/ 8 h 8"/>
                <a:gd name="T20" fmla="*/ 8 w 8"/>
                <a:gd name="T21" fmla="*/ 6 h 8"/>
                <a:gd name="T22" fmla="*/ 8 w 8"/>
                <a:gd name="T23" fmla="*/ 5 h 8"/>
                <a:gd name="T24" fmla="*/ 8 w 8"/>
                <a:gd name="T25" fmla="*/ 5 h 8"/>
                <a:gd name="T26" fmla="*/ 5 w 8"/>
                <a:gd name="T27" fmla="*/ 1 h 8"/>
                <a:gd name="T28" fmla="*/ 5 w 8"/>
                <a:gd name="T29" fmla="*/ 0 h 8"/>
                <a:gd name="T30" fmla="*/ 0 w 8"/>
                <a:gd name="T31" fmla="*/ 3 h 8"/>
                <a:gd name="T32" fmla="*/ 0 w 8"/>
                <a:gd name="T33" fmla="*/ 3 h 8"/>
                <a:gd name="T34" fmla="*/ 2 w 8"/>
                <a:gd name="T35" fmla="*/ 8 h 8"/>
                <a:gd name="T36" fmla="*/ 3 w 8"/>
                <a:gd name="T37" fmla="*/ 8 h 8"/>
                <a:gd name="T38" fmla="*/ 3 w 8"/>
                <a:gd name="T3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Freeform 131">
              <a:extLst>
                <a:ext uri="{FF2B5EF4-FFF2-40B4-BE49-F238E27FC236}">
                  <a16:creationId xmlns:a16="http://schemas.microsoft.com/office/drawing/2014/main" id="{D6B8B6E3-1DBC-4108-0812-F066AC45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5639" y="4455337"/>
              <a:ext cx="195088" cy="139725"/>
            </a:xfrm>
            <a:custGeom>
              <a:avLst/>
              <a:gdLst>
                <a:gd name="T0" fmla="*/ 3 w 21"/>
                <a:gd name="T1" fmla="*/ 14 h 15"/>
                <a:gd name="T2" fmla="*/ 4 w 21"/>
                <a:gd name="T3" fmla="*/ 14 h 15"/>
                <a:gd name="T4" fmla="*/ 2 w 21"/>
                <a:gd name="T5" fmla="*/ 10 h 15"/>
                <a:gd name="T6" fmla="*/ 18 w 21"/>
                <a:gd name="T7" fmla="*/ 1 h 15"/>
                <a:gd name="T8" fmla="*/ 20 w 21"/>
                <a:gd name="T9" fmla="*/ 5 h 15"/>
                <a:gd name="T10" fmla="*/ 3 w 21"/>
                <a:gd name="T11" fmla="*/ 14 h 15"/>
                <a:gd name="T12" fmla="*/ 3 w 21"/>
                <a:gd name="T13" fmla="*/ 14 h 15"/>
                <a:gd name="T14" fmla="*/ 4 w 21"/>
                <a:gd name="T15" fmla="*/ 14 h 15"/>
                <a:gd name="T16" fmla="*/ 3 w 21"/>
                <a:gd name="T17" fmla="*/ 14 h 15"/>
                <a:gd name="T18" fmla="*/ 4 w 21"/>
                <a:gd name="T19" fmla="*/ 15 h 15"/>
                <a:gd name="T20" fmla="*/ 21 w 21"/>
                <a:gd name="T21" fmla="*/ 6 h 15"/>
                <a:gd name="T22" fmla="*/ 21 w 21"/>
                <a:gd name="T23" fmla="*/ 5 h 15"/>
                <a:gd name="T24" fmla="*/ 21 w 21"/>
                <a:gd name="T25" fmla="*/ 5 h 15"/>
                <a:gd name="T26" fmla="*/ 19 w 21"/>
                <a:gd name="T27" fmla="*/ 0 h 15"/>
                <a:gd name="T28" fmla="*/ 18 w 21"/>
                <a:gd name="T29" fmla="*/ 0 h 15"/>
                <a:gd name="T30" fmla="*/ 1 w 21"/>
                <a:gd name="T31" fmla="*/ 9 h 15"/>
                <a:gd name="T32" fmla="*/ 0 w 21"/>
                <a:gd name="T33" fmla="*/ 10 h 15"/>
                <a:gd name="T34" fmla="*/ 3 w 21"/>
                <a:gd name="T35" fmla="*/ 14 h 15"/>
                <a:gd name="T36" fmla="*/ 4 w 21"/>
                <a:gd name="T37" fmla="*/ 15 h 15"/>
                <a:gd name="T38" fmla="*/ 3 w 21"/>
                <a:gd name="T3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" h="15">
                  <a:moveTo>
                    <a:pt x="3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5"/>
                    <a:pt x="3" y="15"/>
                    <a:pt x="4" y="15"/>
                  </a:cubicBezTo>
                  <a:lnTo>
                    <a:pt x="3" y="14"/>
                  </a:lnTo>
                  <a:close/>
                </a:path>
              </a:pathLst>
            </a:custGeom>
            <a:solidFill>
              <a:srgbClr val="006D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Freeform 132">
              <a:extLst>
                <a:ext uri="{FF2B5EF4-FFF2-40B4-BE49-F238E27FC236}">
                  <a16:creationId xmlns:a16="http://schemas.microsoft.com/office/drawing/2014/main" id="{FCB547EB-6C77-9495-DFAC-AC3F86737A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49182" y="4286612"/>
              <a:ext cx="57999" cy="47454"/>
            </a:xfrm>
            <a:custGeom>
              <a:avLst/>
              <a:gdLst>
                <a:gd name="T0" fmla="*/ 0 w 22"/>
                <a:gd name="T1" fmla="*/ 11 h 18"/>
                <a:gd name="T2" fmla="*/ 8 w 22"/>
                <a:gd name="T3" fmla="*/ 7 h 18"/>
                <a:gd name="T4" fmla="*/ 11 w 22"/>
                <a:gd name="T5" fmla="*/ 7 h 18"/>
                <a:gd name="T6" fmla="*/ 8 w 22"/>
                <a:gd name="T7" fmla="*/ 7 h 18"/>
                <a:gd name="T8" fmla="*/ 4 w 22"/>
                <a:gd name="T9" fmla="*/ 11 h 18"/>
                <a:gd name="T10" fmla="*/ 0 w 22"/>
                <a:gd name="T11" fmla="*/ 11 h 18"/>
                <a:gd name="T12" fmla="*/ 0 w 22"/>
                <a:gd name="T13" fmla="*/ 11 h 18"/>
                <a:gd name="T14" fmla="*/ 0 w 22"/>
                <a:gd name="T15" fmla="*/ 11 h 18"/>
                <a:gd name="T16" fmla="*/ 0 w 22"/>
                <a:gd name="T17" fmla="*/ 11 h 18"/>
                <a:gd name="T18" fmla="*/ 4 w 22"/>
                <a:gd name="T19" fmla="*/ 11 h 18"/>
                <a:gd name="T20" fmla="*/ 4 w 22"/>
                <a:gd name="T21" fmla="*/ 14 h 18"/>
                <a:gd name="T22" fmla="*/ 4 w 22"/>
                <a:gd name="T23" fmla="*/ 14 h 18"/>
                <a:gd name="T24" fmla="*/ 4 w 22"/>
                <a:gd name="T25" fmla="*/ 14 h 18"/>
                <a:gd name="T26" fmla="*/ 8 w 22"/>
                <a:gd name="T27" fmla="*/ 18 h 18"/>
                <a:gd name="T28" fmla="*/ 4 w 22"/>
                <a:gd name="T29" fmla="*/ 18 h 18"/>
                <a:gd name="T30" fmla="*/ 4 w 22"/>
                <a:gd name="T31" fmla="*/ 18 h 18"/>
                <a:gd name="T32" fmla="*/ 0 w 22"/>
                <a:gd name="T33" fmla="*/ 11 h 18"/>
                <a:gd name="T34" fmla="*/ 18 w 22"/>
                <a:gd name="T35" fmla="*/ 0 h 18"/>
                <a:gd name="T36" fmla="*/ 18 w 22"/>
                <a:gd name="T37" fmla="*/ 0 h 18"/>
                <a:gd name="T38" fmla="*/ 18 w 22"/>
                <a:gd name="T39" fmla="*/ 4 h 18"/>
                <a:gd name="T40" fmla="*/ 11 w 22"/>
                <a:gd name="T41" fmla="*/ 7 h 18"/>
                <a:gd name="T42" fmla="*/ 11 w 22"/>
                <a:gd name="T43" fmla="*/ 7 h 18"/>
                <a:gd name="T44" fmla="*/ 11 w 22"/>
                <a:gd name="T45" fmla="*/ 4 h 18"/>
                <a:gd name="T46" fmla="*/ 18 w 22"/>
                <a:gd name="T47" fmla="*/ 0 h 18"/>
                <a:gd name="T48" fmla="*/ 18 w 22"/>
                <a:gd name="T49" fmla="*/ 4 h 18"/>
                <a:gd name="T50" fmla="*/ 22 w 22"/>
                <a:gd name="T51" fmla="*/ 7 h 18"/>
                <a:gd name="T52" fmla="*/ 22 w 22"/>
                <a:gd name="T53" fmla="*/ 11 h 18"/>
                <a:gd name="T54" fmla="*/ 22 w 22"/>
                <a:gd name="T55" fmla="*/ 7 h 18"/>
                <a:gd name="T56" fmla="*/ 22 w 22"/>
                <a:gd name="T57" fmla="*/ 7 h 18"/>
                <a:gd name="T58" fmla="*/ 22 w 22"/>
                <a:gd name="T59" fmla="*/ 7 h 18"/>
                <a:gd name="T60" fmla="*/ 18 w 22"/>
                <a:gd name="T61" fmla="*/ 4 h 18"/>
                <a:gd name="T62" fmla="*/ 18 w 22"/>
                <a:gd name="T63" fmla="*/ 4 h 18"/>
                <a:gd name="T64" fmla="*/ 18 w 22"/>
                <a:gd name="T65" fmla="*/ 0 h 18"/>
                <a:gd name="T66" fmla="*/ 18 w 22"/>
                <a:gd name="T67" fmla="*/ 4 h 18"/>
                <a:gd name="T68" fmla="*/ 8 w 22"/>
                <a:gd name="T69" fmla="*/ 18 h 18"/>
                <a:gd name="T70" fmla="*/ 8 w 22"/>
                <a:gd name="T71" fmla="*/ 18 h 18"/>
                <a:gd name="T72" fmla="*/ 8 w 22"/>
                <a:gd name="T73" fmla="*/ 18 h 18"/>
                <a:gd name="T74" fmla="*/ 11 w 22"/>
                <a:gd name="T75" fmla="*/ 14 h 18"/>
                <a:gd name="T76" fmla="*/ 15 w 22"/>
                <a:gd name="T77" fmla="*/ 14 h 18"/>
                <a:gd name="T78" fmla="*/ 15 w 22"/>
                <a:gd name="T79" fmla="*/ 14 h 18"/>
                <a:gd name="T80" fmla="*/ 8 w 22"/>
                <a:gd name="T81" fmla="*/ 18 h 18"/>
                <a:gd name="T82" fmla="*/ 22 w 22"/>
                <a:gd name="T83" fmla="*/ 11 h 18"/>
                <a:gd name="T84" fmla="*/ 15 w 22"/>
                <a:gd name="T85" fmla="*/ 14 h 18"/>
                <a:gd name="T86" fmla="*/ 15 w 22"/>
                <a:gd name="T87" fmla="*/ 14 h 18"/>
                <a:gd name="T88" fmla="*/ 15 w 22"/>
                <a:gd name="T89" fmla="*/ 11 h 18"/>
                <a:gd name="T90" fmla="*/ 22 w 22"/>
                <a:gd name="T91" fmla="*/ 11 h 18"/>
                <a:gd name="T92" fmla="*/ 22 w 22"/>
                <a:gd name="T93" fmla="*/ 11 h 18"/>
                <a:gd name="T94" fmla="*/ 22 w 22"/>
                <a:gd name="T95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" h="18">
                  <a:moveTo>
                    <a:pt x="0" y="11"/>
                  </a:moveTo>
                  <a:lnTo>
                    <a:pt x="8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11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18" y="0"/>
                  </a:lnTo>
                  <a:close/>
                  <a:moveTo>
                    <a:pt x="18" y="4"/>
                  </a:moveTo>
                  <a:lnTo>
                    <a:pt x="22" y="7"/>
                  </a:lnTo>
                  <a:lnTo>
                    <a:pt x="22" y="11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8" y="4"/>
                  </a:lnTo>
                  <a:close/>
                  <a:moveTo>
                    <a:pt x="8" y="18"/>
                  </a:moveTo>
                  <a:lnTo>
                    <a:pt x="8" y="18"/>
                  </a:lnTo>
                  <a:lnTo>
                    <a:pt x="8" y="18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8" y="18"/>
                  </a:lnTo>
                  <a:close/>
                  <a:moveTo>
                    <a:pt x="22" y="11"/>
                  </a:moveTo>
                  <a:lnTo>
                    <a:pt x="15" y="14"/>
                  </a:lnTo>
                  <a:lnTo>
                    <a:pt x="15" y="14"/>
                  </a:lnTo>
                  <a:lnTo>
                    <a:pt x="15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Freeform 133">
              <a:extLst>
                <a:ext uri="{FF2B5EF4-FFF2-40B4-BE49-F238E27FC236}">
                  <a16:creationId xmlns:a16="http://schemas.microsoft.com/office/drawing/2014/main" id="{E9C7F7AE-341E-C853-F71D-6F04DD8A7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8182" y="4344611"/>
              <a:ext cx="47454" cy="26363"/>
            </a:xfrm>
            <a:custGeom>
              <a:avLst/>
              <a:gdLst>
                <a:gd name="T0" fmla="*/ 4 w 18"/>
                <a:gd name="T1" fmla="*/ 10 h 10"/>
                <a:gd name="T2" fmla="*/ 0 w 18"/>
                <a:gd name="T3" fmla="*/ 10 h 10"/>
                <a:gd name="T4" fmla="*/ 4 w 18"/>
                <a:gd name="T5" fmla="*/ 7 h 10"/>
                <a:gd name="T6" fmla="*/ 7 w 18"/>
                <a:gd name="T7" fmla="*/ 3 h 10"/>
                <a:gd name="T8" fmla="*/ 11 w 18"/>
                <a:gd name="T9" fmla="*/ 3 h 10"/>
                <a:gd name="T10" fmla="*/ 11 w 18"/>
                <a:gd name="T11" fmla="*/ 7 h 10"/>
                <a:gd name="T12" fmla="*/ 4 w 18"/>
                <a:gd name="T13" fmla="*/ 10 h 10"/>
                <a:gd name="T14" fmla="*/ 18 w 18"/>
                <a:gd name="T15" fmla="*/ 3 h 10"/>
                <a:gd name="T16" fmla="*/ 11 w 18"/>
                <a:gd name="T17" fmla="*/ 3 h 10"/>
                <a:gd name="T18" fmla="*/ 11 w 18"/>
                <a:gd name="T19" fmla="*/ 3 h 10"/>
                <a:gd name="T20" fmla="*/ 11 w 18"/>
                <a:gd name="T21" fmla="*/ 3 h 10"/>
                <a:gd name="T22" fmla="*/ 18 w 18"/>
                <a:gd name="T23" fmla="*/ 0 h 10"/>
                <a:gd name="T24" fmla="*/ 18 w 18"/>
                <a:gd name="T25" fmla="*/ 0 h 10"/>
                <a:gd name="T26" fmla="*/ 18 w 18"/>
                <a:gd name="T2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10">
                  <a:moveTo>
                    <a:pt x="4" y="10"/>
                  </a:moveTo>
                  <a:lnTo>
                    <a:pt x="0" y="10"/>
                  </a:lnTo>
                  <a:lnTo>
                    <a:pt x="4" y="7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4" y="10"/>
                  </a:lnTo>
                  <a:close/>
                  <a:moveTo>
                    <a:pt x="18" y="3"/>
                  </a:moveTo>
                  <a:lnTo>
                    <a:pt x="11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Freeform 134">
              <a:extLst>
                <a:ext uri="{FF2B5EF4-FFF2-40B4-BE49-F238E27FC236}">
                  <a16:creationId xmlns:a16="http://schemas.microsoft.com/office/drawing/2014/main" id="{9B1CFA60-244A-49F0-9BF5-8CB01E8AEB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88727" y="4352520"/>
              <a:ext cx="55363" cy="47454"/>
            </a:xfrm>
            <a:custGeom>
              <a:avLst/>
              <a:gdLst>
                <a:gd name="T0" fmla="*/ 0 w 21"/>
                <a:gd name="T1" fmla="*/ 7 h 18"/>
                <a:gd name="T2" fmla="*/ 7 w 21"/>
                <a:gd name="T3" fmla="*/ 4 h 18"/>
                <a:gd name="T4" fmla="*/ 7 w 21"/>
                <a:gd name="T5" fmla="*/ 4 h 18"/>
                <a:gd name="T6" fmla="*/ 7 w 21"/>
                <a:gd name="T7" fmla="*/ 7 h 18"/>
                <a:gd name="T8" fmla="*/ 3 w 21"/>
                <a:gd name="T9" fmla="*/ 11 h 18"/>
                <a:gd name="T10" fmla="*/ 0 w 21"/>
                <a:gd name="T11" fmla="*/ 11 h 18"/>
                <a:gd name="T12" fmla="*/ 0 w 21"/>
                <a:gd name="T13" fmla="*/ 7 h 18"/>
                <a:gd name="T14" fmla="*/ 0 w 21"/>
                <a:gd name="T15" fmla="*/ 11 h 18"/>
                <a:gd name="T16" fmla="*/ 0 w 21"/>
                <a:gd name="T17" fmla="*/ 11 h 18"/>
                <a:gd name="T18" fmla="*/ 0 w 21"/>
                <a:gd name="T19" fmla="*/ 11 h 18"/>
                <a:gd name="T20" fmla="*/ 3 w 21"/>
                <a:gd name="T21" fmla="*/ 11 h 18"/>
                <a:gd name="T22" fmla="*/ 3 w 21"/>
                <a:gd name="T23" fmla="*/ 14 h 18"/>
                <a:gd name="T24" fmla="*/ 3 w 21"/>
                <a:gd name="T25" fmla="*/ 14 h 18"/>
                <a:gd name="T26" fmla="*/ 3 w 21"/>
                <a:gd name="T27" fmla="*/ 14 h 18"/>
                <a:gd name="T28" fmla="*/ 3 w 21"/>
                <a:gd name="T29" fmla="*/ 18 h 18"/>
                <a:gd name="T30" fmla="*/ 3 w 21"/>
                <a:gd name="T31" fmla="*/ 18 h 18"/>
                <a:gd name="T32" fmla="*/ 0 w 21"/>
                <a:gd name="T33" fmla="*/ 11 h 18"/>
                <a:gd name="T34" fmla="*/ 10 w 21"/>
                <a:gd name="T35" fmla="*/ 11 h 18"/>
                <a:gd name="T36" fmla="*/ 10 w 21"/>
                <a:gd name="T37" fmla="*/ 11 h 18"/>
                <a:gd name="T38" fmla="*/ 7 w 21"/>
                <a:gd name="T39" fmla="*/ 7 h 18"/>
                <a:gd name="T40" fmla="*/ 7 w 21"/>
                <a:gd name="T41" fmla="*/ 7 h 18"/>
                <a:gd name="T42" fmla="*/ 10 w 21"/>
                <a:gd name="T43" fmla="*/ 7 h 18"/>
                <a:gd name="T44" fmla="*/ 10 w 21"/>
                <a:gd name="T45" fmla="*/ 7 h 18"/>
                <a:gd name="T46" fmla="*/ 10 w 21"/>
                <a:gd name="T47" fmla="*/ 11 h 18"/>
                <a:gd name="T48" fmla="*/ 17 w 21"/>
                <a:gd name="T49" fmla="*/ 0 h 18"/>
                <a:gd name="T50" fmla="*/ 21 w 21"/>
                <a:gd name="T51" fmla="*/ 7 h 18"/>
                <a:gd name="T52" fmla="*/ 21 w 21"/>
                <a:gd name="T53" fmla="*/ 7 h 18"/>
                <a:gd name="T54" fmla="*/ 17 w 21"/>
                <a:gd name="T55" fmla="*/ 7 h 18"/>
                <a:gd name="T56" fmla="*/ 17 w 21"/>
                <a:gd name="T57" fmla="*/ 7 h 18"/>
                <a:gd name="T58" fmla="*/ 17 w 21"/>
                <a:gd name="T59" fmla="*/ 4 h 18"/>
                <a:gd name="T60" fmla="*/ 17 w 21"/>
                <a:gd name="T61" fmla="*/ 4 h 18"/>
                <a:gd name="T62" fmla="*/ 17 w 21"/>
                <a:gd name="T63" fmla="*/ 4 h 18"/>
                <a:gd name="T64" fmla="*/ 17 w 21"/>
                <a:gd name="T65" fmla="*/ 0 h 18"/>
                <a:gd name="T66" fmla="*/ 17 w 21"/>
                <a:gd name="T67" fmla="*/ 0 h 18"/>
                <a:gd name="T68" fmla="*/ 10 w 21"/>
                <a:gd name="T69" fmla="*/ 14 h 18"/>
                <a:gd name="T70" fmla="*/ 10 w 21"/>
                <a:gd name="T71" fmla="*/ 14 h 18"/>
                <a:gd name="T72" fmla="*/ 10 w 21"/>
                <a:gd name="T73" fmla="*/ 11 h 18"/>
                <a:gd name="T74" fmla="*/ 10 w 21"/>
                <a:gd name="T75" fmla="*/ 11 h 18"/>
                <a:gd name="T76" fmla="*/ 10 w 21"/>
                <a:gd name="T77" fmla="*/ 11 h 18"/>
                <a:gd name="T78" fmla="*/ 14 w 21"/>
                <a:gd name="T79" fmla="*/ 11 h 18"/>
                <a:gd name="T80" fmla="*/ 10 w 21"/>
                <a:gd name="T81" fmla="*/ 14 h 18"/>
                <a:gd name="T82" fmla="*/ 21 w 21"/>
                <a:gd name="T83" fmla="*/ 11 h 18"/>
                <a:gd name="T84" fmla="*/ 14 w 21"/>
                <a:gd name="T85" fmla="*/ 14 h 18"/>
                <a:gd name="T86" fmla="*/ 14 w 21"/>
                <a:gd name="T87" fmla="*/ 14 h 18"/>
                <a:gd name="T88" fmla="*/ 14 w 21"/>
                <a:gd name="T89" fmla="*/ 11 h 18"/>
                <a:gd name="T90" fmla="*/ 17 w 21"/>
                <a:gd name="T91" fmla="*/ 7 h 18"/>
                <a:gd name="T92" fmla="*/ 21 w 21"/>
                <a:gd name="T93" fmla="*/ 11 h 18"/>
                <a:gd name="T94" fmla="*/ 21 w 21"/>
                <a:gd name="T95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" h="18">
                  <a:moveTo>
                    <a:pt x="0" y="7"/>
                  </a:moveTo>
                  <a:lnTo>
                    <a:pt x="7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3" y="11"/>
                  </a:lnTo>
                  <a:lnTo>
                    <a:pt x="0" y="11"/>
                  </a:lnTo>
                  <a:lnTo>
                    <a:pt x="0" y="7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11"/>
                  </a:lnTo>
                  <a:close/>
                  <a:moveTo>
                    <a:pt x="10" y="11"/>
                  </a:moveTo>
                  <a:lnTo>
                    <a:pt x="10" y="11"/>
                  </a:lnTo>
                  <a:lnTo>
                    <a:pt x="7" y="7"/>
                  </a:lnTo>
                  <a:lnTo>
                    <a:pt x="7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1"/>
                  </a:lnTo>
                  <a:close/>
                  <a:moveTo>
                    <a:pt x="17" y="0"/>
                  </a:moveTo>
                  <a:lnTo>
                    <a:pt x="21" y="7"/>
                  </a:lnTo>
                  <a:lnTo>
                    <a:pt x="21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0"/>
                  </a:lnTo>
                  <a:lnTo>
                    <a:pt x="17" y="0"/>
                  </a:lnTo>
                  <a:close/>
                  <a:moveTo>
                    <a:pt x="10" y="14"/>
                  </a:moveTo>
                  <a:lnTo>
                    <a:pt x="10" y="1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4" y="11"/>
                  </a:lnTo>
                  <a:lnTo>
                    <a:pt x="10" y="14"/>
                  </a:lnTo>
                  <a:close/>
                  <a:moveTo>
                    <a:pt x="21" y="11"/>
                  </a:moveTo>
                  <a:lnTo>
                    <a:pt x="14" y="14"/>
                  </a:lnTo>
                  <a:lnTo>
                    <a:pt x="14" y="14"/>
                  </a:lnTo>
                  <a:lnTo>
                    <a:pt x="14" y="11"/>
                  </a:lnTo>
                  <a:lnTo>
                    <a:pt x="17" y="7"/>
                  </a:lnTo>
                  <a:lnTo>
                    <a:pt x="21" y="11"/>
                  </a:lnTo>
                  <a:lnTo>
                    <a:pt x="21" y="11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Freeform 135">
              <a:extLst>
                <a:ext uri="{FF2B5EF4-FFF2-40B4-BE49-F238E27FC236}">
                  <a16:creationId xmlns:a16="http://schemas.microsoft.com/office/drawing/2014/main" id="{57FC3EC8-17CD-858C-6F84-791B29548E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07181" y="4389428"/>
              <a:ext cx="55363" cy="47454"/>
            </a:xfrm>
            <a:custGeom>
              <a:avLst/>
              <a:gdLst>
                <a:gd name="T0" fmla="*/ 0 w 21"/>
                <a:gd name="T1" fmla="*/ 7 h 18"/>
                <a:gd name="T2" fmla="*/ 0 w 21"/>
                <a:gd name="T3" fmla="*/ 7 h 18"/>
                <a:gd name="T4" fmla="*/ 0 w 21"/>
                <a:gd name="T5" fmla="*/ 7 h 18"/>
                <a:gd name="T6" fmla="*/ 3 w 21"/>
                <a:gd name="T7" fmla="*/ 11 h 18"/>
                <a:gd name="T8" fmla="*/ 0 w 21"/>
                <a:gd name="T9" fmla="*/ 11 h 18"/>
                <a:gd name="T10" fmla="*/ 3 w 21"/>
                <a:gd name="T11" fmla="*/ 11 h 18"/>
                <a:gd name="T12" fmla="*/ 3 w 21"/>
                <a:gd name="T13" fmla="*/ 14 h 18"/>
                <a:gd name="T14" fmla="*/ 3 w 21"/>
                <a:gd name="T15" fmla="*/ 14 h 18"/>
                <a:gd name="T16" fmla="*/ 3 w 21"/>
                <a:gd name="T17" fmla="*/ 14 h 18"/>
                <a:gd name="T18" fmla="*/ 0 w 21"/>
                <a:gd name="T19" fmla="*/ 7 h 18"/>
                <a:gd name="T20" fmla="*/ 10 w 21"/>
                <a:gd name="T21" fmla="*/ 7 h 18"/>
                <a:gd name="T22" fmla="*/ 7 w 21"/>
                <a:gd name="T23" fmla="*/ 7 h 18"/>
                <a:gd name="T24" fmla="*/ 7 w 21"/>
                <a:gd name="T25" fmla="*/ 4 h 18"/>
                <a:gd name="T26" fmla="*/ 7 w 21"/>
                <a:gd name="T27" fmla="*/ 4 h 18"/>
                <a:gd name="T28" fmla="*/ 10 w 21"/>
                <a:gd name="T29" fmla="*/ 4 h 18"/>
                <a:gd name="T30" fmla="*/ 10 w 21"/>
                <a:gd name="T31" fmla="*/ 7 h 18"/>
                <a:gd name="T32" fmla="*/ 10 w 21"/>
                <a:gd name="T33" fmla="*/ 7 h 18"/>
                <a:gd name="T34" fmla="*/ 17 w 21"/>
                <a:gd name="T35" fmla="*/ 0 h 18"/>
                <a:gd name="T36" fmla="*/ 21 w 21"/>
                <a:gd name="T37" fmla="*/ 7 h 18"/>
                <a:gd name="T38" fmla="*/ 21 w 21"/>
                <a:gd name="T39" fmla="*/ 7 h 18"/>
                <a:gd name="T40" fmla="*/ 17 w 21"/>
                <a:gd name="T41" fmla="*/ 7 h 18"/>
                <a:gd name="T42" fmla="*/ 17 w 21"/>
                <a:gd name="T43" fmla="*/ 4 h 18"/>
                <a:gd name="T44" fmla="*/ 17 w 21"/>
                <a:gd name="T45" fmla="*/ 4 h 18"/>
                <a:gd name="T46" fmla="*/ 17 w 21"/>
                <a:gd name="T47" fmla="*/ 4 h 18"/>
                <a:gd name="T48" fmla="*/ 14 w 21"/>
                <a:gd name="T49" fmla="*/ 0 h 18"/>
                <a:gd name="T50" fmla="*/ 17 w 21"/>
                <a:gd name="T51" fmla="*/ 0 h 18"/>
                <a:gd name="T52" fmla="*/ 17 w 21"/>
                <a:gd name="T53" fmla="*/ 0 h 18"/>
                <a:gd name="T54" fmla="*/ 10 w 21"/>
                <a:gd name="T55" fmla="*/ 11 h 18"/>
                <a:gd name="T56" fmla="*/ 10 w 21"/>
                <a:gd name="T57" fmla="*/ 11 h 18"/>
                <a:gd name="T58" fmla="*/ 10 w 21"/>
                <a:gd name="T59" fmla="*/ 7 h 18"/>
                <a:gd name="T60" fmla="*/ 10 w 21"/>
                <a:gd name="T61" fmla="*/ 7 h 18"/>
                <a:gd name="T62" fmla="*/ 10 w 21"/>
                <a:gd name="T63" fmla="*/ 7 h 18"/>
                <a:gd name="T64" fmla="*/ 10 w 21"/>
                <a:gd name="T65" fmla="*/ 11 h 18"/>
                <a:gd name="T66" fmla="*/ 10 w 21"/>
                <a:gd name="T67" fmla="*/ 11 h 18"/>
                <a:gd name="T68" fmla="*/ 3 w 21"/>
                <a:gd name="T69" fmla="*/ 18 h 18"/>
                <a:gd name="T70" fmla="*/ 3 w 21"/>
                <a:gd name="T71" fmla="*/ 14 h 18"/>
                <a:gd name="T72" fmla="*/ 3 w 21"/>
                <a:gd name="T73" fmla="*/ 14 h 18"/>
                <a:gd name="T74" fmla="*/ 10 w 21"/>
                <a:gd name="T75" fmla="*/ 11 h 18"/>
                <a:gd name="T76" fmla="*/ 10 w 21"/>
                <a:gd name="T77" fmla="*/ 11 h 18"/>
                <a:gd name="T78" fmla="*/ 10 w 21"/>
                <a:gd name="T79" fmla="*/ 14 h 18"/>
                <a:gd name="T80" fmla="*/ 3 w 21"/>
                <a:gd name="T81" fmla="*/ 18 h 18"/>
                <a:gd name="T82" fmla="*/ 21 w 21"/>
                <a:gd name="T83" fmla="*/ 7 h 18"/>
                <a:gd name="T84" fmla="*/ 14 w 21"/>
                <a:gd name="T85" fmla="*/ 11 h 18"/>
                <a:gd name="T86" fmla="*/ 10 w 21"/>
                <a:gd name="T87" fmla="*/ 11 h 18"/>
                <a:gd name="T88" fmla="*/ 14 w 21"/>
                <a:gd name="T89" fmla="*/ 11 h 18"/>
                <a:gd name="T90" fmla="*/ 17 w 21"/>
                <a:gd name="T91" fmla="*/ 7 h 18"/>
                <a:gd name="T92" fmla="*/ 21 w 21"/>
                <a:gd name="T93" fmla="*/ 7 h 18"/>
                <a:gd name="T94" fmla="*/ 21 w 21"/>
                <a:gd name="T9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" h="18">
                  <a:moveTo>
                    <a:pt x="0" y="7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3" y="11"/>
                  </a:lnTo>
                  <a:lnTo>
                    <a:pt x="0" y="11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0" y="7"/>
                  </a:lnTo>
                  <a:close/>
                  <a:moveTo>
                    <a:pt x="10" y="7"/>
                  </a:moveTo>
                  <a:lnTo>
                    <a:pt x="7" y="7"/>
                  </a:lnTo>
                  <a:lnTo>
                    <a:pt x="7" y="4"/>
                  </a:lnTo>
                  <a:lnTo>
                    <a:pt x="7" y="4"/>
                  </a:lnTo>
                  <a:lnTo>
                    <a:pt x="10" y="4"/>
                  </a:lnTo>
                  <a:lnTo>
                    <a:pt x="10" y="7"/>
                  </a:lnTo>
                  <a:lnTo>
                    <a:pt x="10" y="7"/>
                  </a:lnTo>
                  <a:close/>
                  <a:moveTo>
                    <a:pt x="17" y="0"/>
                  </a:moveTo>
                  <a:lnTo>
                    <a:pt x="21" y="7"/>
                  </a:lnTo>
                  <a:lnTo>
                    <a:pt x="21" y="7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close/>
                  <a:moveTo>
                    <a:pt x="10" y="11"/>
                  </a:moveTo>
                  <a:lnTo>
                    <a:pt x="10" y="11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1"/>
                  </a:lnTo>
                  <a:lnTo>
                    <a:pt x="10" y="11"/>
                  </a:lnTo>
                  <a:close/>
                  <a:moveTo>
                    <a:pt x="3" y="18"/>
                  </a:moveTo>
                  <a:lnTo>
                    <a:pt x="3" y="14"/>
                  </a:lnTo>
                  <a:lnTo>
                    <a:pt x="3" y="1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4"/>
                  </a:lnTo>
                  <a:lnTo>
                    <a:pt x="3" y="18"/>
                  </a:lnTo>
                  <a:close/>
                  <a:moveTo>
                    <a:pt x="21" y="7"/>
                  </a:moveTo>
                  <a:lnTo>
                    <a:pt x="14" y="11"/>
                  </a:lnTo>
                  <a:lnTo>
                    <a:pt x="10" y="11"/>
                  </a:lnTo>
                  <a:lnTo>
                    <a:pt x="14" y="11"/>
                  </a:lnTo>
                  <a:lnTo>
                    <a:pt x="17" y="7"/>
                  </a:lnTo>
                  <a:lnTo>
                    <a:pt x="21" y="7"/>
                  </a:lnTo>
                  <a:lnTo>
                    <a:pt x="21" y="7"/>
                  </a:lnTo>
                  <a:close/>
                </a:path>
              </a:pathLst>
            </a:custGeom>
            <a:solidFill>
              <a:srgbClr val="EAA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Freeform 136">
              <a:extLst>
                <a:ext uri="{FF2B5EF4-FFF2-40B4-BE49-F238E27FC236}">
                  <a16:creationId xmlns:a16="http://schemas.microsoft.com/office/drawing/2014/main" id="{C9059B26-C91F-AA37-0065-5A17985C4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3647" y="3706620"/>
              <a:ext cx="690718" cy="748717"/>
            </a:xfrm>
            <a:custGeom>
              <a:avLst/>
              <a:gdLst>
                <a:gd name="T0" fmla="*/ 20 w 74"/>
                <a:gd name="T1" fmla="*/ 0 h 80"/>
                <a:gd name="T2" fmla="*/ 0 w 74"/>
                <a:gd name="T3" fmla="*/ 65 h 80"/>
                <a:gd name="T4" fmla="*/ 46 w 74"/>
                <a:gd name="T5" fmla="*/ 79 h 80"/>
                <a:gd name="T6" fmla="*/ 74 w 74"/>
                <a:gd name="T7" fmla="*/ 45 h 80"/>
                <a:gd name="T8" fmla="*/ 20 w 74"/>
                <a:gd name="T9" fmla="*/ 0 h 80"/>
                <a:gd name="T10" fmla="*/ 43 w 74"/>
                <a:gd name="T11" fmla="*/ 67 h 80"/>
                <a:gd name="T12" fmla="*/ 14 w 74"/>
                <a:gd name="T13" fmla="*/ 58 h 80"/>
                <a:gd name="T14" fmla="*/ 25 w 74"/>
                <a:gd name="T15" fmla="*/ 18 h 80"/>
                <a:gd name="T16" fmla="*/ 59 w 74"/>
                <a:gd name="T17" fmla="*/ 46 h 80"/>
                <a:gd name="T18" fmla="*/ 43 w 74"/>
                <a:gd name="T19" fmla="*/ 6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80">
                  <a:moveTo>
                    <a:pt x="20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45" y="79"/>
                    <a:pt x="46" y="79"/>
                  </a:cubicBezTo>
                  <a:cubicBezTo>
                    <a:pt x="47" y="80"/>
                    <a:pt x="74" y="45"/>
                    <a:pt x="74" y="45"/>
                  </a:cubicBezTo>
                  <a:cubicBezTo>
                    <a:pt x="20" y="0"/>
                    <a:pt x="20" y="0"/>
                    <a:pt x="20" y="0"/>
                  </a:cubicBezTo>
                  <a:moveTo>
                    <a:pt x="43" y="67"/>
                  </a:moveTo>
                  <a:cubicBezTo>
                    <a:pt x="38" y="65"/>
                    <a:pt x="29" y="63"/>
                    <a:pt x="14" y="5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3" y="55"/>
                    <a:pt x="47" y="62"/>
                    <a:pt x="43" y="67"/>
                  </a:cubicBezTo>
                </a:path>
              </a:pathLst>
            </a:custGeom>
            <a:solidFill>
              <a:srgbClr val="00A4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Freeform 137">
              <a:extLst>
                <a:ext uri="{FF2B5EF4-FFF2-40B4-BE49-F238E27FC236}">
                  <a16:creationId xmlns:a16="http://schemas.microsoft.com/office/drawing/2014/main" id="{F379C0A7-EEE1-48F2-D3F8-816825F7F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835" y="4062524"/>
              <a:ext cx="532538" cy="598446"/>
            </a:xfrm>
            <a:custGeom>
              <a:avLst/>
              <a:gdLst>
                <a:gd name="T0" fmla="*/ 57 w 57"/>
                <a:gd name="T1" fmla="*/ 51 h 64"/>
                <a:gd name="T2" fmla="*/ 23 w 57"/>
                <a:gd name="T3" fmla="*/ 63 h 64"/>
                <a:gd name="T4" fmla="*/ 17 w 57"/>
                <a:gd name="T5" fmla="*/ 61 h 64"/>
                <a:gd name="T6" fmla="*/ 0 w 57"/>
                <a:gd name="T7" fmla="*/ 14 h 64"/>
                <a:gd name="T8" fmla="*/ 5 w 57"/>
                <a:gd name="T9" fmla="*/ 13 h 64"/>
                <a:gd name="T10" fmla="*/ 34 w 57"/>
                <a:gd name="T11" fmla="*/ 2 h 64"/>
                <a:gd name="T12" fmla="*/ 38 w 57"/>
                <a:gd name="T13" fmla="*/ 0 h 64"/>
                <a:gd name="T14" fmla="*/ 40 w 57"/>
                <a:gd name="T15" fmla="*/ 5 h 64"/>
                <a:gd name="T16" fmla="*/ 57 w 57"/>
                <a:gd name="T17" fmla="*/ 5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64">
                  <a:moveTo>
                    <a:pt x="57" y="51"/>
                  </a:moveTo>
                  <a:cubicBezTo>
                    <a:pt x="23" y="63"/>
                    <a:pt x="23" y="63"/>
                    <a:pt x="23" y="63"/>
                  </a:cubicBezTo>
                  <a:cubicBezTo>
                    <a:pt x="21" y="64"/>
                    <a:pt x="18" y="63"/>
                    <a:pt x="17" y="6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57" y="51"/>
                  </a:lnTo>
                  <a:close/>
                </a:path>
              </a:pathLst>
            </a:custGeom>
            <a:solidFill>
              <a:srgbClr val="FF2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Freeform 138">
              <a:extLst>
                <a:ext uri="{FF2B5EF4-FFF2-40B4-BE49-F238E27FC236}">
                  <a16:creationId xmlns:a16="http://schemas.microsoft.com/office/drawing/2014/main" id="{8D5814F3-705A-D37C-A41E-7E63CF2B7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3926" y="4025615"/>
              <a:ext cx="382267" cy="205633"/>
            </a:xfrm>
            <a:custGeom>
              <a:avLst/>
              <a:gdLst>
                <a:gd name="T0" fmla="*/ 7 w 41"/>
                <a:gd name="T1" fmla="*/ 21 h 22"/>
                <a:gd name="T2" fmla="*/ 1 w 41"/>
                <a:gd name="T3" fmla="*/ 18 h 22"/>
                <a:gd name="T4" fmla="*/ 4 w 41"/>
                <a:gd name="T5" fmla="*/ 12 h 22"/>
                <a:gd name="T6" fmla="*/ 37 w 41"/>
                <a:gd name="T7" fmla="*/ 0 h 22"/>
                <a:gd name="T8" fmla="*/ 41 w 41"/>
                <a:gd name="T9" fmla="*/ 9 h 22"/>
                <a:gd name="T10" fmla="*/ 7 w 41"/>
                <a:gd name="T11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2">
                  <a:moveTo>
                    <a:pt x="7" y="21"/>
                  </a:moveTo>
                  <a:cubicBezTo>
                    <a:pt x="5" y="22"/>
                    <a:pt x="2" y="21"/>
                    <a:pt x="1" y="18"/>
                  </a:cubicBezTo>
                  <a:cubicBezTo>
                    <a:pt x="0" y="16"/>
                    <a:pt x="1" y="13"/>
                    <a:pt x="4" y="1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1" y="9"/>
                    <a:pt x="41" y="9"/>
                    <a:pt x="41" y="9"/>
                  </a:cubicBezTo>
                  <a:lnTo>
                    <a:pt x="7" y="21"/>
                  </a:lnTo>
                  <a:close/>
                </a:path>
              </a:pathLst>
            </a:custGeom>
            <a:solidFill>
              <a:srgbClr val="CF02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Freeform 139">
              <a:extLst>
                <a:ext uri="{FF2B5EF4-FFF2-40B4-BE49-F238E27FC236}">
                  <a16:creationId xmlns:a16="http://schemas.microsoft.com/office/drawing/2014/main" id="{496396B2-5DEC-7E5C-051D-6255B0A7E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2380" y="4044070"/>
              <a:ext cx="345359" cy="176634"/>
            </a:xfrm>
            <a:custGeom>
              <a:avLst/>
              <a:gdLst>
                <a:gd name="T0" fmla="*/ 34 w 37"/>
                <a:gd name="T1" fmla="*/ 0 h 19"/>
                <a:gd name="T2" fmla="*/ 34 w 37"/>
                <a:gd name="T3" fmla="*/ 3 h 19"/>
                <a:gd name="T4" fmla="*/ 37 w 37"/>
                <a:gd name="T5" fmla="*/ 6 h 19"/>
                <a:gd name="T6" fmla="*/ 5 w 37"/>
                <a:gd name="T7" fmla="*/ 18 h 19"/>
                <a:gd name="T8" fmla="*/ 0 w 37"/>
                <a:gd name="T9" fmla="*/ 16 h 19"/>
                <a:gd name="T10" fmla="*/ 2 w 37"/>
                <a:gd name="T11" fmla="*/ 11 h 19"/>
                <a:gd name="T12" fmla="*/ 34 w 37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9">
                  <a:moveTo>
                    <a:pt x="34" y="0"/>
                  </a:moveTo>
                  <a:cubicBezTo>
                    <a:pt x="34" y="1"/>
                    <a:pt x="34" y="2"/>
                    <a:pt x="34" y="3"/>
                  </a:cubicBezTo>
                  <a:cubicBezTo>
                    <a:pt x="35" y="5"/>
                    <a:pt x="36" y="6"/>
                    <a:pt x="37" y="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3" y="19"/>
                    <a:pt x="1" y="18"/>
                    <a:pt x="0" y="16"/>
                  </a:cubicBezTo>
                  <a:cubicBezTo>
                    <a:pt x="0" y="14"/>
                    <a:pt x="1" y="12"/>
                    <a:pt x="2" y="1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Freeform 140">
              <a:extLst>
                <a:ext uri="{FF2B5EF4-FFF2-40B4-BE49-F238E27FC236}">
                  <a16:creationId xmlns:a16="http://schemas.microsoft.com/office/drawing/2014/main" id="{15C8D845-27A6-0219-5E6C-385D0848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4249703"/>
              <a:ext cx="616900" cy="121271"/>
            </a:xfrm>
            <a:custGeom>
              <a:avLst/>
              <a:gdLst>
                <a:gd name="T0" fmla="*/ 60 w 66"/>
                <a:gd name="T1" fmla="*/ 13 h 13"/>
                <a:gd name="T2" fmla="*/ 6 w 66"/>
                <a:gd name="T3" fmla="*/ 13 h 13"/>
                <a:gd name="T4" fmla="*/ 0 w 66"/>
                <a:gd name="T5" fmla="*/ 7 h 13"/>
                <a:gd name="T6" fmla="*/ 0 w 66"/>
                <a:gd name="T7" fmla="*/ 6 h 13"/>
                <a:gd name="T8" fmla="*/ 6 w 66"/>
                <a:gd name="T9" fmla="*/ 0 h 13"/>
                <a:gd name="T10" fmla="*/ 60 w 66"/>
                <a:gd name="T11" fmla="*/ 0 h 13"/>
                <a:gd name="T12" fmla="*/ 66 w 66"/>
                <a:gd name="T13" fmla="*/ 6 h 13"/>
                <a:gd name="T14" fmla="*/ 66 w 66"/>
                <a:gd name="T15" fmla="*/ 7 h 13"/>
                <a:gd name="T16" fmla="*/ 60 w 66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3">
                  <a:moveTo>
                    <a:pt x="60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3" y="13"/>
                    <a:pt x="0" y="11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11"/>
                    <a:pt x="63" y="13"/>
                    <a:pt x="60" y="13"/>
                  </a:cubicBezTo>
                </a:path>
              </a:pathLst>
            </a:custGeom>
            <a:solidFill>
              <a:srgbClr val="7E6D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Freeform 141">
              <a:extLst>
                <a:ext uri="{FF2B5EF4-FFF2-40B4-BE49-F238E27FC236}">
                  <a16:creationId xmlns:a16="http://schemas.microsoft.com/office/drawing/2014/main" id="{66329232-286A-F5CC-BFD4-3052AEFA4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4260248"/>
              <a:ext cx="587901" cy="102817"/>
            </a:xfrm>
            <a:custGeom>
              <a:avLst/>
              <a:gdLst>
                <a:gd name="T0" fmla="*/ 6 w 63"/>
                <a:gd name="T1" fmla="*/ 11 h 11"/>
                <a:gd name="T2" fmla="*/ 0 w 63"/>
                <a:gd name="T3" fmla="*/ 6 h 11"/>
                <a:gd name="T4" fmla="*/ 6 w 63"/>
                <a:gd name="T5" fmla="*/ 0 h 11"/>
                <a:gd name="T6" fmla="*/ 58 w 63"/>
                <a:gd name="T7" fmla="*/ 0 h 11"/>
                <a:gd name="T8" fmla="*/ 63 w 63"/>
                <a:gd name="T9" fmla="*/ 6 h 11"/>
                <a:gd name="T10" fmla="*/ 58 w 63"/>
                <a:gd name="T11" fmla="*/ 11 h 11"/>
                <a:gd name="T12" fmla="*/ 6 w 63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1">
                  <a:moveTo>
                    <a:pt x="6" y="11"/>
                  </a:moveTo>
                  <a:cubicBezTo>
                    <a:pt x="3" y="11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3"/>
                    <a:pt x="63" y="6"/>
                  </a:cubicBezTo>
                  <a:cubicBezTo>
                    <a:pt x="63" y="9"/>
                    <a:pt x="61" y="11"/>
                    <a:pt x="58" y="11"/>
                  </a:cubicBezTo>
                  <a:cubicBezTo>
                    <a:pt x="6" y="11"/>
                    <a:pt x="6" y="11"/>
                    <a:pt x="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Freeform 142">
              <a:extLst>
                <a:ext uri="{FF2B5EF4-FFF2-40B4-BE49-F238E27FC236}">
                  <a16:creationId xmlns:a16="http://schemas.microsoft.com/office/drawing/2014/main" id="{10D45B5E-56D8-C125-5340-1EAA8305A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4370974"/>
              <a:ext cx="616900" cy="131816"/>
            </a:xfrm>
            <a:custGeom>
              <a:avLst/>
              <a:gdLst>
                <a:gd name="T0" fmla="*/ 60 w 66"/>
                <a:gd name="T1" fmla="*/ 14 h 14"/>
                <a:gd name="T2" fmla="*/ 6 w 66"/>
                <a:gd name="T3" fmla="*/ 14 h 14"/>
                <a:gd name="T4" fmla="*/ 0 w 66"/>
                <a:gd name="T5" fmla="*/ 8 h 14"/>
                <a:gd name="T6" fmla="*/ 0 w 66"/>
                <a:gd name="T7" fmla="*/ 7 h 14"/>
                <a:gd name="T8" fmla="*/ 6 w 66"/>
                <a:gd name="T9" fmla="*/ 0 h 14"/>
                <a:gd name="T10" fmla="*/ 60 w 66"/>
                <a:gd name="T11" fmla="*/ 0 h 14"/>
                <a:gd name="T12" fmla="*/ 66 w 66"/>
                <a:gd name="T13" fmla="*/ 7 h 14"/>
                <a:gd name="T14" fmla="*/ 66 w 66"/>
                <a:gd name="T15" fmla="*/ 8 h 14"/>
                <a:gd name="T16" fmla="*/ 60 w 66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4">
                  <a:moveTo>
                    <a:pt x="60" y="14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7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11"/>
                    <a:pt x="63" y="14"/>
                    <a:pt x="60" y="14"/>
                  </a:cubicBezTo>
                </a:path>
              </a:pathLst>
            </a:custGeom>
            <a:solidFill>
              <a:srgbClr val="006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Freeform 143">
              <a:extLst>
                <a:ext uri="{FF2B5EF4-FFF2-40B4-BE49-F238E27FC236}">
                  <a16:creationId xmlns:a16="http://schemas.microsoft.com/office/drawing/2014/main" id="{67067E4B-AA46-ED0D-0D2E-EAF091A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4389428"/>
              <a:ext cx="587901" cy="102817"/>
            </a:xfrm>
            <a:custGeom>
              <a:avLst/>
              <a:gdLst>
                <a:gd name="T0" fmla="*/ 6 w 63"/>
                <a:gd name="T1" fmla="*/ 11 h 11"/>
                <a:gd name="T2" fmla="*/ 0 w 63"/>
                <a:gd name="T3" fmla="*/ 5 h 11"/>
                <a:gd name="T4" fmla="*/ 6 w 63"/>
                <a:gd name="T5" fmla="*/ 0 h 11"/>
                <a:gd name="T6" fmla="*/ 58 w 63"/>
                <a:gd name="T7" fmla="*/ 0 h 11"/>
                <a:gd name="T8" fmla="*/ 63 w 63"/>
                <a:gd name="T9" fmla="*/ 5 h 11"/>
                <a:gd name="T10" fmla="*/ 58 w 63"/>
                <a:gd name="T11" fmla="*/ 11 h 11"/>
                <a:gd name="T12" fmla="*/ 6 w 63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1">
                  <a:moveTo>
                    <a:pt x="6" y="11"/>
                  </a:move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ubicBezTo>
                    <a:pt x="63" y="8"/>
                    <a:pt x="61" y="11"/>
                    <a:pt x="58" y="11"/>
                  </a:cubicBezTo>
                  <a:cubicBezTo>
                    <a:pt x="6" y="11"/>
                    <a:pt x="6" y="11"/>
                    <a:pt x="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Freeform 144">
              <a:extLst>
                <a:ext uri="{FF2B5EF4-FFF2-40B4-BE49-F238E27FC236}">
                  <a16:creationId xmlns:a16="http://schemas.microsoft.com/office/drawing/2014/main" id="{72313B35-7604-D71F-1AFB-60FE694E5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1831" y="4502790"/>
              <a:ext cx="616900" cy="129180"/>
            </a:xfrm>
            <a:custGeom>
              <a:avLst/>
              <a:gdLst>
                <a:gd name="T0" fmla="*/ 60 w 66"/>
                <a:gd name="T1" fmla="*/ 14 h 14"/>
                <a:gd name="T2" fmla="*/ 6 w 66"/>
                <a:gd name="T3" fmla="*/ 14 h 14"/>
                <a:gd name="T4" fmla="*/ 0 w 66"/>
                <a:gd name="T5" fmla="*/ 7 h 14"/>
                <a:gd name="T6" fmla="*/ 0 w 66"/>
                <a:gd name="T7" fmla="*/ 6 h 14"/>
                <a:gd name="T8" fmla="*/ 6 w 66"/>
                <a:gd name="T9" fmla="*/ 0 h 14"/>
                <a:gd name="T10" fmla="*/ 60 w 66"/>
                <a:gd name="T11" fmla="*/ 0 h 14"/>
                <a:gd name="T12" fmla="*/ 66 w 66"/>
                <a:gd name="T13" fmla="*/ 6 h 14"/>
                <a:gd name="T14" fmla="*/ 66 w 66"/>
                <a:gd name="T15" fmla="*/ 7 h 14"/>
                <a:gd name="T16" fmla="*/ 60 w 66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4">
                  <a:moveTo>
                    <a:pt x="60" y="14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11"/>
                    <a:pt x="63" y="14"/>
                    <a:pt x="60" y="14"/>
                  </a:cubicBezTo>
                </a:path>
              </a:pathLst>
            </a:custGeom>
            <a:solidFill>
              <a:srgbClr val="66A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Freeform 145">
              <a:extLst>
                <a:ext uri="{FF2B5EF4-FFF2-40B4-BE49-F238E27FC236}">
                  <a16:creationId xmlns:a16="http://schemas.microsoft.com/office/drawing/2014/main" id="{40B62615-5BD1-022E-8D28-40F4A9CAE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4344611"/>
              <a:ext cx="224088" cy="353268"/>
            </a:xfrm>
            <a:custGeom>
              <a:avLst/>
              <a:gdLst>
                <a:gd name="T0" fmla="*/ 6 w 24"/>
                <a:gd name="T1" fmla="*/ 35 h 38"/>
                <a:gd name="T2" fmla="*/ 0 w 24"/>
                <a:gd name="T3" fmla="*/ 5 h 38"/>
                <a:gd name="T4" fmla="*/ 22 w 24"/>
                <a:gd name="T5" fmla="*/ 0 h 38"/>
                <a:gd name="T6" fmla="*/ 24 w 24"/>
                <a:gd name="T7" fmla="*/ 38 h 38"/>
                <a:gd name="T8" fmla="*/ 6 w 24"/>
                <a:gd name="T9" fmla="*/ 3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8">
                  <a:moveTo>
                    <a:pt x="6" y="35"/>
                  </a:moveTo>
                  <a:cubicBezTo>
                    <a:pt x="6" y="33"/>
                    <a:pt x="0" y="5"/>
                    <a:pt x="0" y="5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6" y="35"/>
                    <a:pt x="6" y="35"/>
                    <a:pt x="6" y="35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Freeform 146">
              <a:extLst>
                <a:ext uri="{FF2B5EF4-FFF2-40B4-BE49-F238E27FC236}">
                  <a16:creationId xmlns:a16="http://schemas.microsoft.com/office/drawing/2014/main" id="{7EA79E4B-B2AB-A390-6F0B-06B83356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2376" y="4521245"/>
              <a:ext cx="587901" cy="92271"/>
            </a:xfrm>
            <a:custGeom>
              <a:avLst/>
              <a:gdLst>
                <a:gd name="T0" fmla="*/ 6 w 63"/>
                <a:gd name="T1" fmla="*/ 10 h 10"/>
                <a:gd name="T2" fmla="*/ 0 w 63"/>
                <a:gd name="T3" fmla="*/ 5 h 10"/>
                <a:gd name="T4" fmla="*/ 6 w 63"/>
                <a:gd name="T5" fmla="*/ 0 h 10"/>
                <a:gd name="T6" fmla="*/ 58 w 63"/>
                <a:gd name="T7" fmla="*/ 0 h 10"/>
                <a:gd name="T8" fmla="*/ 63 w 63"/>
                <a:gd name="T9" fmla="*/ 5 h 10"/>
                <a:gd name="T10" fmla="*/ 58 w 63"/>
                <a:gd name="T11" fmla="*/ 10 h 10"/>
                <a:gd name="T12" fmla="*/ 6 w 63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10">
                  <a:moveTo>
                    <a:pt x="6" y="10"/>
                  </a:moveTo>
                  <a:cubicBezTo>
                    <a:pt x="3" y="10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ubicBezTo>
                    <a:pt x="63" y="8"/>
                    <a:pt x="61" y="10"/>
                    <a:pt x="58" y="10"/>
                  </a:cubicBezTo>
                  <a:cubicBezTo>
                    <a:pt x="6" y="10"/>
                    <a:pt x="6" y="10"/>
                    <a:pt x="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Freeform 147">
              <a:extLst>
                <a:ext uri="{FF2B5EF4-FFF2-40B4-BE49-F238E27FC236}">
                  <a16:creationId xmlns:a16="http://schemas.microsoft.com/office/drawing/2014/main" id="{00715E1B-51D0-8E1C-FFEE-B43D2B2BD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364" y="3145082"/>
              <a:ext cx="250451" cy="94908"/>
            </a:xfrm>
            <a:custGeom>
              <a:avLst/>
              <a:gdLst>
                <a:gd name="T0" fmla="*/ 95 w 95"/>
                <a:gd name="T1" fmla="*/ 22 h 36"/>
                <a:gd name="T2" fmla="*/ 3 w 95"/>
                <a:gd name="T3" fmla="*/ 0 h 36"/>
                <a:gd name="T4" fmla="*/ 0 w 95"/>
                <a:gd name="T5" fmla="*/ 15 h 36"/>
                <a:gd name="T6" fmla="*/ 92 w 95"/>
                <a:gd name="T7" fmla="*/ 36 h 36"/>
                <a:gd name="T8" fmla="*/ 95 w 95"/>
                <a:gd name="T9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36">
                  <a:moveTo>
                    <a:pt x="95" y="22"/>
                  </a:moveTo>
                  <a:lnTo>
                    <a:pt x="3" y="0"/>
                  </a:lnTo>
                  <a:lnTo>
                    <a:pt x="0" y="15"/>
                  </a:lnTo>
                  <a:lnTo>
                    <a:pt x="92" y="36"/>
                  </a:lnTo>
                  <a:lnTo>
                    <a:pt x="95" y="22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Freeform 148">
              <a:extLst>
                <a:ext uri="{FF2B5EF4-FFF2-40B4-BE49-F238E27FC236}">
                  <a16:creationId xmlns:a16="http://schemas.microsoft.com/office/drawing/2014/main" id="{873A3668-61C8-A8BB-AFB9-A1AECCC46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2552" y="3155627"/>
              <a:ext cx="701263" cy="1721521"/>
            </a:xfrm>
            <a:custGeom>
              <a:avLst/>
              <a:gdLst>
                <a:gd name="T0" fmla="*/ 117 w 266"/>
                <a:gd name="T1" fmla="*/ 653 h 653"/>
                <a:gd name="T2" fmla="*/ 0 w 266"/>
                <a:gd name="T3" fmla="*/ 624 h 653"/>
                <a:gd name="T4" fmla="*/ 149 w 266"/>
                <a:gd name="T5" fmla="*/ 0 h 653"/>
                <a:gd name="T6" fmla="*/ 266 w 266"/>
                <a:gd name="T7" fmla="*/ 28 h 653"/>
                <a:gd name="T8" fmla="*/ 117 w 266"/>
                <a:gd name="T9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653">
                  <a:moveTo>
                    <a:pt x="117" y="653"/>
                  </a:moveTo>
                  <a:lnTo>
                    <a:pt x="0" y="624"/>
                  </a:lnTo>
                  <a:lnTo>
                    <a:pt x="149" y="0"/>
                  </a:lnTo>
                  <a:lnTo>
                    <a:pt x="266" y="28"/>
                  </a:lnTo>
                  <a:lnTo>
                    <a:pt x="117" y="653"/>
                  </a:lnTo>
                  <a:close/>
                </a:path>
              </a:pathLst>
            </a:custGeom>
            <a:solidFill>
              <a:srgbClr val="3D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Freeform 149">
              <a:extLst>
                <a:ext uri="{FF2B5EF4-FFF2-40B4-BE49-F238E27FC236}">
                  <a16:creationId xmlns:a16="http://schemas.microsoft.com/office/drawing/2014/main" id="{96467D10-01B2-DA90-77E2-09AA902F3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2552" y="3155627"/>
              <a:ext cx="701263" cy="1721521"/>
            </a:xfrm>
            <a:custGeom>
              <a:avLst/>
              <a:gdLst>
                <a:gd name="T0" fmla="*/ 117 w 266"/>
                <a:gd name="T1" fmla="*/ 653 h 653"/>
                <a:gd name="T2" fmla="*/ 0 w 266"/>
                <a:gd name="T3" fmla="*/ 624 h 653"/>
                <a:gd name="T4" fmla="*/ 149 w 266"/>
                <a:gd name="T5" fmla="*/ 0 h 653"/>
                <a:gd name="T6" fmla="*/ 266 w 266"/>
                <a:gd name="T7" fmla="*/ 28 h 653"/>
                <a:gd name="T8" fmla="*/ 117 w 266"/>
                <a:gd name="T9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653">
                  <a:moveTo>
                    <a:pt x="117" y="653"/>
                  </a:moveTo>
                  <a:lnTo>
                    <a:pt x="0" y="624"/>
                  </a:lnTo>
                  <a:lnTo>
                    <a:pt x="149" y="0"/>
                  </a:lnTo>
                  <a:lnTo>
                    <a:pt x="266" y="28"/>
                  </a:lnTo>
                  <a:lnTo>
                    <a:pt x="117" y="65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Freeform 150">
              <a:extLst>
                <a:ext uri="{FF2B5EF4-FFF2-40B4-BE49-F238E27FC236}">
                  <a16:creationId xmlns:a16="http://schemas.microsoft.com/office/drawing/2014/main" id="{0AFD66F7-6A7C-9770-7454-19C7C6EE6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9006" y="3239990"/>
              <a:ext cx="411267" cy="1486888"/>
            </a:xfrm>
            <a:custGeom>
              <a:avLst/>
              <a:gdLst>
                <a:gd name="T0" fmla="*/ 40 w 44"/>
                <a:gd name="T1" fmla="*/ 0 h 159"/>
                <a:gd name="T2" fmla="*/ 36 w 44"/>
                <a:gd name="T3" fmla="*/ 3 h 159"/>
                <a:gd name="T4" fmla="*/ 0 w 44"/>
                <a:gd name="T5" fmla="*/ 155 h 159"/>
                <a:gd name="T6" fmla="*/ 3 w 44"/>
                <a:gd name="T7" fmla="*/ 159 h 159"/>
                <a:gd name="T8" fmla="*/ 4 w 44"/>
                <a:gd name="T9" fmla="*/ 159 h 159"/>
                <a:gd name="T10" fmla="*/ 8 w 44"/>
                <a:gd name="T11" fmla="*/ 156 h 159"/>
                <a:gd name="T12" fmla="*/ 44 w 44"/>
                <a:gd name="T13" fmla="*/ 5 h 159"/>
                <a:gd name="T14" fmla="*/ 41 w 44"/>
                <a:gd name="T15" fmla="*/ 0 h 159"/>
                <a:gd name="T16" fmla="*/ 40 w 44"/>
                <a:gd name="T1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159">
                  <a:moveTo>
                    <a:pt x="40" y="0"/>
                  </a:moveTo>
                  <a:cubicBezTo>
                    <a:pt x="38" y="0"/>
                    <a:pt x="37" y="1"/>
                    <a:pt x="36" y="3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7"/>
                    <a:pt x="1" y="159"/>
                    <a:pt x="3" y="159"/>
                  </a:cubicBezTo>
                  <a:cubicBezTo>
                    <a:pt x="3" y="159"/>
                    <a:pt x="4" y="159"/>
                    <a:pt x="4" y="159"/>
                  </a:cubicBezTo>
                  <a:cubicBezTo>
                    <a:pt x="6" y="159"/>
                    <a:pt x="7" y="158"/>
                    <a:pt x="8" y="156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3"/>
                    <a:pt x="43" y="1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</a:path>
              </a:pathLst>
            </a:custGeom>
            <a:solidFill>
              <a:srgbClr val="73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Freeform 151">
              <a:extLst>
                <a:ext uri="{FF2B5EF4-FFF2-40B4-BE49-F238E27FC236}">
                  <a16:creationId xmlns:a16="http://schemas.microsoft.com/office/drawing/2014/main" id="{8C1666C6-50AB-4945-2821-36C668F25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639" y="3332261"/>
              <a:ext cx="260996" cy="337450"/>
            </a:xfrm>
            <a:custGeom>
              <a:avLst/>
              <a:gdLst>
                <a:gd name="T0" fmla="*/ 70 w 99"/>
                <a:gd name="T1" fmla="*/ 128 h 128"/>
                <a:gd name="T2" fmla="*/ 0 w 99"/>
                <a:gd name="T3" fmla="*/ 110 h 128"/>
                <a:gd name="T4" fmla="*/ 24 w 99"/>
                <a:gd name="T5" fmla="*/ 0 h 128"/>
                <a:gd name="T6" fmla="*/ 99 w 99"/>
                <a:gd name="T7" fmla="*/ 15 h 128"/>
                <a:gd name="T8" fmla="*/ 70 w 99"/>
                <a:gd name="T9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28">
                  <a:moveTo>
                    <a:pt x="70" y="128"/>
                  </a:moveTo>
                  <a:lnTo>
                    <a:pt x="0" y="110"/>
                  </a:lnTo>
                  <a:lnTo>
                    <a:pt x="24" y="0"/>
                  </a:lnTo>
                  <a:lnTo>
                    <a:pt x="99" y="15"/>
                  </a:lnTo>
                  <a:lnTo>
                    <a:pt x="70" y="1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Freeform 152">
              <a:extLst>
                <a:ext uri="{FF2B5EF4-FFF2-40B4-BE49-F238E27FC236}">
                  <a16:creationId xmlns:a16="http://schemas.microsoft.com/office/drawing/2014/main" id="{8AAFD99C-7617-14DC-BBF6-254878B2E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3922799"/>
              <a:ext cx="268905" cy="84362"/>
            </a:xfrm>
            <a:custGeom>
              <a:avLst/>
              <a:gdLst>
                <a:gd name="T0" fmla="*/ 0 w 102"/>
                <a:gd name="T1" fmla="*/ 14 h 32"/>
                <a:gd name="T2" fmla="*/ 3 w 102"/>
                <a:gd name="T3" fmla="*/ 32 h 32"/>
                <a:gd name="T4" fmla="*/ 102 w 102"/>
                <a:gd name="T5" fmla="*/ 14 h 32"/>
                <a:gd name="T6" fmla="*/ 99 w 102"/>
                <a:gd name="T7" fmla="*/ 0 h 32"/>
                <a:gd name="T8" fmla="*/ 0 w 102"/>
                <a:gd name="T9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32">
                  <a:moveTo>
                    <a:pt x="0" y="14"/>
                  </a:moveTo>
                  <a:lnTo>
                    <a:pt x="3" y="32"/>
                  </a:lnTo>
                  <a:lnTo>
                    <a:pt x="102" y="14"/>
                  </a:lnTo>
                  <a:lnTo>
                    <a:pt x="99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A46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Freeform 153">
              <a:extLst>
                <a:ext uri="{FF2B5EF4-FFF2-40B4-BE49-F238E27FC236}">
                  <a16:creationId xmlns:a16="http://schemas.microsoft.com/office/drawing/2014/main" id="{E60BAB33-06CD-86BF-D471-16C9F2B9F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1658" y="3922799"/>
              <a:ext cx="268905" cy="84362"/>
            </a:xfrm>
            <a:custGeom>
              <a:avLst/>
              <a:gdLst>
                <a:gd name="T0" fmla="*/ 0 w 102"/>
                <a:gd name="T1" fmla="*/ 14 h 32"/>
                <a:gd name="T2" fmla="*/ 3 w 102"/>
                <a:gd name="T3" fmla="*/ 32 h 32"/>
                <a:gd name="T4" fmla="*/ 102 w 102"/>
                <a:gd name="T5" fmla="*/ 14 h 32"/>
                <a:gd name="T6" fmla="*/ 99 w 102"/>
                <a:gd name="T7" fmla="*/ 0 h 32"/>
                <a:gd name="T8" fmla="*/ 0 w 102"/>
                <a:gd name="T9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32">
                  <a:moveTo>
                    <a:pt x="0" y="14"/>
                  </a:moveTo>
                  <a:lnTo>
                    <a:pt x="3" y="32"/>
                  </a:lnTo>
                  <a:lnTo>
                    <a:pt x="102" y="14"/>
                  </a:lnTo>
                  <a:lnTo>
                    <a:pt x="99" y="0"/>
                  </a:lnTo>
                  <a:lnTo>
                    <a:pt x="0" y="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Freeform 154">
              <a:extLst>
                <a:ext uri="{FF2B5EF4-FFF2-40B4-BE49-F238E27FC236}">
                  <a16:creationId xmlns:a16="http://schemas.microsoft.com/office/drawing/2014/main" id="{EA9EEB07-7A69-8149-75E8-DDF1E9BBB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930708"/>
              <a:ext cx="495629" cy="1067712"/>
            </a:xfrm>
            <a:custGeom>
              <a:avLst/>
              <a:gdLst>
                <a:gd name="T0" fmla="*/ 188 w 188"/>
                <a:gd name="T1" fmla="*/ 384 h 405"/>
                <a:gd name="T2" fmla="*/ 67 w 188"/>
                <a:gd name="T3" fmla="*/ 405 h 405"/>
                <a:gd name="T4" fmla="*/ 0 w 188"/>
                <a:gd name="T5" fmla="*/ 22 h 405"/>
                <a:gd name="T6" fmla="*/ 124 w 188"/>
                <a:gd name="T7" fmla="*/ 0 h 405"/>
                <a:gd name="T8" fmla="*/ 188 w 188"/>
                <a:gd name="T9" fmla="*/ 38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405">
                  <a:moveTo>
                    <a:pt x="188" y="384"/>
                  </a:moveTo>
                  <a:lnTo>
                    <a:pt x="67" y="405"/>
                  </a:lnTo>
                  <a:lnTo>
                    <a:pt x="0" y="22"/>
                  </a:lnTo>
                  <a:lnTo>
                    <a:pt x="124" y="0"/>
                  </a:lnTo>
                  <a:lnTo>
                    <a:pt x="188" y="384"/>
                  </a:lnTo>
                  <a:close/>
                </a:path>
              </a:pathLst>
            </a:custGeom>
            <a:solidFill>
              <a:srgbClr val="316D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Freeform 155">
              <a:extLst>
                <a:ext uri="{FF2B5EF4-FFF2-40B4-BE49-F238E27FC236}">
                  <a16:creationId xmlns:a16="http://schemas.microsoft.com/office/drawing/2014/main" id="{2301C308-51B4-D8D9-D578-27F145D4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3930708"/>
              <a:ext cx="495629" cy="1067712"/>
            </a:xfrm>
            <a:custGeom>
              <a:avLst/>
              <a:gdLst>
                <a:gd name="T0" fmla="*/ 188 w 188"/>
                <a:gd name="T1" fmla="*/ 384 h 405"/>
                <a:gd name="T2" fmla="*/ 67 w 188"/>
                <a:gd name="T3" fmla="*/ 405 h 405"/>
                <a:gd name="T4" fmla="*/ 0 w 188"/>
                <a:gd name="T5" fmla="*/ 22 h 405"/>
                <a:gd name="T6" fmla="*/ 124 w 188"/>
                <a:gd name="T7" fmla="*/ 0 h 405"/>
                <a:gd name="T8" fmla="*/ 188 w 188"/>
                <a:gd name="T9" fmla="*/ 38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405">
                  <a:moveTo>
                    <a:pt x="188" y="384"/>
                  </a:moveTo>
                  <a:lnTo>
                    <a:pt x="67" y="405"/>
                  </a:lnTo>
                  <a:lnTo>
                    <a:pt x="0" y="22"/>
                  </a:lnTo>
                  <a:lnTo>
                    <a:pt x="124" y="0"/>
                  </a:lnTo>
                  <a:lnTo>
                    <a:pt x="188" y="38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Freeform 156">
              <a:extLst>
                <a:ext uri="{FF2B5EF4-FFF2-40B4-BE49-F238E27FC236}">
                  <a16:creationId xmlns:a16="http://schemas.microsoft.com/office/drawing/2014/main" id="{D96B75CA-26D6-2C73-D09C-5E8BD8D5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8022" y="3996616"/>
              <a:ext cx="216179" cy="946441"/>
            </a:xfrm>
            <a:custGeom>
              <a:avLst/>
              <a:gdLst>
                <a:gd name="T0" fmla="*/ 4 w 23"/>
                <a:gd name="T1" fmla="*/ 0 h 101"/>
                <a:gd name="T2" fmla="*/ 3 w 23"/>
                <a:gd name="T3" fmla="*/ 0 h 101"/>
                <a:gd name="T4" fmla="*/ 0 w 23"/>
                <a:gd name="T5" fmla="*/ 5 h 101"/>
                <a:gd name="T6" fmla="*/ 16 w 23"/>
                <a:gd name="T7" fmla="*/ 98 h 101"/>
                <a:gd name="T8" fmla="*/ 19 w 23"/>
                <a:gd name="T9" fmla="*/ 101 h 101"/>
                <a:gd name="T10" fmla="*/ 20 w 23"/>
                <a:gd name="T11" fmla="*/ 101 h 101"/>
                <a:gd name="T12" fmla="*/ 23 w 23"/>
                <a:gd name="T13" fmla="*/ 97 h 101"/>
                <a:gd name="T14" fmla="*/ 7 w 23"/>
                <a:gd name="T15" fmla="*/ 4 h 101"/>
                <a:gd name="T16" fmla="*/ 4 w 23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101">
                  <a:moveTo>
                    <a:pt x="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16" y="98"/>
                    <a:pt x="16" y="98"/>
                    <a:pt x="16" y="98"/>
                  </a:cubicBezTo>
                  <a:cubicBezTo>
                    <a:pt x="16" y="100"/>
                    <a:pt x="18" y="101"/>
                    <a:pt x="19" y="101"/>
                  </a:cubicBezTo>
                  <a:cubicBezTo>
                    <a:pt x="20" y="101"/>
                    <a:pt x="20" y="101"/>
                    <a:pt x="20" y="101"/>
                  </a:cubicBezTo>
                  <a:cubicBezTo>
                    <a:pt x="22" y="101"/>
                    <a:pt x="23" y="99"/>
                    <a:pt x="23" y="9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5" y="0"/>
                    <a:pt x="4" y="0"/>
                  </a:cubicBezTo>
                </a:path>
              </a:pathLst>
            </a:custGeom>
            <a:solidFill>
              <a:srgbClr val="669E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Freeform 157">
              <a:extLst>
                <a:ext uri="{FF2B5EF4-FFF2-40B4-BE49-F238E27FC236}">
                  <a16:creationId xmlns:a16="http://schemas.microsoft.com/office/drawing/2014/main" id="{ACA4A9C0-8FC9-712D-621B-0C52B1C89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6476" y="4080978"/>
              <a:ext cx="29000" cy="76453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3 w 3"/>
                <a:gd name="T7" fmla="*/ 7 h 8"/>
                <a:gd name="T8" fmla="*/ 1 w 3"/>
                <a:gd name="T9" fmla="*/ 1 h 8"/>
                <a:gd name="T10" fmla="*/ 0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2" y="8"/>
                  </a:cubicBezTo>
                  <a:cubicBezTo>
                    <a:pt x="2" y="8"/>
                    <a:pt x="3" y="8"/>
                    <a:pt x="3" y="7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Freeform 158">
              <a:extLst>
                <a:ext uri="{FF2B5EF4-FFF2-40B4-BE49-F238E27FC236}">
                  <a16:creationId xmlns:a16="http://schemas.microsoft.com/office/drawing/2014/main" id="{AD53BAAA-35A7-DE5E-81D8-0A973B334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2384" y="4073069"/>
              <a:ext cx="29000" cy="73817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3 w 3"/>
                <a:gd name="T7" fmla="*/ 7 h 8"/>
                <a:gd name="T8" fmla="*/ 2 w 3"/>
                <a:gd name="T9" fmla="*/ 1 h 8"/>
                <a:gd name="T10" fmla="*/ 1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7"/>
                    <a:pt x="3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159">
              <a:extLst>
                <a:ext uri="{FF2B5EF4-FFF2-40B4-BE49-F238E27FC236}">
                  <a16:creationId xmlns:a16="http://schemas.microsoft.com/office/drawing/2014/main" id="{3721B166-C116-F9B6-4862-62C96E064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8292" y="4062524"/>
              <a:ext cx="26363" cy="73817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3 w 3"/>
                <a:gd name="T7" fmla="*/ 7 h 8"/>
                <a:gd name="T8" fmla="*/ 2 w 3"/>
                <a:gd name="T9" fmla="*/ 1 h 8"/>
                <a:gd name="T10" fmla="*/ 1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7"/>
                    <a:pt x="3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160">
              <a:extLst>
                <a:ext uri="{FF2B5EF4-FFF2-40B4-BE49-F238E27FC236}">
                  <a16:creationId xmlns:a16="http://schemas.microsoft.com/office/drawing/2014/main" id="{40388F78-E751-FAB9-7080-D83F92043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109" y="4054615"/>
              <a:ext cx="29000" cy="73817"/>
            </a:xfrm>
            <a:custGeom>
              <a:avLst/>
              <a:gdLst>
                <a:gd name="T0" fmla="*/ 0 w 3"/>
                <a:gd name="T1" fmla="*/ 1 h 8"/>
                <a:gd name="T2" fmla="*/ 1 w 3"/>
                <a:gd name="T3" fmla="*/ 7 h 8"/>
                <a:gd name="T4" fmla="*/ 2 w 3"/>
                <a:gd name="T5" fmla="*/ 8 h 8"/>
                <a:gd name="T6" fmla="*/ 2 w 3"/>
                <a:gd name="T7" fmla="*/ 6 h 8"/>
                <a:gd name="T8" fmla="*/ 1 w 3"/>
                <a:gd name="T9" fmla="*/ 0 h 8"/>
                <a:gd name="T10" fmla="*/ 0 w 3"/>
                <a:gd name="T11" fmla="*/ 0 h 8"/>
                <a:gd name="T12" fmla="*/ 0 w 3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8">
                  <a:moveTo>
                    <a:pt x="0" y="1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8"/>
                    <a:pt x="2" y="8"/>
                  </a:cubicBezTo>
                  <a:cubicBezTo>
                    <a:pt x="2" y="7"/>
                    <a:pt x="3" y="7"/>
                    <a:pt x="2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Freeform 161">
              <a:extLst>
                <a:ext uri="{FF2B5EF4-FFF2-40B4-BE49-F238E27FC236}">
                  <a16:creationId xmlns:a16="http://schemas.microsoft.com/office/drawing/2014/main" id="{2065208D-6A8C-707C-2D7F-702D64853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5475" y="4220703"/>
              <a:ext cx="224088" cy="57999"/>
            </a:xfrm>
            <a:custGeom>
              <a:avLst/>
              <a:gdLst>
                <a:gd name="T0" fmla="*/ 1 w 24"/>
                <a:gd name="T1" fmla="*/ 6 h 6"/>
                <a:gd name="T2" fmla="*/ 23 w 24"/>
                <a:gd name="T3" fmla="*/ 2 h 6"/>
                <a:gd name="T4" fmla="*/ 24 w 24"/>
                <a:gd name="T5" fmla="*/ 1 h 6"/>
                <a:gd name="T6" fmla="*/ 23 w 24"/>
                <a:gd name="T7" fmla="*/ 0 h 6"/>
                <a:gd name="T8" fmla="*/ 1 w 24"/>
                <a:gd name="T9" fmla="*/ 4 h 6"/>
                <a:gd name="T10" fmla="*/ 0 w 24"/>
                <a:gd name="T11" fmla="*/ 5 h 6"/>
                <a:gd name="T12" fmla="*/ 1 w 2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6">
                  <a:moveTo>
                    <a:pt x="1" y="6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4" y="1"/>
                    <a:pt x="24" y="1"/>
                  </a:cubicBezTo>
                  <a:cubicBezTo>
                    <a:pt x="24" y="0"/>
                    <a:pt x="23" y="0"/>
                    <a:pt x="23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6"/>
                    <a:pt x="1" y="6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Freeform 162">
              <a:extLst>
                <a:ext uri="{FF2B5EF4-FFF2-40B4-BE49-F238E27FC236}">
                  <a16:creationId xmlns:a16="http://schemas.microsoft.com/office/drawing/2014/main" id="{1A6738CE-6188-8190-D805-EA81E914C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3384" y="4305066"/>
              <a:ext cx="131816" cy="39545"/>
            </a:xfrm>
            <a:custGeom>
              <a:avLst/>
              <a:gdLst>
                <a:gd name="T0" fmla="*/ 1 w 14"/>
                <a:gd name="T1" fmla="*/ 4 h 4"/>
                <a:gd name="T2" fmla="*/ 13 w 14"/>
                <a:gd name="T3" fmla="*/ 2 h 4"/>
                <a:gd name="T4" fmla="*/ 14 w 14"/>
                <a:gd name="T5" fmla="*/ 1 h 4"/>
                <a:gd name="T6" fmla="*/ 13 w 14"/>
                <a:gd name="T7" fmla="*/ 0 h 4"/>
                <a:gd name="T8" fmla="*/ 1 w 14"/>
                <a:gd name="T9" fmla="*/ 2 h 4"/>
                <a:gd name="T10" fmla="*/ 0 w 14"/>
                <a:gd name="T11" fmla="*/ 3 h 4"/>
                <a:gd name="T12" fmla="*/ 1 w 1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">
                  <a:moveTo>
                    <a:pt x="1" y="4"/>
                  </a:move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4" y="1"/>
                    <a:pt x="14" y="1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1" y="4"/>
                    <a:pt x="1" y="4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Freeform 163">
              <a:extLst>
                <a:ext uri="{FF2B5EF4-FFF2-40B4-BE49-F238E27FC236}">
                  <a16:creationId xmlns:a16="http://schemas.microsoft.com/office/drawing/2014/main" id="{66C521B4-5B1F-2DCB-2B86-95D45F9A0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839" y="4352520"/>
              <a:ext cx="245178" cy="242542"/>
            </a:xfrm>
            <a:custGeom>
              <a:avLst/>
              <a:gdLst>
                <a:gd name="T0" fmla="*/ 93 w 93"/>
                <a:gd name="T1" fmla="*/ 78 h 92"/>
                <a:gd name="T2" fmla="*/ 15 w 93"/>
                <a:gd name="T3" fmla="*/ 92 h 92"/>
                <a:gd name="T4" fmla="*/ 0 w 93"/>
                <a:gd name="T5" fmla="*/ 14 h 92"/>
                <a:gd name="T6" fmla="*/ 78 w 93"/>
                <a:gd name="T7" fmla="*/ 0 h 92"/>
                <a:gd name="T8" fmla="*/ 93 w 93"/>
                <a:gd name="T9" fmla="*/ 7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92">
                  <a:moveTo>
                    <a:pt x="93" y="78"/>
                  </a:moveTo>
                  <a:lnTo>
                    <a:pt x="15" y="92"/>
                  </a:lnTo>
                  <a:lnTo>
                    <a:pt x="0" y="14"/>
                  </a:lnTo>
                  <a:lnTo>
                    <a:pt x="78" y="0"/>
                  </a:lnTo>
                  <a:lnTo>
                    <a:pt x="93" y="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Freeform 164">
              <a:extLst>
                <a:ext uri="{FF2B5EF4-FFF2-40B4-BE49-F238E27FC236}">
                  <a16:creationId xmlns:a16="http://schemas.microsoft.com/office/drawing/2014/main" id="{D0836EC2-3FC9-6FFA-7F44-0C140E38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4602" y="5578412"/>
              <a:ext cx="4154851" cy="550992"/>
            </a:xfrm>
            <a:custGeom>
              <a:avLst/>
              <a:gdLst>
                <a:gd name="T0" fmla="*/ 416 w 445"/>
                <a:gd name="T1" fmla="*/ 59 h 59"/>
                <a:gd name="T2" fmla="*/ 29 w 445"/>
                <a:gd name="T3" fmla="*/ 59 h 59"/>
                <a:gd name="T4" fmla="*/ 0 w 445"/>
                <a:gd name="T5" fmla="*/ 30 h 59"/>
                <a:gd name="T6" fmla="*/ 29 w 445"/>
                <a:gd name="T7" fmla="*/ 0 h 59"/>
                <a:gd name="T8" fmla="*/ 416 w 445"/>
                <a:gd name="T9" fmla="*/ 0 h 59"/>
                <a:gd name="T10" fmla="*/ 445 w 445"/>
                <a:gd name="T11" fmla="*/ 30 h 59"/>
                <a:gd name="T12" fmla="*/ 416 w 445"/>
                <a:gd name="T1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5" h="59">
                  <a:moveTo>
                    <a:pt x="416" y="59"/>
                  </a:moveTo>
                  <a:cubicBezTo>
                    <a:pt x="29" y="59"/>
                    <a:pt x="29" y="59"/>
                    <a:pt x="29" y="59"/>
                  </a:cubicBezTo>
                  <a:cubicBezTo>
                    <a:pt x="13" y="59"/>
                    <a:pt x="0" y="46"/>
                    <a:pt x="0" y="30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32" y="0"/>
                    <a:pt x="445" y="13"/>
                    <a:pt x="445" y="30"/>
                  </a:cubicBezTo>
                  <a:cubicBezTo>
                    <a:pt x="445" y="46"/>
                    <a:pt x="432" y="59"/>
                    <a:pt x="416" y="59"/>
                  </a:cubicBezTo>
                  <a:close/>
                </a:path>
              </a:pathLst>
            </a:custGeom>
            <a:solidFill>
              <a:srgbClr val="F0F6F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Freeform 165">
              <a:extLst>
                <a:ext uri="{FF2B5EF4-FFF2-40B4-BE49-F238E27FC236}">
                  <a16:creationId xmlns:a16="http://schemas.microsoft.com/office/drawing/2014/main" id="{BC9AC4B4-218F-F404-EC82-99452E5E6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869" y="3005357"/>
              <a:ext cx="785625" cy="2404330"/>
            </a:xfrm>
            <a:custGeom>
              <a:avLst/>
              <a:gdLst>
                <a:gd name="T0" fmla="*/ 49 w 84"/>
                <a:gd name="T1" fmla="*/ 2 h 257"/>
                <a:gd name="T2" fmla="*/ 83 w 84"/>
                <a:gd name="T3" fmla="*/ 40 h 257"/>
                <a:gd name="T4" fmla="*/ 83 w 84"/>
                <a:gd name="T5" fmla="*/ 95 h 257"/>
                <a:gd name="T6" fmla="*/ 33 w 84"/>
                <a:gd name="T7" fmla="*/ 181 h 257"/>
                <a:gd name="T8" fmla="*/ 53 w 84"/>
                <a:gd name="T9" fmla="*/ 255 h 257"/>
                <a:gd name="T10" fmla="*/ 29 w 84"/>
                <a:gd name="T11" fmla="*/ 257 h 257"/>
                <a:gd name="T12" fmla="*/ 4 w 84"/>
                <a:gd name="T13" fmla="*/ 171 h 257"/>
                <a:gd name="T14" fmla="*/ 24 w 84"/>
                <a:gd name="T15" fmla="*/ 102 h 257"/>
                <a:gd name="T16" fmla="*/ 23 w 84"/>
                <a:gd name="T17" fmla="*/ 32 h 257"/>
                <a:gd name="T18" fmla="*/ 49 w 84"/>
                <a:gd name="T19" fmla="*/ 2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257">
                  <a:moveTo>
                    <a:pt x="49" y="2"/>
                  </a:moveTo>
                  <a:cubicBezTo>
                    <a:pt x="68" y="0"/>
                    <a:pt x="81" y="18"/>
                    <a:pt x="83" y="40"/>
                  </a:cubicBezTo>
                  <a:cubicBezTo>
                    <a:pt x="84" y="62"/>
                    <a:pt x="83" y="73"/>
                    <a:pt x="83" y="95"/>
                  </a:cubicBezTo>
                  <a:cubicBezTo>
                    <a:pt x="84" y="117"/>
                    <a:pt x="74" y="134"/>
                    <a:pt x="33" y="181"/>
                  </a:cubicBezTo>
                  <a:cubicBezTo>
                    <a:pt x="53" y="255"/>
                    <a:pt x="53" y="255"/>
                    <a:pt x="53" y="255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9" y="257"/>
                    <a:pt x="0" y="193"/>
                    <a:pt x="4" y="171"/>
                  </a:cubicBezTo>
                  <a:cubicBezTo>
                    <a:pt x="9" y="148"/>
                    <a:pt x="24" y="102"/>
                    <a:pt x="24" y="10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2" y="6"/>
                    <a:pt x="49" y="2"/>
                  </a:cubicBezTo>
                  <a:close/>
                </a:path>
              </a:pathLst>
            </a:custGeom>
            <a:solidFill>
              <a:srgbClr val="009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Freeform 166">
              <a:extLst>
                <a:ext uri="{FF2B5EF4-FFF2-40B4-BE49-F238E27FC236}">
                  <a16:creationId xmlns:a16="http://schemas.microsoft.com/office/drawing/2014/main" id="{179107C7-AB2D-7005-BD96-22FD1FE2E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99" y="4025615"/>
              <a:ext cx="811989" cy="1384072"/>
            </a:xfrm>
            <a:custGeom>
              <a:avLst/>
              <a:gdLst>
                <a:gd name="T0" fmla="*/ 0 w 87"/>
                <a:gd name="T1" fmla="*/ 36 h 148"/>
                <a:gd name="T2" fmla="*/ 64 w 87"/>
                <a:gd name="T3" fmla="*/ 148 h 148"/>
                <a:gd name="T4" fmla="*/ 86 w 87"/>
                <a:gd name="T5" fmla="*/ 139 h 148"/>
                <a:gd name="T6" fmla="*/ 24 w 87"/>
                <a:gd name="T7" fmla="*/ 0 h 148"/>
                <a:gd name="T8" fmla="*/ 0 w 87"/>
                <a:gd name="T9" fmla="*/ 36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48">
                  <a:moveTo>
                    <a:pt x="0" y="36"/>
                  </a:moveTo>
                  <a:cubicBezTo>
                    <a:pt x="64" y="148"/>
                    <a:pt x="64" y="148"/>
                    <a:pt x="64" y="148"/>
                  </a:cubicBezTo>
                  <a:cubicBezTo>
                    <a:pt x="64" y="148"/>
                    <a:pt x="87" y="139"/>
                    <a:pt x="86" y="139"/>
                  </a:cubicBezTo>
                  <a:cubicBezTo>
                    <a:pt x="86" y="139"/>
                    <a:pt x="24" y="0"/>
                    <a:pt x="24" y="0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3D35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" name="Freeform 167">
              <a:extLst>
                <a:ext uri="{FF2B5EF4-FFF2-40B4-BE49-F238E27FC236}">
                  <a16:creationId xmlns:a16="http://schemas.microsoft.com/office/drawing/2014/main" id="{0109A82F-9BD8-27B2-B89B-66ACB9DCE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869" y="3904344"/>
              <a:ext cx="775080" cy="1505343"/>
            </a:xfrm>
            <a:custGeom>
              <a:avLst/>
              <a:gdLst>
                <a:gd name="T0" fmla="*/ 83 w 83"/>
                <a:gd name="T1" fmla="*/ 0 h 161"/>
                <a:gd name="T2" fmla="*/ 24 w 83"/>
                <a:gd name="T3" fmla="*/ 6 h 161"/>
                <a:gd name="T4" fmla="*/ 4 w 83"/>
                <a:gd name="T5" fmla="*/ 75 h 161"/>
                <a:gd name="T6" fmla="*/ 29 w 83"/>
                <a:gd name="T7" fmla="*/ 161 h 161"/>
                <a:gd name="T8" fmla="*/ 53 w 83"/>
                <a:gd name="T9" fmla="*/ 159 h 161"/>
                <a:gd name="T10" fmla="*/ 33 w 83"/>
                <a:gd name="T11" fmla="*/ 85 h 161"/>
                <a:gd name="T12" fmla="*/ 83 w 83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161">
                  <a:moveTo>
                    <a:pt x="83" y="0"/>
                  </a:move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9" y="52"/>
                    <a:pt x="4" y="75"/>
                  </a:cubicBezTo>
                  <a:cubicBezTo>
                    <a:pt x="0" y="97"/>
                    <a:pt x="29" y="161"/>
                    <a:pt x="29" y="161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73" y="39"/>
                    <a:pt x="83" y="22"/>
                    <a:pt x="83" y="0"/>
                  </a:cubicBezTo>
                  <a:close/>
                </a:path>
              </a:pathLst>
            </a:custGeom>
            <a:solidFill>
              <a:srgbClr val="4D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73" name="Picture 168">
              <a:extLst>
                <a:ext uri="{FF2B5EF4-FFF2-40B4-BE49-F238E27FC236}">
                  <a16:creationId xmlns:a16="http://schemas.microsoft.com/office/drawing/2014/main" id="{79BB54A1-0037-372B-F7CC-651E5E51C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3774" y="2836632"/>
              <a:ext cx="176634" cy="28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4" name="Picture 169">
              <a:extLst>
                <a:ext uri="{FF2B5EF4-FFF2-40B4-BE49-F238E27FC236}">
                  <a16:creationId xmlns:a16="http://schemas.microsoft.com/office/drawing/2014/main" id="{E080AE9B-CBAF-6399-D177-BD1D6A333D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4053" y="2586181"/>
              <a:ext cx="271542" cy="268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5" name="Oval 170">
              <a:extLst>
                <a:ext uri="{FF2B5EF4-FFF2-40B4-BE49-F238E27FC236}">
                  <a16:creationId xmlns:a16="http://schemas.microsoft.com/office/drawing/2014/main" id="{B4C349FE-55E6-9575-B50C-C545E6B4A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0506" y="2248731"/>
              <a:ext cx="753989" cy="756626"/>
            </a:xfrm>
            <a:prstGeom prst="ellipse">
              <a:avLst/>
            </a:pr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" name="Freeform 171">
              <a:extLst>
                <a:ext uri="{FF2B5EF4-FFF2-40B4-BE49-F238E27FC236}">
                  <a16:creationId xmlns:a16="http://schemas.microsoft.com/office/drawing/2014/main" id="{6152837F-5615-B462-B30D-ED9F627B3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99" y="2406911"/>
              <a:ext cx="316359" cy="477175"/>
            </a:xfrm>
            <a:custGeom>
              <a:avLst/>
              <a:gdLst>
                <a:gd name="T0" fmla="*/ 0 w 34"/>
                <a:gd name="T1" fmla="*/ 20 h 51"/>
                <a:gd name="T2" fmla="*/ 7 w 34"/>
                <a:gd name="T3" fmla="*/ 23 h 51"/>
                <a:gd name="T4" fmla="*/ 14 w 34"/>
                <a:gd name="T5" fmla="*/ 51 h 51"/>
                <a:gd name="T6" fmla="*/ 32 w 34"/>
                <a:gd name="T7" fmla="*/ 23 h 51"/>
                <a:gd name="T8" fmla="*/ 25 w 34"/>
                <a:gd name="T9" fmla="*/ 0 h 51"/>
                <a:gd name="T10" fmla="*/ 2 w 34"/>
                <a:gd name="T11" fmla="*/ 0 h 51"/>
                <a:gd name="T12" fmla="*/ 0 w 34"/>
                <a:gd name="T13" fmla="*/ 2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51">
                  <a:moveTo>
                    <a:pt x="0" y="20"/>
                  </a:move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24" y="37"/>
                    <a:pt x="14" y="51"/>
                  </a:cubicBezTo>
                  <a:cubicBezTo>
                    <a:pt x="14" y="51"/>
                    <a:pt x="30" y="42"/>
                    <a:pt x="32" y="23"/>
                  </a:cubicBezTo>
                  <a:cubicBezTo>
                    <a:pt x="34" y="4"/>
                    <a:pt x="25" y="0"/>
                    <a:pt x="25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" name="Freeform 172">
              <a:extLst>
                <a:ext uri="{FF2B5EF4-FFF2-40B4-BE49-F238E27FC236}">
                  <a16:creationId xmlns:a16="http://schemas.microsoft.com/office/drawing/2014/main" id="{5CCD88E9-9C75-78D5-EC48-8418E018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6041" y="2341002"/>
              <a:ext cx="113362" cy="142362"/>
            </a:xfrm>
            <a:custGeom>
              <a:avLst/>
              <a:gdLst>
                <a:gd name="T0" fmla="*/ 0 w 12"/>
                <a:gd name="T1" fmla="*/ 5 h 15"/>
                <a:gd name="T2" fmla="*/ 6 w 12"/>
                <a:gd name="T3" fmla="*/ 0 h 15"/>
                <a:gd name="T4" fmla="*/ 5 w 12"/>
                <a:gd name="T5" fmla="*/ 5 h 15"/>
                <a:gd name="T6" fmla="*/ 10 w 12"/>
                <a:gd name="T7" fmla="*/ 4 h 15"/>
                <a:gd name="T8" fmla="*/ 7 w 12"/>
                <a:gd name="T9" fmla="*/ 7 h 15"/>
                <a:gd name="T10" fmla="*/ 12 w 12"/>
                <a:gd name="T11" fmla="*/ 8 h 15"/>
                <a:gd name="T12" fmla="*/ 4 w 12"/>
                <a:gd name="T13" fmla="*/ 14 h 15"/>
                <a:gd name="T14" fmla="*/ 0 w 12"/>
                <a:gd name="T15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0" y="5"/>
                  </a:moveTo>
                  <a:cubicBezTo>
                    <a:pt x="0" y="5"/>
                    <a:pt x="6" y="0"/>
                    <a:pt x="6" y="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5" y="15"/>
                    <a:pt x="4" y="14"/>
                  </a:cubicBezTo>
                  <a:cubicBezTo>
                    <a:pt x="4" y="14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" name="Oval 173">
              <a:extLst>
                <a:ext uri="{FF2B5EF4-FFF2-40B4-BE49-F238E27FC236}">
                  <a16:creationId xmlns:a16="http://schemas.microsoft.com/office/drawing/2014/main" id="{8C77C7BA-56FB-7E1E-BE3D-F50AD2532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1953" y="2604635"/>
              <a:ext cx="242542" cy="250451"/>
            </a:xfrm>
            <a:prstGeom prst="ellipse">
              <a:avLst/>
            </a:pr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" name="Oval 174">
              <a:extLst>
                <a:ext uri="{FF2B5EF4-FFF2-40B4-BE49-F238E27FC236}">
                  <a16:creationId xmlns:a16="http://schemas.microsoft.com/office/drawing/2014/main" id="{6B419186-D1E0-B86F-0088-62C648956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5869" y="2659998"/>
              <a:ext cx="26363" cy="29000"/>
            </a:xfrm>
            <a:prstGeom prst="ellipse">
              <a:avLst/>
            </a:prstGeom>
            <a:solidFill>
              <a:srgbClr val="874A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" name="Oval 175">
              <a:extLst>
                <a:ext uri="{FF2B5EF4-FFF2-40B4-BE49-F238E27FC236}">
                  <a16:creationId xmlns:a16="http://schemas.microsoft.com/office/drawing/2014/main" id="{D83315C5-A8CB-8A0C-FB45-B6DA76E20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9957" y="2659998"/>
              <a:ext cx="36909" cy="29000"/>
            </a:xfrm>
            <a:prstGeom prst="ellipse">
              <a:avLst/>
            </a:prstGeom>
            <a:solidFill>
              <a:srgbClr val="874A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" name="Freeform 176">
              <a:extLst>
                <a:ext uri="{FF2B5EF4-FFF2-40B4-BE49-F238E27FC236}">
                  <a16:creationId xmlns:a16="http://schemas.microsoft.com/office/drawing/2014/main" id="{94621BA0-A85B-C84D-91A3-A0538EBB7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231" y="2659998"/>
              <a:ext cx="55363" cy="65908"/>
            </a:xfrm>
            <a:custGeom>
              <a:avLst/>
              <a:gdLst>
                <a:gd name="T0" fmla="*/ 5 w 6"/>
                <a:gd name="T1" fmla="*/ 0 h 7"/>
                <a:gd name="T2" fmla="*/ 1 w 6"/>
                <a:gd name="T3" fmla="*/ 2 h 7"/>
                <a:gd name="T4" fmla="*/ 0 w 6"/>
                <a:gd name="T5" fmla="*/ 3 h 7"/>
                <a:gd name="T6" fmla="*/ 1 w 6"/>
                <a:gd name="T7" fmla="*/ 5 h 7"/>
                <a:gd name="T8" fmla="*/ 4 w 6"/>
                <a:gd name="T9" fmla="*/ 7 h 7"/>
                <a:gd name="T10" fmla="*/ 5 w 6"/>
                <a:gd name="T11" fmla="*/ 6 h 7"/>
                <a:gd name="T12" fmla="*/ 5 w 6"/>
                <a:gd name="T13" fmla="*/ 5 h 7"/>
                <a:gd name="T14" fmla="*/ 3 w 6"/>
                <a:gd name="T15" fmla="*/ 4 h 7"/>
                <a:gd name="T16" fmla="*/ 2 w 6"/>
                <a:gd name="T17" fmla="*/ 3 h 7"/>
                <a:gd name="T18" fmla="*/ 2 w 6"/>
                <a:gd name="T19" fmla="*/ 2 h 7"/>
                <a:gd name="T20" fmla="*/ 2 w 6"/>
                <a:gd name="T21" fmla="*/ 2 h 7"/>
                <a:gd name="T22" fmla="*/ 2 w 6"/>
                <a:gd name="T23" fmla="*/ 2 h 7"/>
                <a:gd name="T24" fmla="*/ 2 w 6"/>
                <a:gd name="T25" fmla="*/ 2 h 7"/>
                <a:gd name="T26" fmla="*/ 2 w 6"/>
                <a:gd name="T27" fmla="*/ 2 h 7"/>
                <a:gd name="T28" fmla="*/ 2 w 6"/>
                <a:gd name="T29" fmla="*/ 2 h 7"/>
                <a:gd name="T30" fmla="*/ 2 w 6"/>
                <a:gd name="T31" fmla="*/ 2 h 7"/>
                <a:gd name="T32" fmla="*/ 2 w 6"/>
                <a:gd name="T33" fmla="*/ 2 h 7"/>
                <a:gd name="T34" fmla="*/ 1 w 6"/>
                <a:gd name="T35" fmla="*/ 3 h 7"/>
                <a:gd name="T36" fmla="*/ 2 w 6"/>
                <a:gd name="T37" fmla="*/ 3 h 7"/>
                <a:gd name="T38" fmla="*/ 5 w 6"/>
                <a:gd name="T39" fmla="*/ 2 h 7"/>
                <a:gd name="T40" fmla="*/ 6 w 6"/>
                <a:gd name="T41" fmla="*/ 1 h 7"/>
                <a:gd name="T42" fmla="*/ 5 w 6"/>
                <a:gd name="T4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" h="7">
                  <a:moveTo>
                    <a:pt x="5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2" y="6"/>
                    <a:pt x="3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6" y="6"/>
                    <a:pt x="5" y="5"/>
                    <a:pt x="5" y="5"/>
                  </a:cubicBezTo>
                  <a:cubicBezTo>
                    <a:pt x="4" y="5"/>
                    <a:pt x="3" y="4"/>
                    <a:pt x="3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1"/>
                    <a:pt x="6" y="1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99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" name="Freeform 177">
              <a:extLst>
                <a:ext uri="{FF2B5EF4-FFF2-40B4-BE49-F238E27FC236}">
                  <a16:creationId xmlns:a16="http://schemas.microsoft.com/office/drawing/2014/main" id="{00C51B12-72B7-1731-6923-24814DC55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594" y="2752269"/>
              <a:ext cx="166089" cy="84362"/>
            </a:xfrm>
            <a:custGeom>
              <a:avLst/>
              <a:gdLst>
                <a:gd name="T0" fmla="*/ 1 w 18"/>
                <a:gd name="T1" fmla="*/ 9 h 9"/>
                <a:gd name="T2" fmla="*/ 18 w 18"/>
                <a:gd name="T3" fmla="*/ 2 h 9"/>
                <a:gd name="T4" fmla="*/ 18 w 18"/>
                <a:gd name="T5" fmla="*/ 1 h 9"/>
                <a:gd name="T6" fmla="*/ 17 w 18"/>
                <a:gd name="T7" fmla="*/ 1 h 9"/>
                <a:gd name="T8" fmla="*/ 7 w 18"/>
                <a:gd name="T9" fmla="*/ 6 h 9"/>
                <a:gd name="T10" fmla="*/ 3 w 18"/>
                <a:gd name="T11" fmla="*/ 7 h 9"/>
                <a:gd name="T12" fmla="*/ 2 w 18"/>
                <a:gd name="T13" fmla="*/ 7 h 9"/>
                <a:gd name="T14" fmla="*/ 1 w 18"/>
                <a:gd name="T15" fmla="*/ 7 h 9"/>
                <a:gd name="T16" fmla="*/ 1 w 18"/>
                <a:gd name="T17" fmla="*/ 7 h 9"/>
                <a:gd name="T18" fmla="*/ 0 w 18"/>
                <a:gd name="T19" fmla="*/ 8 h 9"/>
                <a:gd name="T20" fmla="*/ 1 w 18"/>
                <a:gd name="T2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9">
                  <a:moveTo>
                    <a:pt x="1" y="9"/>
                  </a:moveTo>
                  <a:cubicBezTo>
                    <a:pt x="2" y="9"/>
                    <a:pt x="11" y="8"/>
                    <a:pt x="18" y="2"/>
                  </a:cubicBezTo>
                  <a:cubicBezTo>
                    <a:pt x="18" y="2"/>
                    <a:pt x="18" y="1"/>
                    <a:pt x="18" y="1"/>
                  </a:cubicBezTo>
                  <a:cubicBezTo>
                    <a:pt x="18" y="0"/>
                    <a:pt x="17" y="0"/>
                    <a:pt x="17" y="1"/>
                  </a:cubicBezTo>
                  <a:cubicBezTo>
                    <a:pt x="13" y="3"/>
                    <a:pt x="10" y="5"/>
                    <a:pt x="7" y="6"/>
                  </a:cubicBezTo>
                  <a:cubicBezTo>
                    <a:pt x="5" y="6"/>
                    <a:pt x="4" y="6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0" y="7"/>
                    <a:pt x="0" y="8"/>
                  </a:cubicBezTo>
                  <a:cubicBezTo>
                    <a:pt x="0" y="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99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" name="Freeform 178">
              <a:extLst>
                <a:ext uri="{FF2B5EF4-FFF2-40B4-BE49-F238E27FC236}">
                  <a16:creationId xmlns:a16="http://schemas.microsoft.com/office/drawing/2014/main" id="{8481D97F-F7D1-3590-6A1A-42BB35434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507" y="2006189"/>
              <a:ext cx="811989" cy="767171"/>
            </a:xfrm>
            <a:custGeom>
              <a:avLst/>
              <a:gdLst>
                <a:gd name="T0" fmla="*/ 69 w 87"/>
                <a:gd name="T1" fmla="*/ 66 h 82"/>
                <a:gd name="T2" fmla="*/ 62 w 87"/>
                <a:gd name="T3" fmla="*/ 81 h 82"/>
                <a:gd name="T4" fmla="*/ 59 w 87"/>
                <a:gd name="T5" fmla="*/ 65 h 82"/>
                <a:gd name="T6" fmla="*/ 6 w 87"/>
                <a:gd name="T7" fmla="*/ 40 h 82"/>
                <a:gd name="T8" fmla="*/ 52 w 87"/>
                <a:gd name="T9" fmla="*/ 14 h 82"/>
                <a:gd name="T10" fmla="*/ 87 w 87"/>
                <a:gd name="T11" fmla="*/ 43 h 82"/>
                <a:gd name="T12" fmla="*/ 69 w 87"/>
                <a:gd name="T13" fmla="*/ 6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82">
                  <a:moveTo>
                    <a:pt x="69" y="66"/>
                  </a:moveTo>
                  <a:cubicBezTo>
                    <a:pt x="69" y="66"/>
                    <a:pt x="68" y="81"/>
                    <a:pt x="62" y="81"/>
                  </a:cubicBezTo>
                  <a:cubicBezTo>
                    <a:pt x="55" y="82"/>
                    <a:pt x="60" y="72"/>
                    <a:pt x="59" y="65"/>
                  </a:cubicBezTo>
                  <a:cubicBezTo>
                    <a:pt x="59" y="65"/>
                    <a:pt x="13" y="69"/>
                    <a:pt x="6" y="40"/>
                  </a:cubicBezTo>
                  <a:cubicBezTo>
                    <a:pt x="0" y="11"/>
                    <a:pt x="38" y="0"/>
                    <a:pt x="52" y="14"/>
                  </a:cubicBezTo>
                  <a:cubicBezTo>
                    <a:pt x="52" y="14"/>
                    <a:pt x="87" y="9"/>
                    <a:pt x="87" y="43"/>
                  </a:cubicBezTo>
                  <a:lnTo>
                    <a:pt x="69" y="66"/>
                  </a:ln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" name="Freeform 179">
              <a:extLst>
                <a:ext uri="{FF2B5EF4-FFF2-40B4-BE49-F238E27FC236}">
                  <a16:creationId xmlns:a16="http://schemas.microsoft.com/office/drawing/2014/main" id="{CBC189D3-F68A-3946-7C25-04961E50B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869" y="2567727"/>
              <a:ext cx="102817" cy="63272"/>
            </a:xfrm>
            <a:custGeom>
              <a:avLst/>
              <a:gdLst>
                <a:gd name="T0" fmla="*/ 0 w 11"/>
                <a:gd name="T1" fmla="*/ 3 h 7"/>
                <a:gd name="T2" fmla="*/ 11 w 11"/>
                <a:gd name="T3" fmla="*/ 4 h 7"/>
                <a:gd name="T4" fmla="*/ 0 w 11"/>
                <a:gd name="T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7">
                  <a:moveTo>
                    <a:pt x="0" y="3"/>
                  </a:moveTo>
                  <a:cubicBezTo>
                    <a:pt x="0" y="6"/>
                    <a:pt x="11" y="7"/>
                    <a:pt x="11" y="4"/>
                  </a:cubicBezTo>
                  <a:cubicBezTo>
                    <a:pt x="1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" name="Freeform 180">
              <a:extLst>
                <a:ext uri="{FF2B5EF4-FFF2-40B4-BE49-F238E27FC236}">
                  <a16:creationId xmlns:a16="http://schemas.microsoft.com/office/drawing/2014/main" id="{E28DA691-D7BA-EF45-A496-05A57FC90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2052" y="2322548"/>
              <a:ext cx="110726" cy="289996"/>
            </a:xfrm>
            <a:custGeom>
              <a:avLst/>
              <a:gdLst>
                <a:gd name="T0" fmla="*/ 2 w 12"/>
                <a:gd name="T1" fmla="*/ 31 h 31"/>
                <a:gd name="T2" fmla="*/ 9 w 12"/>
                <a:gd name="T3" fmla="*/ 10 h 31"/>
                <a:gd name="T4" fmla="*/ 4 w 12"/>
                <a:gd name="T5" fmla="*/ 5 h 31"/>
                <a:gd name="T6" fmla="*/ 2 w 12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1">
                  <a:moveTo>
                    <a:pt x="2" y="31"/>
                  </a:moveTo>
                  <a:cubicBezTo>
                    <a:pt x="2" y="31"/>
                    <a:pt x="7" y="21"/>
                    <a:pt x="9" y="10"/>
                  </a:cubicBezTo>
                  <a:cubicBezTo>
                    <a:pt x="12" y="0"/>
                    <a:pt x="4" y="5"/>
                    <a:pt x="4" y="5"/>
                  </a:cubicBezTo>
                  <a:cubicBezTo>
                    <a:pt x="4" y="5"/>
                    <a:pt x="0" y="20"/>
                    <a:pt x="2" y="31"/>
                  </a:cubicBezTo>
                </a:path>
              </a:pathLst>
            </a:custGeom>
            <a:solidFill>
              <a:srgbClr val="854D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id="{74323F31-F87F-DFB8-D148-D0403A08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3052" y="3603803"/>
              <a:ext cx="363813" cy="469266"/>
            </a:xfrm>
            <a:custGeom>
              <a:avLst/>
              <a:gdLst>
                <a:gd name="T0" fmla="*/ 29 w 39"/>
                <a:gd name="T1" fmla="*/ 0 h 50"/>
                <a:gd name="T2" fmla="*/ 0 w 39"/>
                <a:gd name="T3" fmla="*/ 41 h 50"/>
                <a:gd name="T4" fmla="*/ 9 w 39"/>
                <a:gd name="T5" fmla="*/ 50 h 50"/>
                <a:gd name="T6" fmla="*/ 39 w 39"/>
                <a:gd name="T7" fmla="*/ 12 h 50"/>
                <a:gd name="T8" fmla="*/ 29 w 39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0">
                  <a:moveTo>
                    <a:pt x="29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8" y="50"/>
                    <a:pt x="9" y="50"/>
                  </a:cubicBezTo>
                  <a:cubicBezTo>
                    <a:pt x="9" y="49"/>
                    <a:pt x="39" y="12"/>
                    <a:pt x="39" y="12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87" name="Picture 182">
              <a:extLst>
                <a:ext uri="{FF2B5EF4-FFF2-40B4-BE49-F238E27FC236}">
                  <a16:creationId xmlns:a16="http://schemas.microsoft.com/office/drawing/2014/main" id="{2CE3777E-02D1-D0F2-71FB-FC49BC53D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3048" y="3005357"/>
              <a:ext cx="187179" cy="15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8" name="Picture 183">
              <a:extLst>
                <a:ext uri="{FF2B5EF4-FFF2-40B4-BE49-F238E27FC236}">
                  <a16:creationId xmlns:a16="http://schemas.microsoft.com/office/drawing/2014/main" id="{9C243B85-B513-9170-6AE9-C2F4E9C0B5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2052" y="3819982"/>
              <a:ext cx="121271" cy="158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" name="Freeform 184">
              <a:extLst>
                <a:ext uri="{FF2B5EF4-FFF2-40B4-BE49-F238E27FC236}">
                  <a16:creationId xmlns:a16="http://schemas.microsoft.com/office/drawing/2014/main" id="{80FAB590-3A09-2F9E-BE32-B7857648B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778" y="5391233"/>
              <a:ext cx="458721" cy="187179"/>
            </a:xfrm>
            <a:custGeom>
              <a:avLst/>
              <a:gdLst>
                <a:gd name="T0" fmla="*/ 163 w 174"/>
                <a:gd name="T1" fmla="*/ 0 h 71"/>
                <a:gd name="T2" fmla="*/ 174 w 174"/>
                <a:gd name="T3" fmla="*/ 71 h 71"/>
                <a:gd name="T4" fmla="*/ 0 w 174"/>
                <a:gd name="T5" fmla="*/ 71 h 71"/>
                <a:gd name="T6" fmla="*/ 78 w 174"/>
                <a:gd name="T7" fmla="*/ 7 h 71"/>
                <a:gd name="T8" fmla="*/ 163 w 174"/>
                <a:gd name="T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71">
                  <a:moveTo>
                    <a:pt x="163" y="0"/>
                  </a:moveTo>
                  <a:lnTo>
                    <a:pt x="174" y="71"/>
                  </a:lnTo>
                  <a:lnTo>
                    <a:pt x="0" y="71"/>
                  </a:lnTo>
                  <a:lnTo>
                    <a:pt x="78" y="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A2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" name="Oval 185">
              <a:extLst>
                <a:ext uri="{FF2B5EF4-FFF2-40B4-BE49-F238E27FC236}">
                  <a16:creationId xmlns:a16="http://schemas.microsoft.com/office/drawing/2014/main" id="{2B9B4E06-49A8-A444-E6AD-FBAD2AB5A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773" y="5438686"/>
              <a:ext cx="102817" cy="102817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" name="Freeform 186">
              <a:extLst>
                <a:ext uri="{FF2B5EF4-FFF2-40B4-BE49-F238E27FC236}">
                  <a16:creationId xmlns:a16="http://schemas.microsoft.com/office/drawing/2014/main" id="{ED97106B-8569-B20E-406E-EC64CC2A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8583" y="5325324"/>
              <a:ext cx="411267" cy="253087"/>
            </a:xfrm>
            <a:custGeom>
              <a:avLst/>
              <a:gdLst>
                <a:gd name="T0" fmla="*/ 54 w 156"/>
                <a:gd name="T1" fmla="*/ 32 h 96"/>
                <a:gd name="T2" fmla="*/ 0 w 156"/>
                <a:gd name="T3" fmla="*/ 96 h 96"/>
                <a:gd name="T4" fmla="*/ 57 w 156"/>
                <a:gd name="T5" fmla="*/ 96 h 96"/>
                <a:gd name="T6" fmla="*/ 156 w 156"/>
                <a:gd name="T7" fmla="*/ 60 h 96"/>
                <a:gd name="T8" fmla="*/ 132 w 156"/>
                <a:gd name="T9" fmla="*/ 0 h 96"/>
                <a:gd name="T10" fmla="*/ 54 w 156"/>
                <a:gd name="T11" fmla="*/ 3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" h="96">
                  <a:moveTo>
                    <a:pt x="54" y="32"/>
                  </a:moveTo>
                  <a:lnTo>
                    <a:pt x="0" y="96"/>
                  </a:lnTo>
                  <a:lnTo>
                    <a:pt x="57" y="96"/>
                  </a:lnTo>
                  <a:lnTo>
                    <a:pt x="156" y="60"/>
                  </a:lnTo>
                  <a:lnTo>
                    <a:pt x="132" y="0"/>
                  </a:lnTo>
                  <a:lnTo>
                    <a:pt x="54" y="32"/>
                  </a:lnTo>
                  <a:close/>
                </a:path>
              </a:pathLst>
            </a:custGeom>
            <a:solidFill>
              <a:srgbClr val="FA21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" name="Oval 187">
              <a:extLst>
                <a:ext uri="{FF2B5EF4-FFF2-40B4-BE49-F238E27FC236}">
                  <a16:creationId xmlns:a16="http://schemas.microsoft.com/office/drawing/2014/main" id="{07FCCE01-C7FD-109F-9D00-9CED4DC6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671" y="5391233"/>
              <a:ext cx="94908" cy="92271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" name="Freeform 188">
              <a:extLst>
                <a:ext uri="{FF2B5EF4-FFF2-40B4-BE49-F238E27FC236}">
                  <a16:creationId xmlns:a16="http://schemas.microsoft.com/office/drawing/2014/main" id="{87723B78-FBCD-7C62-AE56-EAABD745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3052" y="3015902"/>
              <a:ext cx="2185515" cy="1637159"/>
            </a:xfrm>
            <a:custGeom>
              <a:avLst/>
              <a:gdLst>
                <a:gd name="T0" fmla="*/ 233 w 234"/>
                <a:gd name="T1" fmla="*/ 173 h 175"/>
                <a:gd name="T2" fmla="*/ 228 w 234"/>
                <a:gd name="T3" fmla="*/ 167 h 175"/>
                <a:gd name="T4" fmla="*/ 93 w 234"/>
                <a:gd name="T5" fmla="*/ 22 h 175"/>
                <a:gd name="T6" fmla="*/ 69 w 234"/>
                <a:gd name="T7" fmla="*/ 5 h 175"/>
                <a:gd name="T8" fmla="*/ 40 w 234"/>
                <a:gd name="T9" fmla="*/ 0 h 175"/>
                <a:gd name="T10" fmla="*/ 33 w 234"/>
                <a:gd name="T11" fmla="*/ 0 h 175"/>
                <a:gd name="T12" fmla="*/ 32 w 234"/>
                <a:gd name="T13" fmla="*/ 0 h 175"/>
                <a:gd name="T14" fmla="*/ 2 w 234"/>
                <a:gd name="T15" fmla="*/ 101 h 175"/>
                <a:gd name="T16" fmla="*/ 2 w 234"/>
                <a:gd name="T17" fmla="*/ 101 h 175"/>
                <a:gd name="T18" fmla="*/ 0 w 234"/>
                <a:gd name="T19" fmla="*/ 125 h 175"/>
                <a:gd name="T20" fmla="*/ 2 w 234"/>
                <a:gd name="T21" fmla="*/ 149 h 175"/>
                <a:gd name="T22" fmla="*/ 4 w 234"/>
                <a:gd name="T23" fmla="*/ 150 h 175"/>
                <a:gd name="T24" fmla="*/ 5 w 234"/>
                <a:gd name="T25" fmla="*/ 149 h 175"/>
                <a:gd name="T26" fmla="*/ 2 w 234"/>
                <a:gd name="T27" fmla="*/ 125 h 175"/>
                <a:gd name="T28" fmla="*/ 4 w 234"/>
                <a:gd name="T29" fmla="*/ 108 h 175"/>
                <a:gd name="T30" fmla="*/ 4 w 234"/>
                <a:gd name="T31" fmla="*/ 103 h 175"/>
                <a:gd name="T32" fmla="*/ 5 w 234"/>
                <a:gd name="T33" fmla="*/ 102 h 175"/>
                <a:gd name="T34" fmla="*/ 5 w 234"/>
                <a:gd name="T35" fmla="*/ 101 h 175"/>
                <a:gd name="T36" fmla="*/ 5 w 234"/>
                <a:gd name="T37" fmla="*/ 101 h 175"/>
                <a:gd name="T38" fmla="*/ 3 w 234"/>
                <a:gd name="T39" fmla="*/ 101 h 175"/>
                <a:gd name="T40" fmla="*/ 5 w 234"/>
                <a:gd name="T41" fmla="*/ 101 h 175"/>
                <a:gd name="T42" fmla="*/ 34 w 234"/>
                <a:gd name="T43" fmla="*/ 2 h 175"/>
                <a:gd name="T44" fmla="*/ 33 w 234"/>
                <a:gd name="T45" fmla="*/ 1 h 175"/>
                <a:gd name="T46" fmla="*/ 33 w 234"/>
                <a:gd name="T47" fmla="*/ 3 h 175"/>
                <a:gd name="T48" fmla="*/ 40 w 234"/>
                <a:gd name="T49" fmla="*/ 2 h 175"/>
                <a:gd name="T50" fmla="*/ 68 w 234"/>
                <a:gd name="T51" fmla="*/ 8 h 175"/>
                <a:gd name="T52" fmla="*/ 90 w 234"/>
                <a:gd name="T53" fmla="*/ 24 h 175"/>
                <a:gd name="T54" fmla="*/ 231 w 234"/>
                <a:gd name="T55" fmla="*/ 175 h 175"/>
                <a:gd name="T56" fmla="*/ 233 w 234"/>
                <a:gd name="T57" fmla="*/ 175 h 175"/>
                <a:gd name="T58" fmla="*/ 233 w 234"/>
                <a:gd name="T59" fmla="*/ 17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4" h="175">
                  <a:moveTo>
                    <a:pt x="233" y="173"/>
                  </a:moveTo>
                  <a:cubicBezTo>
                    <a:pt x="233" y="173"/>
                    <a:pt x="231" y="171"/>
                    <a:pt x="228" y="167"/>
                  </a:cubicBezTo>
                  <a:cubicBezTo>
                    <a:pt x="204" y="141"/>
                    <a:pt x="106" y="37"/>
                    <a:pt x="93" y="22"/>
                  </a:cubicBezTo>
                  <a:cubicBezTo>
                    <a:pt x="85" y="15"/>
                    <a:pt x="78" y="9"/>
                    <a:pt x="69" y="5"/>
                  </a:cubicBezTo>
                  <a:cubicBezTo>
                    <a:pt x="60" y="1"/>
                    <a:pt x="50" y="0"/>
                    <a:pt x="40" y="0"/>
                  </a:cubicBezTo>
                  <a:cubicBezTo>
                    <a:pt x="37" y="0"/>
                    <a:pt x="35" y="0"/>
                    <a:pt x="3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1"/>
                    <a:pt x="0" y="111"/>
                    <a:pt x="0" y="125"/>
                  </a:cubicBezTo>
                  <a:cubicBezTo>
                    <a:pt x="0" y="132"/>
                    <a:pt x="0" y="141"/>
                    <a:pt x="2" y="149"/>
                  </a:cubicBezTo>
                  <a:cubicBezTo>
                    <a:pt x="2" y="150"/>
                    <a:pt x="3" y="150"/>
                    <a:pt x="4" y="150"/>
                  </a:cubicBezTo>
                  <a:cubicBezTo>
                    <a:pt x="4" y="150"/>
                    <a:pt x="5" y="149"/>
                    <a:pt x="5" y="149"/>
                  </a:cubicBezTo>
                  <a:cubicBezTo>
                    <a:pt x="3" y="140"/>
                    <a:pt x="2" y="132"/>
                    <a:pt x="2" y="125"/>
                  </a:cubicBezTo>
                  <a:cubicBezTo>
                    <a:pt x="2" y="118"/>
                    <a:pt x="3" y="112"/>
                    <a:pt x="4" y="108"/>
                  </a:cubicBezTo>
                  <a:cubicBezTo>
                    <a:pt x="4" y="106"/>
                    <a:pt x="4" y="104"/>
                    <a:pt x="4" y="103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5" y="102"/>
                    <a:pt x="5" y="101"/>
                    <a:pt x="5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5" y="3"/>
                    <a:pt x="38" y="2"/>
                    <a:pt x="40" y="2"/>
                  </a:cubicBezTo>
                  <a:cubicBezTo>
                    <a:pt x="50" y="2"/>
                    <a:pt x="59" y="4"/>
                    <a:pt x="68" y="8"/>
                  </a:cubicBezTo>
                  <a:cubicBezTo>
                    <a:pt x="76" y="11"/>
                    <a:pt x="84" y="17"/>
                    <a:pt x="90" y="24"/>
                  </a:cubicBezTo>
                  <a:cubicBezTo>
                    <a:pt x="106" y="41"/>
                    <a:pt x="231" y="175"/>
                    <a:pt x="231" y="175"/>
                  </a:cubicBezTo>
                  <a:cubicBezTo>
                    <a:pt x="232" y="175"/>
                    <a:pt x="233" y="175"/>
                    <a:pt x="233" y="175"/>
                  </a:cubicBezTo>
                  <a:cubicBezTo>
                    <a:pt x="234" y="174"/>
                    <a:pt x="234" y="173"/>
                    <a:pt x="233" y="1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" name="Freeform 189">
              <a:extLst>
                <a:ext uri="{FF2B5EF4-FFF2-40B4-BE49-F238E27FC236}">
                  <a16:creationId xmlns:a16="http://schemas.microsoft.com/office/drawing/2014/main" id="{03BC2B1E-0DF2-F1B4-716A-1D63D7892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957" y="3137173"/>
              <a:ext cx="448176" cy="785625"/>
            </a:xfrm>
            <a:custGeom>
              <a:avLst/>
              <a:gdLst>
                <a:gd name="T0" fmla="*/ 21 w 48"/>
                <a:gd name="T1" fmla="*/ 79 h 84"/>
                <a:gd name="T2" fmla="*/ 47 w 48"/>
                <a:gd name="T3" fmla="*/ 20 h 84"/>
                <a:gd name="T4" fmla="*/ 37 w 48"/>
                <a:gd name="T5" fmla="*/ 20 h 84"/>
                <a:gd name="T6" fmla="*/ 11 w 48"/>
                <a:gd name="T7" fmla="*/ 69 h 84"/>
                <a:gd name="T8" fmla="*/ 0 w 48"/>
                <a:gd name="T9" fmla="*/ 65 h 84"/>
                <a:gd name="T10" fmla="*/ 0 w 48"/>
                <a:gd name="T11" fmla="*/ 82 h 84"/>
                <a:gd name="T12" fmla="*/ 21 w 48"/>
                <a:gd name="T13" fmla="*/ 7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4">
                  <a:moveTo>
                    <a:pt x="21" y="79"/>
                  </a:moveTo>
                  <a:cubicBezTo>
                    <a:pt x="35" y="72"/>
                    <a:pt x="48" y="40"/>
                    <a:pt x="47" y="20"/>
                  </a:cubicBezTo>
                  <a:cubicBezTo>
                    <a:pt x="45" y="0"/>
                    <a:pt x="37" y="20"/>
                    <a:pt x="37" y="20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4" y="83"/>
                    <a:pt x="11" y="84"/>
                    <a:pt x="21" y="79"/>
                  </a:cubicBezTo>
                  <a:close/>
                </a:path>
              </a:pathLst>
            </a:custGeom>
            <a:solidFill>
              <a:srgbClr val="007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" name="Freeform 190">
              <a:extLst>
                <a:ext uri="{FF2B5EF4-FFF2-40B4-BE49-F238E27FC236}">
                  <a16:creationId xmlns:a16="http://schemas.microsoft.com/office/drawing/2014/main" id="{A59B5040-B16F-FEF4-32F4-C574A4DE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86" y="2939449"/>
              <a:ext cx="540447" cy="935896"/>
            </a:xfrm>
            <a:custGeom>
              <a:avLst/>
              <a:gdLst>
                <a:gd name="T0" fmla="*/ 12 w 58"/>
                <a:gd name="T1" fmla="*/ 1 h 100"/>
                <a:gd name="T2" fmla="*/ 3 w 58"/>
                <a:gd name="T3" fmla="*/ 44 h 100"/>
                <a:gd name="T4" fmla="*/ 13 w 58"/>
                <a:gd name="T5" fmla="*/ 96 h 100"/>
                <a:gd name="T6" fmla="*/ 52 w 58"/>
                <a:gd name="T7" fmla="*/ 58 h 100"/>
                <a:gd name="T8" fmla="*/ 53 w 58"/>
                <a:gd name="T9" fmla="*/ 27 h 100"/>
                <a:gd name="T10" fmla="*/ 35 w 58"/>
                <a:gd name="T11" fmla="*/ 37 h 100"/>
                <a:gd name="T12" fmla="*/ 22 w 58"/>
                <a:gd name="T13" fmla="*/ 64 h 100"/>
                <a:gd name="T14" fmla="*/ 12 w 58"/>
                <a:gd name="T15" fmla="*/ 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00">
                  <a:moveTo>
                    <a:pt x="12" y="1"/>
                  </a:moveTo>
                  <a:cubicBezTo>
                    <a:pt x="0" y="2"/>
                    <a:pt x="2" y="33"/>
                    <a:pt x="3" y="44"/>
                  </a:cubicBezTo>
                  <a:cubicBezTo>
                    <a:pt x="3" y="55"/>
                    <a:pt x="3" y="92"/>
                    <a:pt x="13" y="96"/>
                  </a:cubicBezTo>
                  <a:cubicBezTo>
                    <a:pt x="23" y="100"/>
                    <a:pt x="46" y="73"/>
                    <a:pt x="52" y="58"/>
                  </a:cubicBezTo>
                  <a:cubicBezTo>
                    <a:pt x="58" y="43"/>
                    <a:pt x="58" y="32"/>
                    <a:pt x="53" y="27"/>
                  </a:cubicBezTo>
                  <a:cubicBezTo>
                    <a:pt x="48" y="23"/>
                    <a:pt x="40" y="27"/>
                    <a:pt x="35" y="37"/>
                  </a:cubicBezTo>
                  <a:cubicBezTo>
                    <a:pt x="29" y="48"/>
                    <a:pt x="22" y="64"/>
                    <a:pt x="22" y="64"/>
                  </a:cubicBezTo>
                  <a:cubicBezTo>
                    <a:pt x="22" y="64"/>
                    <a:pt x="26" y="0"/>
                    <a:pt x="12" y="1"/>
                  </a:cubicBez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" name="Freeform 191">
              <a:extLst>
                <a:ext uri="{FF2B5EF4-FFF2-40B4-BE49-F238E27FC236}">
                  <a16:creationId xmlns:a16="http://schemas.microsoft.com/office/drawing/2014/main" id="{CD120A5E-C1B1-2A41-AD53-62FC73FF3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8682" y="3155627"/>
              <a:ext cx="250451" cy="345359"/>
            </a:xfrm>
            <a:custGeom>
              <a:avLst/>
              <a:gdLst>
                <a:gd name="T0" fmla="*/ 22 w 27"/>
                <a:gd name="T1" fmla="*/ 4 h 37"/>
                <a:gd name="T2" fmla="*/ 4 w 27"/>
                <a:gd name="T3" fmla="*/ 14 h 37"/>
                <a:gd name="T4" fmla="*/ 0 w 27"/>
                <a:gd name="T5" fmla="*/ 22 h 37"/>
                <a:gd name="T6" fmla="*/ 20 w 27"/>
                <a:gd name="T7" fmla="*/ 37 h 37"/>
                <a:gd name="T8" fmla="*/ 21 w 27"/>
                <a:gd name="T9" fmla="*/ 35 h 37"/>
                <a:gd name="T10" fmla="*/ 22 w 2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7">
                  <a:moveTo>
                    <a:pt x="22" y="4"/>
                  </a:moveTo>
                  <a:cubicBezTo>
                    <a:pt x="17" y="0"/>
                    <a:pt x="9" y="4"/>
                    <a:pt x="4" y="14"/>
                  </a:cubicBezTo>
                  <a:cubicBezTo>
                    <a:pt x="2" y="17"/>
                    <a:pt x="1" y="19"/>
                    <a:pt x="0" y="22"/>
                  </a:cubicBezTo>
                  <a:cubicBezTo>
                    <a:pt x="4" y="26"/>
                    <a:pt x="11" y="31"/>
                    <a:pt x="20" y="37"/>
                  </a:cubicBezTo>
                  <a:cubicBezTo>
                    <a:pt x="20" y="36"/>
                    <a:pt x="20" y="36"/>
                    <a:pt x="21" y="35"/>
                  </a:cubicBezTo>
                  <a:cubicBezTo>
                    <a:pt x="27" y="20"/>
                    <a:pt x="27" y="9"/>
                    <a:pt x="22" y="4"/>
                  </a:cubicBezTo>
                  <a:close/>
                </a:path>
              </a:pathLst>
            </a:custGeom>
            <a:solidFill>
              <a:srgbClr val="13AF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" name="Freeform 192">
              <a:extLst>
                <a:ext uri="{FF2B5EF4-FFF2-40B4-BE49-F238E27FC236}">
                  <a16:creationId xmlns:a16="http://schemas.microsoft.com/office/drawing/2014/main" id="{7CF26A2E-D6BE-A7D3-B13C-1ACA0FCF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7144" y="3893799"/>
              <a:ext cx="216179" cy="253087"/>
            </a:xfrm>
            <a:custGeom>
              <a:avLst/>
              <a:gdLst>
                <a:gd name="T0" fmla="*/ 8 w 23"/>
                <a:gd name="T1" fmla="*/ 0 h 27"/>
                <a:gd name="T2" fmla="*/ 0 w 23"/>
                <a:gd name="T3" fmla="*/ 13 h 27"/>
                <a:gd name="T4" fmla="*/ 9 w 23"/>
                <a:gd name="T5" fmla="*/ 26 h 27"/>
                <a:gd name="T6" fmla="*/ 22 w 23"/>
                <a:gd name="T7" fmla="*/ 15 h 27"/>
                <a:gd name="T8" fmla="*/ 8 w 23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7">
                  <a:moveTo>
                    <a:pt x="8" y="0"/>
                  </a:moveTo>
                  <a:cubicBezTo>
                    <a:pt x="2" y="1"/>
                    <a:pt x="0" y="6"/>
                    <a:pt x="0" y="13"/>
                  </a:cubicBezTo>
                  <a:cubicBezTo>
                    <a:pt x="0" y="21"/>
                    <a:pt x="1" y="26"/>
                    <a:pt x="9" y="26"/>
                  </a:cubicBezTo>
                  <a:cubicBezTo>
                    <a:pt x="16" y="27"/>
                    <a:pt x="21" y="25"/>
                    <a:pt x="22" y="15"/>
                  </a:cubicBezTo>
                  <a:cubicBezTo>
                    <a:pt x="23" y="5"/>
                    <a:pt x="22" y="0"/>
                    <a:pt x="8" y="0"/>
                  </a:cubicBezTo>
                  <a:close/>
                </a:path>
              </a:pathLst>
            </a:custGeom>
            <a:solidFill>
              <a:srgbClr val="FFB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" name="Freeform 193">
              <a:extLst>
                <a:ext uri="{FF2B5EF4-FFF2-40B4-BE49-F238E27FC236}">
                  <a16:creationId xmlns:a16="http://schemas.microsoft.com/office/drawing/2014/main" id="{41A056F0-2246-E398-D01B-CF0C7686A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59" y="4605607"/>
              <a:ext cx="1521160" cy="719717"/>
            </a:xfrm>
            <a:custGeom>
              <a:avLst/>
              <a:gdLst>
                <a:gd name="T0" fmla="*/ 135 w 163"/>
                <a:gd name="T1" fmla="*/ 77 h 77"/>
                <a:gd name="T2" fmla="*/ 28 w 163"/>
                <a:gd name="T3" fmla="*/ 77 h 77"/>
                <a:gd name="T4" fmla="*/ 13 w 163"/>
                <a:gd name="T5" fmla="*/ 65 h 77"/>
                <a:gd name="T6" fmla="*/ 0 w 163"/>
                <a:gd name="T7" fmla="*/ 0 h 77"/>
                <a:gd name="T8" fmla="*/ 163 w 163"/>
                <a:gd name="T9" fmla="*/ 0 h 77"/>
                <a:gd name="T10" fmla="*/ 150 w 163"/>
                <a:gd name="T11" fmla="*/ 65 h 77"/>
                <a:gd name="T12" fmla="*/ 135 w 163"/>
                <a:gd name="T1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3" h="77">
                  <a:moveTo>
                    <a:pt x="135" y="77"/>
                  </a:moveTo>
                  <a:cubicBezTo>
                    <a:pt x="28" y="77"/>
                    <a:pt x="28" y="77"/>
                    <a:pt x="28" y="77"/>
                  </a:cubicBezTo>
                  <a:cubicBezTo>
                    <a:pt x="20" y="77"/>
                    <a:pt x="14" y="72"/>
                    <a:pt x="13" y="6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50" y="65"/>
                    <a:pt x="150" y="65"/>
                    <a:pt x="150" y="65"/>
                  </a:cubicBezTo>
                  <a:cubicBezTo>
                    <a:pt x="149" y="72"/>
                    <a:pt x="143" y="77"/>
                    <a:pt x="135" y="77"/>
                  </a:cubicBezTo>
                  <a:close/>
                </a:path>
              </a:pathLst>
            </a:custGeom>
            <a:solidFill>
              <a:srgbClr val="FF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" name="Freeform 194">
              <a:extLst>
                <a:ext uri="{FF2B5EF4-FFF2-40B4-BE49-F238E27FC236}">
                  <a16:creationId xmlns:a16="http://schemas.microsoft.com/office/drawing/2014/main" id="{C5BE2A90-A58E-8C14-2F98-D57800C4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5475" y="4697879"/>
              <a:ext cx="289996" cy="561538"/>
            </a:xfrm>
            <a:custGeom>
              <a:avLst/>
              <a:gdLst>
                <a:gd name="T0" fmla="*/ 26 w 31"/>
                <a:gd name="T1" fmla="*/ 50 h 60"/>
                <a:gd name="T2" fmla="*/ 17 w 31"/>
                <a:gd name="T3" fmla="*/ 42 h 60"/>
                <a:gd name="T4" fmla="*/ 9 w 31"/>
                <a:gd name="T5" fmla="*/ 4 h 60"/>
                <a:gd name="T6" fmla="*/ 4 w 31"/>
                <a:gd name="T7" fmla="*/ 0 h 60"/>
                <a:gd name="T8" fmla="*/ 0 w 31"/>
                <a:gd name="T9" fmla="*/ 6 h 60"/>
                <a:gd name="T10" fmla="*/ 8 w 31"/>
                <a:gd name="T11" fmla="*/ 44 h 60"/>
                <a:gd name="T12" fmla="*/ 26 w 31"/>
                <a:gd name="T13" fmla="*/ 60 h 60"/>
                <a:gd name="T14" fmla="*/ 31 w 31"/>
                <a:gd name="T15" fmla="*/ 55 h 60"/>
                <a:gd name="T16" fmla="*/ 26 w 31"/>
                <a:gd name="T17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60">
                  <a:moveTo>
                    <a:pt x="26" y="50"/>
                  </a:moveTo>
                  <a:cubicBezTo>
                    <a:pt x="22" y="50"/>
                    <a:pt x="18" y="47"/>
                    <a:pt x="17" y="4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1" y="1"/>
                    <a:pt x="0" y="3"/>
                    <a:pt x="0" y="6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53"/>
                    <a:pt x="17" y="60"/>
                    <a:pt x="26" y="60"/>
                  </a:cubicBezTo>
                  <a:cubicBezTo>
                    <a:pt x="29" y="60"/>
                    <a:pt x="31" y="58"/>
                    <a:pt x="31" y="55"/>
                  </a:cubicBezTo>
                  <a:cubicBezTo>
                    <a:pt x="31" y="52"/>
                    <a:pt x="29" y="50"/>
                    <a:pt x="26" y="50"/>
                  </a:cubicBezTo>
                  <a:close/>
                </a:path>
              </a:pathLst>
            </a:custGeom>
            <a:solidFill>
              <a:srgbClr val="F1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" name="Oval 195">
              <a:extLst>
                <a:ext uri="{FF2B5EF4-FFF2-40B4-BE49-F238E27FC236}">
                  <a16:creationId xmlns:a16="http://schemas.microsoft.com/office/drawing/2014/main" id="{7EB36414-2F48-54B9-553A-3E419E070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1109" y="5325324"/>
              <a:ext cx="250451" cy="253087"/>
            </a:xfrm>
            <a:prstGeom prst="ellipse">
              <a:avLst/>
            </a:prstGeom>
            <a:solidFill>
              <a:srgbClr val="4D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" name="Oval 196">
              <a:extLst>
                <a:ext uri="{FF2B5EF4-FFF2-40B4-BE49-F238E27FC236}">
                  <a16:creationId xmlns:a16="http://schemas.microsoft.com/office/drawing/2014/main" id="{A98BD481-9D04-A3DD-D8EC-B6E2CB689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4926" y="5399141"/>
              <a:ext cx="102817" cy="102817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" name="Oval 197">
              <a:extLst>
                <a:ext uri="{FF2B5EF4-FFF2-40B4-BE49-F238E27FC236}">
                  <a16:creationId xmlns:a16="http://schemas.microsoft.com/office/drawing/2014/main" id="{3B3ABCC8-33CD-20A8-C6F3-457502465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3372" y="5325324"/>
              <a:ext cx="250451" cy="253087"/>
            </a:xfrm>
            <a:prstGeom prst="ellipse">
              <a:avLst/>
            </a:prstGeom>
            <a:solidFill>
              <a:srgbClr val="4D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" name="Oval 198">
              <a:extLst>
                <a:ext uri="{FF2B5EF4-FFF2-40B4-BE49-F238E27FC236}">
                  <a16:creationId xmlns:a16="http://schemas.microsoft.com/office/drawing/2014/main" id="{70117B15-E213-E464-D0D0-9996F8BF1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7189" y="5399141"/>
              <a:ext cx="102817" cy="102817"/>
            </a:xfrm>
            <a:prstGeom prst="ellipse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04" name="TextBox 403">
            <a:extLst>
              <a:ext uri="{FF2B5EF4-FFF2-40B4-BE49-F238E27FC236}">
                <a16:creationId xmlns:a16="http://schemas.microsoft.com/office/drawing/2014/main" id="{98F426F5-5DBF-708C-6CAD-4427072A3A9D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text printing and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 explain to you how all this sit.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382D39BE-67AB-14FF-BF91-AEE0B982BBAD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There are many variations of passage of Lorem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Ipsum form injected humor randomized words which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59AA4344-B2BD-4F3D-46DA-CA238681C103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The best Expert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Details for Your company</a:t>
            </a:r>
          </a:p>
        </p:txBody>
      </p:sp>
      <p:sp>
        <p:nvSpPr>
          <p:cNvPr id="407" name="Rectangle: Rounded Corners 406">
            <a:extLst>
              <a:ext uri="{FF2B5EF4-FFF2-40B4-BE49-F238E27FC236}">
                <a16:creationId xmlns:a16="http://schemas.microsoft.com/office/drawing/2014/main" id="{DC9B9530-D701-6EEF-0904-FCF322C72342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B2D2E4CC-51FC-42A1-3C35-E47D117B7A9E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84283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 Services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CDD27-2619-9FD3-FE8C-A1E452DC1082}"/>
              </a:ext>
            </a:extLst>
          </p:cNvPr>
          <p:cNvSpPr/>
          <p:nvPr/>
        </p:nvSpPr>
        <p:spPr>
          <a:xfrm>
            <a:off x="8748517" y="3429000"/>
            <a:ext cx="2389091" cy="2555391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369B2-E8A6-AB56-8754-B5AC4CBC8002}"/>
              </a:ext>
            </a:extLst>
          </p:cNvPr>
          <p:cNvSpPr/>
          <p:nvPr/>
        </p:nvSpPr>
        <p:spPr>
          <a:xfrm>
            <a:off x="6183808" y="3429000"/>
            <a:ext cx="2389091" cy="2555391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0A623-7C4A-4CD9-2125-7F66A26D7CD2}"/>
              </a:ext>
            </a:extLst>
          </p:cNvPr>
          <p:cNvSpPr/>
          <p:nvPr/>
        </p:nvSpPr>
        <p:spPr>
          <a:xfrm>
            <a:off x="3619100" y="3429000"/>
            <a:ext cx="2389091" cy="2555391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2E176-3C1A-DBD1-955E-B9A9F79438E2}"/>
              </a:ext>
            </a:extLst>
          </p:cNvPr>
          <p:cNvSpPr/>
          <p:nvPr/>
        </p:nvSpPr>
        <p:spPr>
          <a:xfrm>
            <a:off x="1054392" y="3429000"/>
            <a:ext cx="2389091" cy="2555391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E8E0AFD-30D7-D1BA-8420-91A0F45AE42E}"/>
              </a:ext>
            </a:extLst>
          </p:cNvPr>
          <p:cNvSpPr/>
          <p:nvPr/>
        </p:nvSpPr>
        <p:spPr>
          <a:xfrm>
            <a:off x="6733299" y="2863922"/>
            <a:ext cx="1163782" cy="1163782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2914846-ECAA-5055-64A9-DA64C06E5B60}"/>
              </a:ext>
            </a:extLst>
          </p:cNvPr>
          <p:cNvSpPr txBox="1"/>
          <p:nvPr/>
        </p:nvSpPr>
        <p:spPr>
          <a:xfrm>
            <a:off x="6402730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Third Title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03E2BFB3-4C9A-BCD9-7384-5BF6A68EAEAC}"/>
              </a:ext>
            </a:extLst>
          </p:cNvPr>
          <p:cNvSpPr txBox="1"/>
          <p:nvPr/>
        </p:nvSpPr>
        <p:spPr>
          <a:xfrm>
            <a:off x="6309116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The placeholder text, lorem beginning with the line ipsum ipsum dolor sit looks like good  dolor sit Latin because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DB814C90-E0E9-0D30-9331-0858E15620AF}"/>
              </a:ext>
            </a:extLst>
          </p:cNvPr>
          <p:cNvSpPr/>
          <p:nvPr/>
        </p:nvSpPr>
        <p:spPr>
          <a:xfrm>
            <a:off x="4294917" y="2863922"/>
            <a:ext cx="1163782" cy="1163782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F0E21652-DC70-4478-E4A3-C67E879B351D}"/>
              </a:ext>
            </a:extLst>
          </p:cNvPr>
          <p:cNvSpPr txBox="1"/>
          <p:nvPr/>
        </p:nvSpPr>
        <p:spPr>
          <a:xfrm>
            <a:off x="3964348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Second Title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93810E01-1B74-1D9B-0A05-50282CDF7FC0}"/>
              </a:ext>
            </a:extLst>
          </p:cNvPr>
          <p:cNvSpPr txBox="1"/>
          <p:nvPr/>
        </p:nvSpPr>
        <p:spPr>
          <a:xfrm>
            <a:off x="3870734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The placeholder text, lorem beginning with the line ipsum ipsum dolor sit looks like good  dolor sit Latin because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F86500E9-6184-FD31-A677-167A82114638}"/>
              </a:ext>
            </a:extLst>
          </p:cNvPr>
          <p:cNvSpPr/>
          <p:nvPr/>
        </p:nvSpPr>
        <p:spPr>
          <a:xfrm>
            <a:off x="1667047" y="2863922"/>
            <a:ext cx="1163782" cy="1163782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FD177120-E514-4C28-7D1C-C6EDDC742F2E}"/>
              </a:ext>
            </a:extLst>
          </p:cNvPr>
          <p:cNvSpPr txBox="1"/>
          <p:nvPr/>
        </p:nvSpPr>
        <p:spPr>
          <a:xfrm>
            <a:off x="1336478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First Title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CC3B3D4-AC4B-0660-60C8-849C3E84BF2A}"/>
              </a:ext>
            </a:extLst>
          </p:cNvPr>
          <p:cNvSpPr txBox="1"/>
          <p:nvPr/>
        </p:nvSpPr>
        <p:spPr>
          <a:xfrm>
            <a:off x="1242863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The placeholder text, lorem beginning with the line ipsum ipsum dolor sit looks like good  dolor sit Latin because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AD2CB86-9C1A-ACAE-789B-8C9A5BD17966}"/>
              </a:ext>
            </a:extLst>
          </p:cNvPr>
          <p:cNvSpPr/>
          <p:nvPr/>
        </p:nvSpPr>
        <p:spPr>
          <a:xfrm>
            <a:off x="9361172" y="2863922"/>
            <a:ext cx="1163782" cy="1163782"/>
          </a:xfrm>
          <a:prstGeom prst="ellipse">
            <a:avLst/>
          </a:prstGeom>
          <a:solidFill>
            <a:schemeClr val="accent4"/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BB42FF77-6F69-47CE-FF07-0933EBAEB2EE}"/>
              </a:ext>
            </a:extLst>
          </p:cNvPr>
          <p:cNvSpPr txBox="1"/>
          <p:nvPr/>
        </p:nvSpPr>
        <p:spPr>
          <a:xfrm>
            <a:off x="9030603" y="4399604"/>
            <a:ext cx="18249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50" charset="0"/>
                <a:ea typeface="Open Sans" panose="020B0606030504020204" pitchFamily="34" charset="0"/>
                <a:cs typeface="Poppins SemiBold" panose="00000700000000000000" pitchFamily="50" charset="0"/>
              </a:rPr>
              <a:t>Fourth Title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D980D27-81CC-190C-36B3-8C1294E90971}"/>
              </a:ext>
            </a:extLst>
          </p:cNvPr>
          <p:cNvSpPr txBox="1"/>
          <p:nvPr/>
        </p:nvSpPr>
        <p:spPr>
          <a:xfrm>
            <a:off x="8936988" y="4752669"/>
            <a:ext cx="2012149" cy="850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  <a:ea typeface="Arimo" panose="020B0604020202020204" pitchFamily="34" charset="0"/>
                <a:cs typeface="Arimo" panose="020B0604020202020204" pitchFamily="34" charset="0"/>
              </a:rPr>
              <a:t>The placeholder text, lorem beginning with the line ipsum ipsum dolor sit looks like good  dolor sit Latin because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470" name="Freeform 81">
            <a:extLst>
              <a:ext uri="{FF2B5EF4-FFF2-40B4-BE49-F238E27FC236}">
                <a16:creationId xmlns:a16="http://schemas.microsoft.com/office/drawing/2014/main" id="{956B5F05-3566-A0DA-1E44-7F4D1AAA36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8" y="3217213"/>
            <a:ext cx="457200" cy="457200"/>
          </a:xfrm>
          <a:custGeom>
            <a:avLst/>
            <a:gdLst>
              <a:gd name="T0" fmla="*/ 552 w 1107"/>
              <a:gd name="T1" fmla="*/ 0 h 1225"/>
              <a:gd name="T2" fmla="*/ 1106 w 1107"/>
              <a:gd name="T3" fmla="*/ 292 h 1225"/>
              <a:gd name="T4" fmla="*/ 1106 w 1107"/>
              <a:gd name="T5" fmla="*/ 410 h 1225"/>
              <a:gd name="T6" fmla="*/ 0 w 1107"/>
              <a:gd name="T7" fmla="*/ 410 h 1225"/>
              <a:gd name="T8" fmla="*/ 0 w 1107"/>
              <a:gd name="T9" fmla="*/ 292 h 1225"/>
              <a:gd name="T10" fmla="*/ 552 w 1107"/>
              <a:gd name="T11" fmla="*/ 0 h 1225"/>
              <a:gd name="T12" fmla="*/ 989 w 1107"/>
              <a:gd name="T13" fmla="*/ 524 h 1225"/>
              <a:gd name="T14" fmla="*/ 989 w 1107"/>
              <a:gd name="T15" fmla="*/ 934 h 1225"/>
              <a:gd name="T16" fmla="*/ 814 w 1107"/>
              <a:gd name="T17" fmla="*/ 934 h 1225"/>
              <a:gd name="T18" fmla="*/ 814 w 1107"/>
              <a:gd name="T19" fmla="*/ 524 h 1225"/>
              <a:gd name="T20" fmla="*/ 989 w 1107"/>
              <a:gd name="T21" fmla="*/ 524 h 1225"/>
              <a:gd name="T22" fmla="*/ 0 w 1107"/>
              <a:gd name="T23" fmla="*/ 1224 h 1225"/>
              <a:gd name="T24" fmla="*/ 0 w 1107"/>
              <a:gd name="T25" fmla="*/ 1049 h 1225"/>
              <a:gd name="T26" fmla="*/ 1106 w 1107"/>
              <a:gd name="T27" fmla="*/ 1049 h 1225"/>
              <a:gd name="T28" fmla="*/ 1106 w 1107"/>
              <a:gd name="T29" fmla="*/ 1224 h 1225"/>
              <a:gd name="T30" fmla="*/ 0 w 1107"/>
              <a:gd name="T31" fmla="*/ 1224 h 1225"/>
              <a:gd name="T32" fmla="*/ 464 w 1107"/>
              <a:gd name="T33" fmla="*/ 524 h 1225"/>
              <a:gd name="T34" fmla="*/ 639 w 1107"/>
              <a:gd name="T35" fmla="*/ 524 h 1225"/>
              <a:gd name="T36" fmla="*/ 639 w 1107"/>
              <a:gd name="T37" fmla="*/ 934 h 1225"/>
              <a:gd name="T38" fmla="*/ 464 w 1107"/>
              <a:gd name="T39" fmla="*/ 934 h 1225"/>
              <a:gd name="T40" fmla="*/ 464 w 1107"/>
              <a:gd name="T41" fmla="*/ 524 h 1225"/>
              <a:gd name="T42" fmla="*/ 114 w 1107"/>
              <a:gd name="T43" fmla="*/ 524 h 1225"/>
              <a:gd name="T44" fmla="*/ 289 w 1107"/>
              <a:gd name="T45" fmla="*/ 524 h 1225"/>
              <a:gd name="T46" fmla="*/ 289 w 1107"/>
              <a:gd name="T47" fmla="*/ 934 h 1225"/>
              <a:gd name="T48" fmla="*/ 114 w 1107"/>
              <a:gd name="T49" fmla="*/ 934 h 1225"/>
              <a:gd name="T50" fmla="*/ 114 w 1107"/>
              <a:gd name="T51" fmla="*/ 52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07" h="1225">
                <a:moveTo>
                  <a:pt x="552" y="0"/>
                </a:moveTo>
                <a:lnTo>
                  <a:pt x="1106" y="292"/>
                </a:lnTo>
                <a:lnTo>
                  <a:pt x="1106" y="410"/>
                </a:lnTo>
                <a:lnTo>
                  <a:pt x="0" y="410"/>
                </a:lnTo>
                <a:lnTo>
                  <a:pt x="0" y="292"/>
                </a:lnTo>
                <a:lnTo>
                  <a:pt x="552" y="0"/>
                </a:lnTo>
                <a:close/>
                <a:moveTo>
                  <a:pt x="989" y="524"/>
                </a:moveTo>
                <a:lnTo>
                  <a:pt x="989" y="934"/>
                </a:lnTo>
                <a:lnTo>
                  <a:pt x="814" y="934"/>
                </a:lnTo>
                <a:lnTo>
                  <a:pt x="814" y="524"/>
                </a:lnTo>
                <a:lnTo>
                  <a:pt x="989" y="524"/>
                </a:lnTo>
                <a:close/>
                <a:moveTo>
                  <a:pt x="0" y="1224"/>
                </a:moveTo>
                <a:lnTo>
                  <a:pt x="0" y="1049"/>
                </a:lnTo>
                <a:lnTo>
                  <a:pt x="1106" y="1049"/>
                </a:lnTo>
                <a:lnTo>
                  <a:pt x="1106" y="1224"/>
                </a:lnTo>
                <a:lnTo>
                  <a:pt x="0" y="1224"/>
                </a:lnTo>
                <a:close/>
                <a:moveTo>
                  <a:pt x="464" y="524"/>
                </a:moveTo>
                <a:lnTo>
                  <a:pt x="639" y="524"/>
                </a:lnTo>
                <a:lnTo>
                  <a:pt x="639" y="934"/>
                </a:lnTo>
                <a:lnTo>
                  <a:pt x="464" y="934"/>
                </a:lnTo>
                <a:lnTo>
                  <a:pt x="464" y="524"/>
                </a:lnTo>
                <a:close/>
                <a:moveTo>
                  <a:pt x="114" y="524"/>
                </a:moveTo>
                <a:lnTo>
                  <a:pt x="289" y="524"/>
                </a:lnTo>
                <a:lnTo>
                  <a:pt x="289" y="934"/>
                </a:lnTo>
                <a:lnTo>
                  <a:pt x="114" y="934"/>
                </a:lnTo>
                <a:lnTo>
                  <a:pt x="114" y="5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1" name="Freeform 63">
            <a:extLst>
              <a:ext uri="{FF2B5EF4-FFF2-40B4-BE49-F238E27FC236}">
                <a16:creationId xmlns:a16="http://schemas.microsoft.com/office/drawing/2014/main" id="{F33F4FCE-9C05-DE0A-101E-26C9032949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86590" y="3239727"/>
            <a:ext cx="457200" cy="412173"/>
          </a:xfrm>
          <a:custGeom>
            <a:avLst/>
            <a:gdLst>
              <a:gd name="T0" fmla="*/ 933 w 1166"/>
              <a:gd name="T1" fmla="*/ 817 h 1050"/>
              <a:gd name="T2" fmla="*/ 815 w 1166"/>
              <a:gd name="T3" fmla="*/ 699 h 1050"/>
              <a:gd name="T4" fmla="*/ 933 w 1166"/>
              <a:gd name="T5" fmla="*/ 467 h 1050"/>
              <a:gd name="T6" fmla="*/ 815 w 1166"/>
              <a:gd name="T7" fmla="*/ 582 h 1050"/>
              <a:gd name="T8" fmla="*/ 933 w 1166"/>
              <a:gd name="T9" fmla="*/ 467 h 1050"/>
              <a:gd name="T10" fmla="*/ 583 w 1166"/>
              <a:gd name="T11" fmla="*/ 350 h 1050"/>
              <a:gd name="T12" fmla="*/ 700 w 1166"/>
              <a:gd name="T13" fmla="*/ 467 h 1050"/>
              <a:gd name="T14" fmla="*/ 583 w 1166"/>
              <a:gd name="T15" fmla="*/ 582 h 1050"/>
              <a:gd name="T16" fmla="*/ 700 w 1166"/>
              <a:gd name="T17" fmla="*/ 699 h 1050"/>
              <a:gd name="T18" fmla="*/ 583 w 1166"/>
              <a:gd name="T19" fmla="*/ 817 h 1050"/>
              <a:gd name="T20" fmla="*/ 1050 w 1166"/>
              <a:gd name="T21" fmla="*/ 932 h 1050"/>
              <a:gd name="T22" fmla="*/ 465 w 1166"/>
              <a:gd name="T23" fmla="*/ 232 h 1050"/>
              <a:gd name="T24" fmla="*/ 350 w 1166"/>
              <a:gd name="T25" fmla="*/ 117 h 1050"/>
              <a:gd name="T26" fmla="*/ 465 w 1166"/>
              <a:gd name="T27" fmla="*/ 232 h 1050"/>
              <a:gd name="T28" fmla="*/ 465 w 1166"/>
              <a:gd name="T29" fmla="*/ 350 h 1050"/>
              <a:gd name="T30" fmla="*/ 350 w 1166"/>
              <a:gd name="T31" fmla="*/ 467 h 1050"/>
              <a:gd name="T32" fmla="*/ 465 w 1166"/>
              <a:gd name="T33" fmla="*/ 699 h 1050"/>
              <a:gd name="T34" fmla="*/ 350 w 1166"/>
              <a:gd name="T35" fmla="*/ 582 h 1050"/>
              <a:gd name="T36" fmla="*/ 465 w 1166"/>
              <a:gd name="T37" fmla="*/ 699 h 1050"/>
              <a:gd name="T38" fmla="*/ 465 w 1166"/>
              <a:gd name="T39" fmla="*/ 817 h 1050"/>
              <a:gd name="T40" fmla="*/ 350 w 1166"/>
              <a:gd name="T41" fmla="*/ 932 h 1050"/>
              <a:gd name="T42" fmla="*/ 233 w 1166"/>
              <a:gd name="T43" fmla="*/ 232 h 1050"/>
              <a:gd name="T44" fmla="*/ 115 w 1166"/>
              <a:gd name="T45" fmla="*/ 117 h 1050"/>
              <a:gd name="T46" fmla="*/ 233 w 1166"/>
              <a:gd name="T47" fmla="*/ 232 h 1050"/>
              <a:gd name="T48" fmla="*/ 233 w 1166"/>
              <a:gd name="T49" fmla="*/ 350 h 1050"/>
              <a:gd name="T50" fmla="*/ 115 w 1166"/>
              <a:gd name="T51" fmla="*/ 467 h 1050"/>
              <a:gd name="T52" fmla="*/ 233 w 1166"/>
              <a:gd name="T53" fmla="*/ 699 h 1050"/>
              <a:gd name="T54" fmla="*/ 115 w 1166"/>
              <a:gd name="T55" fmla="*/ 582 h 1050"/>
              <a:gd name="T56" fmla="*/ 233 w 1166"/>
              <a:gd name="T57" fmla="*/ 699 h 1050"/>
              <a:gd name="T58" fmla="*/ 233 w 1166"/>
              <a:gd name="T59" fmla="*/ 817 h 1050"/>
              <a:gd name="T60" fmla="*/ 115 w 1166"/>
              <a:gd name="T61" fmla="*/ 932 h 1050"/>
              <a:gd name="T62" fmla="*/ 1165 w 1166"/>
              <a:gd name="T63" fmla="*/ 232 h 1050"/>
              <a:gd name="T64" fmla="*/ 0 w 1166"/>
              <a:gd name="T65" fmla="*/ 1049 h 1050"/>
              <a:gd name="T66" fmla="*/ 583 w 1166"/>
              <a:gd name="T67" fmla="*/ 0 h 1050"/>
              <a:gd name="T68" fmla="*/ 1165 w 1166"/>
              <a:gd name="T69" fmla="*/ 2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050">
                <a:moveTo>
                  <a:pt x="933" y="699"/>
                </a:moveTo>
                <a:lnTo>
                  <a:pt x="933" y="817"/>
                </a:lnTo>
                <a:lnTo>
                  <a:pt x="815" y="817"/>
                </a:lnTo>
                <a:lnTo>
                  <a:pt x="815" y="699"/>
                </a:lnTo>
                <a:lnTo>
                  <a:pt x="933" y="699"/>
                </a:lnTo>
                <a:close/>
                <a:moveTo>
                  <a:pt x="933" y="467"/>
                </a:moveTo>
                <a:lnTo>
                  <a:pt x="933" y="582"/>
                </a:lnTo>
                <a:lnTo>
                  <a:pt x="815" y="582"/>
                </a:lnTo>
                <a:lnTo>
                  <a:pt x="815" y="467"/>
                </a:lnTo>
                <a:lnTo>
                  <a:pt x="933" y="467"/>
                </a:lnTo>
                <a:close/>
                <a:moveTo>
                  <a:pt x="1050" y="350"/>
                </a:moveTo>
                <a:lnTo>
                  <a:pt x="583" y="350"/>
                </a:lnTo>
                <a:lnTo>
                  <a:pt x="583" y="467"/>
                </a:lnTo>
                <a:lnTo>
                  <a:pt x="700" y="467"/>
                </a:lnTo>
                <a:lnTo>
                  <a:pt x="700" y="582"/>
                </a:lnTo>
                <a:lnTo>
                  <a:pt x="583" y="582"/>
                </a:lnTo>
                <a:lnTo>
                  <a:pt x="583" y="699"/>
                </a:lnTo>
                <a:lnTo>
                  <a:pt x="700" y="699"/>
                </a:lnTo>
                <a:lnTo>
                  <a:pt x="700" y="817"/>
                </a:lnTo>
                <a:lnTo>
                  <a:pt x="583" y="817"/>
                </a:lnTo>
                <a:lnTo>
                  <a:pt x="583" y="932"/>
                </a:lnTo>
                <a:lnTo>
                  <a:pt x="1050" y="932"/>
                </a:lnTo>
                <a:lnTo>
                  <a:pt x="1050" y="350"/>
                </a:lnTo>
                <a:close/>
                <a:moveTo>
                  <a:pt x="465" y="232"/>
                </a:moveTo>
                <a:lnTo>
                  <a:pt x="465" y="117"/>
                </a:lnTo>
                <a:lnTo>
                  <a:pt x="350" y="117"/>
                </a:lnTo>
                <a:lnTo>
                  <a:pt x="350" y="232"/>
                </a:lnTo>
                <a:lnTo>
                  <a:pt x="465" y="232"/>
                </a:lnTo>
                <a:close/>
                <a:moveTo>
                  <a:pt x="465" y="467"/>
                </a:moveTo>
                <a:lnTo>
                  <a:pt x="465" y="350"/>
                </a:lnTo>
                <a:lnTo>
                  <a:pt x="350" y="350"/>
                </a:lnTo>
                <a:lnTo>
                  <a:pt x="350" y="467"/>
                </a:lnTo>
                <a:lnTo>
                  <a:pt x="465" y="467"/>
                </a:lnTo>
                <a:close/>
                <a:moveTo>
                  <a:pt x="465" y="699"/>
                </a:moveTo>
                <a:lnTo>
                  <a:pt x="465" y="582"/>
                </a:lnTo>
                <a:lnTo>
                  <a:pt x="350" y="582"/>
                </a:lnTo>
                <a:lnTo>
                  <a:pt x="350" y="699"/>
                </a:lnTo>
                <a:lnTo>
                  <a:pt x="465" y="699"/>
                </a:lnTo>
                <a:close/>
                <a:moveTo>
                  <a:pt x="465" y="932"/>
                </a:moveTo>
                <a:lnTo>
                  <a:pt x="465" y="817"/>
                </a:lnTo>
                <a:lnTo>
                  <a:pt x="350" y="817"/>
                </a:lnTo>
                <a:lnTo>
                  <a:pt x="350" y="932"/>
                </a:lnTo>
                <a:lnTo>
                  <a:pt x="465" y="932"/>
                </a:lnTo>
                <a:close/>
                <a:moveTo>
                  <a:pt x="233" y="232"/>
                </a:moveTo>
                <a:lnTo>
                  <a:pt x="233" y="117"/>
                </a:lnTo>
                <a:lnTo>
                  <a:pt x="115" y="117"/>
                </a:lnTo>
                <a:lnTo>
                  <a:pt x="115" y="232"/>
                </a:lnTo>
                <a:lnTo>
                  <a:pt x="233" y="232"/>
                </a:lnTo>
                <a:close/>
                <a:moveTo>
                  <a:pt x="233" y="467"/>
                </a:moveTo>
                <a:lnTo>
                  <a:pt x="233" y="350"/>
                </a:lnTo>
                <a:lnTo>
                  <a:pt x="115" y="350"/>
                </a:lnTo>
                <a:lnTo>
                  <a:pt x="115" y="467"/>
                </a:lnTo>
                <a:lnTo>
                  <a:pt x="233" y="467"/>
                </a:lnTo>
                <a:close/>
                <a:moveTo>
                  <a:pt x="233" y="699"/>
                </a:moveTo>
                <a:lnTo>
                  <a:pt x="233" y="582"/>
                </a:lnTo>
                <a:lnTo>
                  <a:pt x="115" y="582"/>
                </a:lnTo>
                <a:lnTo>
                  <a:pt x="115" y="699"/>
                </a:lnTo>
                <a:lnTo>
                  <a:pt x="233" y="699"/>
                </a:lnTo>
                <a:close/>
                <a:moveTo>
                  <a:pt x="233" y="932"/>
                </a:moveTo>
                <a:lnTo>
                  <a:pt x="233" y="817"/>
                </a:lnTo>
                <a:lnTo>
                  <a:pt x="115" y="817"/>
                </a:lnTo>
                <a:lnTo>
                  <a:pt x="115" y="932"/>
                </a:lnTo>
                <a:lnTo>
                  <a:pt x="233" y="932"/>
                </a:lnTo>
                <a:close/>
                <a:moveTo>
                  <a:pt x="1165" y="232"/>
                </a:moveTo>
                <a:lnTo>
                  <a:pt x="1165" y="1049"/>
                </a:lnTo>
                <a:lnTo>
                  <a:pt x="0" y="1049"/>
                </a:lnTo>
                <a:lnTo>
                  <a:pt x="0" y="0"/>
                </a:lnTo>
                <a:lnTo>
                  <a:pt x="583" y="0"/>
                </a:lnTo>
                <a:lnTo>
                  <a:pt x="583" y="232"/>
                </a:lnTo>
                <a:lnTo>
                  <a:pt x="1165" y="2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2" name="Freeform 12">
            <a:extLst>
              <a:ext uri="{FF2B5EF4-FFF2-40B4-BE49-F238E27FC236}">
                <a16:creationId xmlns:a16="http://schemas.microsoft.com/office/drawing/2014/main" id="{78DD7ED3-FC73-9697-248D-446AA4C8A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14463" y="3269667"/>
            <a:ext cx="457200" cy="352293"/>
          </a:xfrm>
          <a:custGeom>
            <a:avLst/>
            <a:gdLst>
              <a:gd name="T0" fmla="*/ 1168 w 1286"/>
              <a:gd name="T1" fmla="*/ 817 h 993"/>
              <a:gd name="T2" fmla="*/ 1168 w 1286"/>
              <a:gd name="T3" fmla="*/ 145 h 993"/>
              <a:gd name="T4" fmla="*/ 963 w 1286"/>
              <a:gd name="T5" fmla="*/ 117 h 993"/>
              <a:gd name="T6" fmla="*/ 643 w 1286"/>
              <a:gd name="T7" fmla="*/ 205 h 993"/>
              <a:gd name="T8" fmla="*/ 643 w 1286"/>
              <a:gd name="T9" fmla="*/ 875 h 993"/>
              <a:gd name="T10" fmla="*/ 963 w 1286"/>
              <a:gd name="T11" fmla="*/ 787 h 993"/>
              <a:gd name="T12" fmla="*/ 1168 w 1286"/>
              <a:gd name="T13" fmla="*/ 817 h 993"/>
              <a:gd name="T14" fmla="*/ 962 w 1286"/>
              <a:gd name="T15" fmla="*/ 0 h 993"/>
              <a:gd name="T16" fmla="*/ 1285 w 1286"/>
              <a:gd name="T17" fmla="*/ 87 h 993"/>
              <a:gd name="T18" fmla="*/ 1285 w 1286"/>
              <a:gd name="T19" fmla="*/ 938 h 993"/>
              <a:gd name="T20" fmla="*/ 1255 w 1286"/>
              <a:gd name="T21" fmla="*/ 968 h 993"/>
              <a:gd name="T22" fmla="*/ 1241 w 1286"/>
              <a:gd name="T23" fmla="*/ 965 h 993"/>
              <a:gd name="T24" fmla="*/ 962 w 1286"/>
              <a:gd name="T25" fmla="*/ 905 h 993"/>
              <a:gd name="T26" fmla="*/ 643 w 1286"/>
              <a:gd name="T27" fmla="*/ 992 h 993"/>
              <a:gd name="T28" fmla="*/ 323 w 1286"/>
              <a:gd name="T29" fmla="*/ 905 h 993"/>
              <a:gd name="T30" fmla="*/ 44 w 1286"/>
              <a:gd name="T31" fmla="*/ 968 h 993"/>
              <a:gd name="T32" fmla="*/ 30 w 1286"/>
              <a:gd name="T33" fmla="*/ 970 h 993"/>
              <a:gd name="T34" fmla="*/ 0 w 1286"/>
              <a:gd name="T35" fmla="*/ 943 h 993"/>
              <a:gd name="T36" fmla="*/ 0 w 1286"/>
              <a:gd name="T37" fmla="*/ 87 h 993"/>
              <a:gd name="T38" fmla="*/ 323 w 1286"/>
              <a:gd name="T39" fmla="*/ 0 h 993"/>
              <a:gd name="T40" fmla="*/ 643 w 1286"/>
              <a:gd name="T41" fmla="*/ 87 h 993"/>
              <a:gd name="T42" fmla="*/ 962 w 1286"/>
              <a:gd name="T43" fmla="*/ 0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993">
                <a:moveTo>
                  <a:pt x="1168" y="817"/>
                </a:moveTo>
                <a:lnTo>
                  <a:pt x="1168" y="145"/>
                </a:lnTo>
                <a:cubicBezTo>
                  <a:pt x="1105" y="126"/>
                  <a:pt x="1034" y="117"/>
                  <a:pt x="963" y="117"/>
                </a:cubicBezTo>
                <a:cubicBezTo>
                  <a:pt x="864" y="117"/>
                  <a:pt x="722" y="156"/>
                  <a:pt x="643" y="205"/>
                </a:cubicBezTo>
                <a:lnTo>
                  <a:pt x="643" y="875"/>
                </a:lnTo>
                <a:cubicBezTo>
                  <a:pt x="722" y="825"/>
                  <a:pt x="864" y="787"/>
                  <a:pt x="963" y="787"/>
                </a:cubicBezTo>
                <a:cubicBezTo>
                  <a:pt x="1034" y="787"/>
                  <a:pt x="1105" y="798"/>
                  <a:pt x="1168" y="817"/>
                </a:cubicBezTo>
                <a:close/>
                <a:moveTo>
                  <a:pt x="962" y="0"/>
                </a:moveTo>
                <a:cubicBezTo>
                  <a:pt x="1083" y="0"/>
                  <a:pt x="1211" y="30"/>
                  <a:pt x="1285" y="87"/>
                </a:cubicBezTo>
                <a:lnTo>
                  <a:pt x="1285" y="938"/>
                </a:lnTo>
                <a:cubicBezTo>
                  <a:pt x="1285" y="951"/>
                  <a:pt x="1269" y="968"/>
                  <a:pt x="1255" y="968"/>
                </a:cubicBezTo>
                <a:cubicBezTo>
                  <a:pt x="1250" y="968"/>
                  <a:pt x="1247" y="968"/>
                  <a:pt x="1241" y="965"/>
                </a:cubicBezTo>
                <a:cubicBezTo>
                  <a:pt x="1159" y="921"/>
                  <a:pt x="1058" y="905"/>
                  <a:pt x="962" y="905"/>
                </a:cubicBezTo>
                <a:cubicBezTo>
                  <a:pt x="864" y="905"/>
                  <a:pt x="722" y="943"/>
                  <a:pt x="643" y="992"/>
                </a:cubicBezTo>
                <a:cubicBezTo>
                  <a:pt x="558" y="929"/>
                  <a:pt x="437" y="905"/>
                  <a:pt x="323" y="905"/>
                </a:cubicBezTo>
                <a:cubicBezTo>
                  <a:pt x="238" y="905"/>
                  <a:pt x="123" y="929"/>
                  <a:pt x="44" y="968"/>
                </a:cubicBezTo>
                <a:cubicBezTo>
                  <a:pt x="38" y="968"/>
                  <a:pt x="36" y="970"/>
                  <a:pt x="30" y="970"/>
                </a:cubicBezTo>
                <a:cubicBezTo>
                  <a:pt x="16" y="970"/>
                  <a:pt x="0" y="957"/>
                  <a:pt x="0" y="943"/>
                </a:cubicBezTo>
                <a:lnTo>
                  <a:pt x="0" y="87"/>
                </a:lnTo>
                <a:cubicBezTo>
                  <a:pt x="85" y="24"/>
                  <a:pt x="208" y="0"/>
                  <a:pt x="323" y="0"/>
                </a:cubicBezTo>
                <a:cubicBezTo>
                  <a:pt x="437" y="0"/>
                  <a:pt x="558" y="24"/>
                  <a:pt x="643" y="87"/>
                </a:cubicBezTo>
                <a:cubicBezTo>
                  <a:pt x="727" y="24"/>
                  <a:pt x="848" y="0"/>
                  <a:pt x="9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3" name="Freeform 78">
            <a:extLst>
              <a:ext uri="{FF2B5EF4-FFF2-40B4-BE49-F238E27FC236}">
                <a16:creationId xmlns:a16="http://schemas.microsoft.com/office/drawing/2014/main" id="{734B6443-E3B3-B148-4268-F6137B851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470" y="3217213"/>
            <a:ext cx="560936" cy="457200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36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 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FD9B-D433-AC0E-75D1-87CB6BB1EC80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text printing and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 explain to you how all this sit.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AC960-9540-97DC-877E-721460F108A4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There are many variations of passage of Lorem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Ipsum form injected humor randomized words which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8857A2-15D7-7DC5-4FE7-ED5889A91205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The best Expert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Details for Your company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22FE6F3-A500-DE9B-C5B2-F4B92BF76AA7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C02E2E-4F22-62A7-9159-B9DA23D62F08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724918-DB41-7BFF-11B6-F8242AA21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07948F4-5C49-7F11-D7CF-B4A1A0EE9C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EA8A24-AEF1-413D-EC3A-FB9DCE56A167}"/>
              </a:ext>
            </a:extLst>
          </p:cNvPr>
          <p:cNvSpPr/>
          <p:nvPr/>
        </p:nvSpPr>
        <p:spPr>
          <a:xfrm>
            <a:off x="4499428" y="1962458"/>
            <a:ext cx="6744332" cy="41655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396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 Services</a:t>
            </a:r>
          </a:p>
        </p:txBody>
      </p:sp>
      <p:sp>
        <p:nvSpPr>
          <p:cNvPr id="18" name="Shape 2748">
            <a:extLst>
              <a:ext uri="{FF2B5EF4-FFF2-40B4-BE49-F238E27FC236}">
                <a16:creationId xmlns:a16="http://schemas.microsoft.com/office/drawing/2014/main" id="{9F275F11-FAB6-5011-B6A8-035767699530}"/>
              </a:ext>
            </a:extLst>
          </p:cNvPr>
          <p:cNvSpPr/>
          <p:nvPr/>
        </p:nvSpPr>
        <p:spPr>
          <a:xfrm>
            <a:off x="5934974" y="3794062"/>
            <a:ext cx="449862" cy="449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4" name="Shape 2774">
            <a:extLst>
              <a:ext uri="{FF2B5EF4-FFF2-40B4-BE49-F238E27FC236}">
                <a16:creationId xmlns:a16="http://schemas.microsoft.com/office/drawing/2014/main" id="{DB5FB42F-5BB5-2E23-B53D-C1DBDECE0073}"/>
              </a:ext>
            </a:extLst>
          </p:cNvPr>
          <p:cNvSpPr/>
          <p:nvPr/>
        </p:nvSpPr>
        <p:spPr>
          <a:xfrm>
            <a:off x="5934974" y="2726457"/>
            <a:ext cx="449862" cy="449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bg1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5" name="Shape 2784">
            <a:extLst>
              <a:ext uri="{FF2B5EF4-FFF2-40B4-BE49-F238E27FC236}">
                <a16:creationId xmlns:a16="http://schemas.microsoft.com/office/drawing/2014/main" id="{B54DD1F4-47C9-9C52-2360-B1CD27E7B1FC}"/>
              </a:ext>
            </a:extLst>
          </p:cNvPr>
          <p:cNvSpPr/>
          <p:nvPr/>
        </p:nvSpPr>
        <p:spPr>
          <a:xfrm>
            <a:off x="5934974" y="4861668"/>
            <a:ext cx="449862" cy="449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US" sz="1500" dirty="0">
                <a:solidFill>
                  <a:schemeClr val="bg1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</a:t>
            </a:r>
            <a:endParaRPr sz="1500" dirty="0">
              <a:solidFill>
                <a:schemeClr val="bg1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910119-24B3-26C5-5504-CBA4BE332E6D}"/>
              </a:ext>
            </a:extLst>
          </p:cNvPr>
          <p:cNvSpPr txBox="1"/>
          <p:nvPr/>
        </p:nvSpPr>
        <p:spPr>
          <a:xfrm>
            <a:off x="6662922" y="2519821"/>
            <a:ext cx="345134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printing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bg1"/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must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explain to you like.</a:t>
            </a:r>
            <a:endParaRPr lang="en-US" sz="1200" dirty="0">
              <a:solidFill>
                <a:schemeClr val="bg1"/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AC188F-AE97-7058-C627-1DF0E337D5BC}"/>
              </a:ext>
            </a:extLst>
          </p:cNvPr>
          <p:cNvSpPr txBox="1"/>
          <p:nvPr/>
        </p:nvSpPr>
        <p:spPr>
          <a:xfrm>
            <a:off x="6662922" y="3659663"/>
            <a:ext cx="345134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printing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bg1"/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must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explain to you like.</a:t>
            </a:r>
            <a:endParaRPr lang="en-US" sz="1200" dirty="0">
              <a:solidFill>
                <a:schemeClr val="bg1"/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A4F09A-01D5-F51C-DECF-0E384AE06AFF}"/>
              </a:ext>
            </a:extLst>
          </p:cNvPr>
          <p:cNvSpPr txBox="1"/>
          <p:nvPr/>
        </p:nvSpPr>
        <p:spPr>
          <a:xfrm>
            <a:off x="6662922" y="4701044"/>
            <a:ext cx="345134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printing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bg1"/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must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bg1"/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explain to you like.</a:t>
            </a:r>
            <a:endParaRPr lang="en-US" sz="1200" dirty="0">
              <a:solidFill>
                <a:schemeClr val="bg1"/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E5BB6CA-A6F4-BBAA-0D09-66561571D0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9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C04355-F3F8-AEB8-65D8-F22F3588B395}"/>
              </a:ext>
            </a:extLst>
          </p:cNvPr>
          <p:cNvSpPr txBox="1"/>
          <p:nvPr/>
        </p:nvSpPr>
        <p:spPr>
          <a:xfrm>
            <a:off x="948240" y="773113"/>
            <a:ext cx="38396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 Values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FC3DF3-BD2C-8D82-B02D-87F207B48609}"/>
              </a:ext>
            </a:extLst>
          </p:cNvPr>
          <p:cNvSpPr/>
          <p:nvPr/>
        </p:nvSpPr>
        <p:spPr>
          <a:xfrm>
            <a:off x="1167014" y="2631666"/>
            <a:ext cx="1352550" cy="13525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D3F3AF-D6FF-C2A7-E922-8E6EFD9E3BF9}"/>
              </a:ext>
            </a:extLst>
          </p:cNvPr>
          <p:cNvGrpSpPr/>
          <p:nvPr/>
        </p:nvGrpSpPr>
        <p:grpSpPr>
          <a:xfrm>
            <a:off x="2870867" y="2799592"/>
            <a:ext cx="2800590" cy="1016698"/>
            <a:chOff x="2812811" y="2703187"/>
            <a:chExt cx="2800590" cy="10166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2D7FEC-2245-107F-1001-872473989084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>learn everything there is to know 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>is simply dummy text of the printing and typesetting industry Lorem Ipsum.</a:t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73A50F-E6EE-CA13-C6F3-466B66E8E5FD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Subtitle Here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54768B90-F840-6C49-A55C-84F893FEB805}"/>
              </a:ext>
            </a:extLst>
          </p:cNvPr>
          <p:cNvSpPr/>
          <p:nvPr/>
        </p:nvSpPr>
        <p:spPr>
          <a:xfrm>
            <a:off x="1167014" y="4451863"/>
            <a:ext cx="1352550" cy="13525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DC2524-2FC1-A8D3-B757-04766E9ADD56}"/>
              </a:ext>
            </a:extLst>
          </p:cNvPr>
          <p:cNvGrpSpPr/>
          <p:nvPr/>
        </p:nvGrpSpPr>
        <p:grpSpPr>
          <a:xfrm>
            <a:off x="2870867" y="4619789"/>
            <a:ext cx="2800590" cy="1016698"/>
            <a:chOff x="2812811" y="2703187"/>
            <a:chExt cx="2800590" cy="101669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A23DB7-53BA-5160-BA2B-72035DF99C74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>learn everything there is to know 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>is simply dummy text of the printing and typesetting industry Lorem Ipsum.</a:t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122A6F-D1DD-8002-63DE-8A00C7E50468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Subtitle Here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66BADE83-F55B-AD12-BFEE-7BF961BE02F2}"/>
              </a:ext>
            </a:extLst>
          </p:cNvPr>
          <p:cNvSpPr/>
          <p:nvPr/>
        </p:nvSpPr>
        <p:spPr>
          <a:xfrm>
            <a:off x="6610778" y="2631666"/>
            <a:ext cx="1352550" cy="1352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4FE5E3-E20A-6C41-0389-D3368F3F70CE}"/>
              </a:ext>
            </a:extLst>
          </p:cNvPr>
          <p:cNvGrpSpPr/>
          <p:nvPr/>
        </p:nvGrpSpPr>
        <p:grpSpPr>
          <a:xfrm>
            <a:off x="8314631" y="2799592"/>
            <a:ext cx="2800590" cy="1016698"/>
            <a:chOff x="2812811" y="2703187"/>
            <a:chExt cx="2800590" cy="10166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5C67F1-F18C-AE3A-8A45-8E552FEFE860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>learn everything there is to know 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>is simply dummy text of the printing and typesetting industry Lorem Ipsum.</a:t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BE1869-670B-4CD3-0859-B1D2989B17F2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Subtitle Here</a:t>
              </a: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4761BBAE-9E1B-3706-2C9D-B264859EF961}"/>
              </a:ext>
            </a:extLst>
          </p:cNvPr>
          <p:cNvSpPr/>
          <p:nvPr/>
        </p:nvSpPr>
        <p:spPr>
          <a:xfrm>
            <a:off x="6610778" y="4451863"/>
            <a:ext cx="1352550" cy="13525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CCDD8E-C16E-ED05-E091-E2F2DF1A57A5}"/>
              </a:ext>
            </a:extLst>
          </p:cNvPr>
          <p:cNvGrpSpPr/>
          <p:nvPr/>
        </p:nvGrpSpPr>
        <p:grpSpPr>
          <a:xfrm>
            <a:off x="8314631" y="4619789"/>
            <a:ext cx="2800590" cy="1016698"/>
            <a:chOff x="2812811" y="2703187"/>
            <a:chExt cx="2800590" cy="101669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1F3517-CAA6-F8E3-D73E-E2F2D952C8AF}"/>
                </a:ext>
              </a:extLst>
            </p:cNvPr>
            <p:cNvSpPr txBox="1"/>
            <p:nvPr/>
          </p:nvSpPr>
          <p:spPr>
            <a:xfrm>
              <a:off x="2812811" y="3026682"/>
              <a:ext cx="2800590" cy="693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000" dirty="0">
                  <a:effectLst/>
                  <a:latin typeface="DM Sans" pitchFamily="2" charset="0"/>
                  <a:cs typeface="Poppins" panose="00000500000000000000" pitchFamily="2" charset="0"/>
                </a:rPr>
                <a:t>learn everything there is to know 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DM Sans" pitchFamily="2" charset="0"/>
                </a:rPr>
                <a:t>is simply dummy text of the printing and typesetting industry Lorem Ipsum.</a:t>
              </a:r>
              <a:endParaRPr lang="en-US" sz="1000" dirty="0">
                <a:latin typeface="DM Sans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E606A1-DADC-B4A5-F68B-F67F6AB001D6}"/>
                </a:ext>
              </a:extLst>
            </p:cNvPr>
            <p:cNvSpPr txBox="1"/>
            <p:nvPr/>
          </p:nvSpPr>
          <p:spPr>
            <a:xfrm>
              <a:off x="2812811" y="2703187"/>
              <a:ext cx="2424064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>
                  <a:latin typeface="Poppins SemiBold" panose="00000700000000000000" pitchFamily="50" charset="0"/>
                  <a:ea typeface="Open Sans" panose="020B0606030504020204" pitchFamily="34" charset="0"/>
                  <a:cs typeface="Poppins SemiBold" panose="00000700000000000000" pitchFamily="50" charset="0"/>
                </a:rPr>
                <a:t>Subtitle Here</a:t>
              </a:r>
            </a:p>
          </p:txBody>
        </p: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3C3AA2B3-6BBE-A867-69D7-75747052000F}"/>
              </a:ext>
            </a:extLst>
          </p:cNvPr>
          <p:cNvSpPr txBox="1"/>
          <p:nvPr/>
        </p:nvSpPr>
        <p:spPr>
          <a:xfrm>
            <a:off x="1373073" y="304753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01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8517A3F6-81C4-47B4-5254-6FE33BCC835D}"/>
              </a:ext>
            </a:extLst>
          </p:cNvPr>
          <p:cNvSpPr txBox="1"/>
          <p:nvPr/>
        </p:nvSpPr>
        <p:spPr>
          <a:xfrm>
            <a:off x="6802323" y="304753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1BFA1D8-639E-F40F-E400-CB8C74EEBD72}"/>
              </a:ext>
            </a:extLst>
          </p:cNvPr>
          <p:cNvSpPr txBox="1"/>
          <p:nvPr/>
        </p:nvSpPr>
        <p:spPr>
          <a:xfrm>
            <a:off x="1373073" y="485728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03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6F817A4-7D4D-E376-4418-8A64C6B33BA0}"/>
              </a:ext>
            </a:extLst>
          </p:cNvPr>
          <p:cNvSpPr txBox="1"/>
          <p:nvPr/>
        </p:nvSpPr>
        <p:spPr>
          <a:xfrm>
            <a:off x="6802323" y="4857287"/>
            <a:ext cx="940433" cy="68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7008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6BB609-568C-A888-165B-250B2CCC0523}"/>
              </a:ext>
            </a:extLst>
          </p:cNvPr>
          <p:cNvSpPr/>
          <p:nvPr/>
        </p:nvSpPr>
        <p:spPr>
          <a:xfrm>
            <a:off x="-374" y="2568739"/>
            <a:ext cx="12192374" cy="360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6ABFA8D-5421-F04C-8702-7A7B1E3D7166}"/>
              </a:ext>
            </a:extLst>
          </p:cNvPr>
          <p:cNvSpPr/>
          <p:nvPr/>
        </p:nvSpPr>
        <p:spPr>
          <a:xfrm>
            <a:off x="4120768" y="2367258"/>
            <a:ext cx="3936236" cy="393623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Be Educated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Be Empowered!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BEA0E-8D59-B88D-C6BC-A7CD2695C083}"/>
              </a:ext>
            </a:extLst>
          </p:cNvPr>
          <p:cNvSpPr txBox="1"/>
          <p:nvPr/>
        </p:nvSpPr>
        <p:spPr>
          <a:xfrm>
            <a:off x="1044449" y="5000813"/>
            <a:ext cx="1804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Content Here</a:t>
            </a:r>
          </a:p>
        </p:txBody>
      </p:sp>
      <p:sp>
        <p:nvSpPr>
          <p:cNvPr id="7" name="7 CuadroTexto">
            <a:extLst>
              <a:ext uri="{FF2B5EF4-FFF2-40B4-BE49-F238E27FC236}">
                <a16:creationId xmlns:a16="http://schemas.microsoft.com/office/drawing/2014/main" id="{9773C02D-191C-5D00-D9F7-F64682F8A49E}"/>
              </a:ext>
            </a:extLst>
          </p:cNvPr>
          <p:cNvSpPr txBox="1"/>
          <p:nvPr/>
        </p:nvSpPr>
        <p:spPr>
          <a:xfrm>
            <a:off x="1044449" y="5299876"/>
            <a:ext cx="2474904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printer took a galley of type and </a:t>
            </a:r>
          </a:p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type specimen book unknown scrambled it.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643BD-53AD-C502-3D76-E9BD74340E6B}"/>
              </a:ext>
            </a:extLst>
          </p:cNvPr>
          <p:cNvSpPr txBox="1"/>
          <p:nvPr/>
        </p:nvSpPr>
        <p:spPr>
          <a:xfrm>
            <a:off x="1044449" y="4589913"/>
            <a:ext cx="779931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d-ID" sz="23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70%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B56A1-7578-D822-11FB-EE5A4598F105}"/>
              </a:ext>
            </a:extLst>
          </p:cNvPr>
          <p:cNvSpPr txBox="1"/>
          <p:nvPr/>
        </p:nvSpPr>
        <p:spPr>
          <a:xfrm>
            <a:off x="1044449" y="3296612"/>
            <a:ext cx="1804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Content Here</a:t>
            </a:r>
          </a:p>
        </p:txBody>
      </p:sp>
      <p:sp>
        <p:nvSpPr>
          <p:cNvPr id="24" name="7 CuadroTexto">
            <a:extLst>
              <a:ext uri="{FF2B5EF4-FFF2-40B4-BE49-F238E27FC236}">
                <a16:creationId xmlns:a16="http://schemas.microsoft.com/office/drawing/2014/main" id="{50B76E30-2D59-5CC3-4A35-F8D3768E6FA4}"/>
              </a:ext>
            </a:extLst>
          </p:cNvPr>
          <p:cNvSpPr txBox="1"/>
          <p:nvPr/>
        </p:nvSpPr>
        <p:spPr>
          <a:xfrm>
            <a:off x="1044449" y="3595675"/>
            <a:ext cx="2474903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printer took a galley of type and </a:t>
            </a:r>
          </a:p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type specimen book unknown scrambled it.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0BC13E-7C8B-46C8-3605-962B6F2205FF}"/>
              </a:ext>
            </a:extLst>
          </p:cNvPr>
          <p:cNvSpPr txBox="1"/>
          <p:nvPr/>
        </p:nvSpPr>
        <p:spPr>
          <a:xfrm>
            <a:off x="1044449" y="2885712"/>
            <a:ext cx="779931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d-ID" sz="23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50%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C7C6B8-E5BB-93ED-12E3-4B5DFF2F0E21}"/>
              </a:ext>
            </a:extLst>
          </p:cNvPr>
          <p:cNvSpPr/>
          <p:nvPr/>
        </p:nvSpPr>
        <p:spPr>
          <a:xfrm>
            <a:off x="4306886" y="2553376"/>
            <a:ext cx="3564000" cy="3564000"/>
          </a:xfrm>
          <a:prstGeom prst="ellipse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08F824-0DCA-26C3-D1C0-675C4666BCAA}"/>
              </a:ext>
            </a:extLst>
          </p:cNvPr>
          <p:cNvSpPr txBox="1"/>
          <p:nvPr/>
        </p:nvSpPr>
        <p:spPr>
          <a:xfrm>
            <a:off x="8887050" y="5000813"/>
            <a:ext cx="1804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Content Here</a:t>
            </a:r>
          </a:p>
        </p:txBody>
      </p:sp>
      <p:sp>
        <p:nvSpPr>
          <p:cNvPr id="38" name="7 CuadroTexto">
            <a:extLst>
              <a:ext uri="{FF2B5EF4-FFF2-40B4-BE49-F238E27FC236}">
                <a16:creationId xmlns:a16="http://schemas.microsoft.com/office/drawing/2014/main" id="{B96A1159-35CF-961C-2088-5A7D79341708}"/>
              </a:ext>
            </a:extLst>
          </p:cNvPr>
          <p:cNvSpPr txBox="1"/>
          <p:nvPr/>
        </p:nvSpPr>
        <p:spPr>
          <a:xfrm>
            <a:off x="8887050" y="5299876"/>
            <a:ext cx="2474904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printer took a galley of type and </a:t>
            </a:r>
          </a:p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type specimen book unknown scrambled it.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AAA2B9-FE8F-6F0F-5DCD-E4473929B603}"/>
              </a:ext>
            </a:extLst>
          </p:cNvPr>
          <p:cNvSpPr txBox="1"/>
          <p:nvPr/>
        </p:nvSpPr>
        <p:spPr>
          <a:xfrm>
            <a:off x="8887050" y="4589913"/>
            <a:ext cx="779931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3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33</a:t>
            </a:r>
            <a:r>
              <a:rPr lang="id-ID" sz="23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BB147D-A2CB-F407-F045-1691B71A01BE}"/>
              </a:ext>
            </a:extLst>
          </p:cNvPr>
          <p:cNvSpPr txBox="1"/>
          <p:nvPr/>
        </p:nvSpPr>
        <p:spPr>
          <a:xfrm>
            <a:off x="8887050" y="3296612"/>
            <a:ext cx="1804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ea typeface="PT Sans" panose="020B0503020203020204" pitchFamily="34" charset="0"/>
                <a:cs typeface="Poppins Medium" panose="00000600000000000000" pitchFamily="2" charset="0"/>
              </a:rPr>
              <a:t>Content Here</a:t>
            </a:r>
          </a:p>
        </p:txBody>
      </p:sp>
      <p:sp>
        <p:nvSpPr>
          <p:cNvPr id="41" name="7 CuadroTexto">
            <a:extLst>
              <a:ext uri="{FF2B5EF4-FFF2-40B4-BE49-F238E27FC236}">
                <a16:creationId xmlns:a16="http://schemas.microsoft.com/office/drawing/2014/main" id="{2B87AFD7-41EF-6320-9E6E-BBB11F8549D2}"/>
              </a:ext>
            </a:extLst>
          </p:cNvPr>
          <p:cNvSpPr txBox="1"/>
          <p:nvPr/>
        </p:nvSpPr>
        <p:spPr>
          <a:xfrm>
            <a:off x="8887050" y="3595675"/>
            <a:ext cx="2474903" cy="56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printer took a galley of type and </a:t>
            </a:r>
          </a:p>
          <a:p>
            <a:pPr>
              <a:lnSpc>
                <a:spcPts val="1500"/>
              </a:lnSpc>
              <a:defRPr/>
            </a:pPr>
            <a:r>
              <a:rPr lang="en-US" sz="1000" dirty="0">
                <a:latin typeface="DM Sans" pitchFamily="2" charset="0"/>
                <a:ea typeface="PT Sans" panose="020B0503020203020204" pitchFamily="34" charset="0"/>
                <a:cs typeface="Lato" panose="020F0502020204030203" pitchFamily="34" charset="0"/>
              </a:rPr>
              <a:t>Make a type specimen book unknown scrambled it.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3F272D-2522-A1BF-FB08-0BC5F63BA8F7}"/>
              </a:ext>
            </a:extLst>
          </p:cNvPr>
          <p:cNvSpPr txBox="1"/>
          <p:nvPr/>
        </p:nvSpPr>
        <p:spPr>
          <a:xfrm>
            <a:off x="8887050" y="2885712"/>
            <a:ext cx="779931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3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90</a:t>
            </a:r>
            <a:r>
              <a:rPr lang="id-ID" sz="2300" dirty="0">
                <a:solidFill>
                  <a:schemeClr val="bg2">
                    <a:lumMod val="25000"/>
                  </a:schemeClr>
                </a:solidFill>
                <a:latin typeface="Poppins Light" panose="00000400000000000000" pitchFamily="2" charset="0"/>
                <a:ea typeface="PT Sans" panose="020B0503020203020204" pitchFamily="34" charset="0"/>
                <a:cs typeface="Poppins Light" panose="00000400000000000000" pitchFamily="2" charset="0"/>
              </a:rPr>
              <a:t>%</a:t>
            </a:r>
          </a:p>
        </p:txBody>
      </p:sp>
      <p:grpSp>
        <p:nvGrpSpPr>
          <p:cNvPr id="286" name="Group 102">
            <a:extLst>
              <a:ext uri="{FF2B5EF4-FFF2-40B4-BE49-F238E27FC236}">
                <a16:creationId xmlns:a16="http://schemas.microsoft.com/office/drawing/2014/main" id="{3930F84B-E348-002A-4F85-B78D150C74F5}"/>
              </a:ext>
            </a:extLst>
          </p:cNvPr>
          <p:cNvGrpSpPr/>
          <p:nvPr/>
        </p:nvGrpSpPr>
        <p:grpSpPr>
          <a:xfrm rot="5400000">
            <a:off x="5144410" y="2786588"/>
            <a:ext cx="1888952" cy="3097576"/>
            <a:chOff x="0" y="0"/>
            <a:chExt cx="5421939" cy="8898911"/>
          </a:xfrm>
        </p:grpSpPr>
        <p:grpSp>
          <p:nvGrpSpPr>
            <p:cNvPr id="287" name="Group 80">
              <a:extLst>
                <a:ext uri="{FF2B5EF4-FFF2-40B4-BE49-F238E27FC236}">
                  <a16:creationId xmlns:a16="http://schemas.microsoft.com/office/drawing/2014/main" id="{1DD2DA8B-CCAC-5DBA-5CA7-92C78FAE8102}"/>
                </a:ext>
              </a:extLst>
            </p:cNvPr>
            <p:cNvGrpSpPr/>
            <p:nvPr/>
          </p:nvGrpSpPr>
          <p:grpSpPr>
            <a:xfrm>
              <a:off x="2257871" y="4480306"/>
              <a:ext cx="2317437" cy="4418605"/>
              <a:chOff x="1003521" y="-83658"/>
              <a:chExt cx="2317436" cy="4418603"/>
            </a:xfrm>
          </p:grpSpPr>
          <p:sp>
            <p:nvSpPr>
              <p:cNvPr id="332" name="Rectangle 38">
                <a:extLst>
                  <a:ext uri="{FF2B5EF4-FFF2-40B4-BE49-F238E27FC236}">
                    <a16:creationId xmlns:a16="http://schemas.microsoft.com/office/drawing/2014/main" id="{E7FBCD77-CA7D-5769-8B16-3C278C18F34E}"/>
                  </a:ext>
                </a:extLst>
              </p:cNvPr>
              <p:cNvSpPr/>
              <p:nvPr/>
            </p:nvSpPr>
            <p:spPr>
              <a:xfrm rot="18876356">
                <a:off x="119536" y="1833330"/>
                <a:ext cx="3894986" cy="1108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3" name="Freeform 82">
                <a:extLst>
                  <a:ext uri="{FF2B5EF4-FFF2-40B4-BE49-F238E27FC236}">
                    <a16:creationId xmlns:a16="http://schemas.microsoft.com/office/drawing/2014/main" id="{0906DEE4-ECDB-EC0A-E2AC-318B71686BFD}"/>
                  </a:ext>
                </a:extLst>
              </p:cNvPr>
              <p:cNvSpPr/>
              <p:nvPr/>
            </p:nvSpPr>
            <p:spPr>
              <a:xfrm rot="18876356">
                <a:off x="464983" y="2462771"/>
                <a:ext cx="2235182" cy="9883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4" name="Freeform 83">
                <a:extLst>
                  <a:ext uri="{FF2B5EF4-FFF2-40B4-BE49-F238E27FC236}">
                    <a16:creationId xmlns:a16="http://schemas.microsoft.com/office/drawing/2014/main" id="{B44BF272-E7B0-F5DE-150A-E31181343656}"/>
                  </a:ext>
                </a:extLst>
              </p:cNvPr>
              <p:cNvSpPr/>
              <p:nvPr/>
            </p:nvSpPr>
            <p:spPr>
              <a:xfrm rot="18876356">
                <a:off x="458595" y="2465443"/>
                <a:ext cx="2235032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5" name="Rectangle 39">
                <a:extLst>
                  <a:ext uri="{FF2B5EF4-FFF2-40B4-BE49-F238E27FC236}">
                    <a16:creationId xmlns:a16="http://schemas.microsoft.com/office/drawing/2014/main" id="{731E37DC-C900-22EB-17DB-B796A1CDE0ED}"/>
                  </a:ext>
                </a:extLst>
              </p:cNvPr>
              <p:cNvSpPr/>
              <p:nvPr/>
            </p:nvSpPr>
            <p:spPr>
              <a:xfrm rot="18876356">
                <a:off x="217716" y="2606325"/>
                <a:ext cx="2102998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6" name="Rectangle 41">
                <a:extLst>
                  <a:ext uri="{FF2B5EF4-FFF2-40B4-BE49-F238E27FC236}">
                    <a16:creationId xmlns:a16="http://schemas.microsoft.com/office/drawing/2014/main" id="{AD251777-9B3F-8713-3B68-9896743F8B17}"/>
                  </a:ext>
                </a:extLst>
              </p:cNvPr>
              <p:cNvSpPr/>
              <p:nvPr/>
            </p:nvSpPr>
            <p:spPr>
              <a:xfrm rot="18876356">
                <a:off x="2293477" y="2117087"/>
                <a:ext cx="267755" cy="6101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7" name="Rectangle 1">
                <a:extLst>
                  <a:ext uri="{FF2B5EF4-FFF2-40B4-BE49-F238E27FC236}">
                    <a16:creationId xmlns:a16="http://schemas.microsoft.com/office/drawing/2014/main" id="{2C92D256-FBA8-2C43-89D0-F5BBF2DC2A66}"/>
                  </a:ext>
                </a:extLst>
              </p:cNvPr>
              <p:cNvSpPr/>
              <p:nvPr/>
            </p:nvSpPr>
            <p:spPr>
              <a:xfrm rot="18876356">
                <a:off x="-97319" y="1320807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8" name="Rectangle 39">
                <a:extLst>
                  <a:ext uri="{FF2B5EF4-FFF2-40B4-BE49-F238E27FC236}">
                    <a16:creationId xmlns:a16="http://schemas.microsoft.com/office/drawing/2014/main" id="{03745D18-AEAD-F18D-495D-2FCEC2EDE89F}"/>
                  </a:ext>
                </a:extLst>
              </p:cNvPr>
              <p:cNvSpPr/>
              <p:nvPr/>
            </p:nvSpPr>
            <p:spPr>
              <a:xfrm rot="18876356">
                <a:off x="615434" y="2982846"/>
                <a:ext cx="2091172" cy="535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9" name="Freeform 88">
                <a:extLst>
                  <a:ext uri="{FF2B5EF4-FFF2-40B4-BE49-F238E27FC236}">
                    <a16:creationId xmlns:a16="http://schemas.microsoft.com/office/drawing/2014/main" id="{C0D0CA13-86FB-1DD1-33B9-23E29F5C8193}"/>
                  </a:ext>
                </a:extLst>
              </p:cNvPr>
              <p:cNvSpPr/>
              <p:nvPr/>
            </p:nvSpPr>
            <p:spPr>
              <a:xfrm rot="18876356">
                <a:off x="1657994" y="1073975"/>
                <a:ext cx="2221922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40" name="Freeform 89">
                <a:extLst>
                  <a:ext uri="{FF2B5EF4-FFF2-40B4-BE49-F238E27FC236}">
                    <a16:creationId xmlns:a16="http://schemas.microsoft.com/office/drawing/2014/main" id="{17FF2144-EF37-F3F9-9570-0E0672057778}"/>
                  </a:ext>
                </a:extLst>
              </p:cNvPr>
              <p:cNvSpPr/>
              <p:nvPr/>
            </p:nvSpPr>
            <p:spPr>
              <a:xfrm rot="17644050">
                <a:off x="2041144" y="1517798"/>
                <a:ext cx="2258115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41" name="Freeform 90">
                <a:extLst>
                  <a:ext uri="{FF2B5EF4-FFF2-40B4-BE49-F238E27FC236}">
                    <a16:creationId xmlns:a16="http://schemas.microsoft.com/office/drawing/2014/main" id="{CAC9C89E-3917-7917-4C80-0440DC79FB39}"/>
                  </a:ext>
                </a:extLst>
              </p:cNvPr>
              <p:cNvSpPr/>
              <p:nvPr/>
            </p:nvSpPr>
            <p:spPr>
              <a:xfrm rot="18876356">
                <a:off x="-263019" y="1796158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88" name="Group 91">
              <a:extLst>
                <a:ext uri="{FF2B5EF4-FFF2-40B4-BE49-F238E27FC236}">
                  <a16:creationId xmlns:a16="http://schemas.microsoft.com/office/drawing/2014/main" id="{24532130-D3C3-70BE-15D6-6ED6CD9EE6ED}"/>
                </a:ext>
              </a:extLst>
            </p:cNvPr>
            <p:cNvGrpSpPr/>
            <p:nvPr/>
          </p:nvGrpSpPr>
          <p:grpSpPr>
            <a:xfrm>
              <a:off x="219970" y="4027803"/>
              <a:ext cx="4618551" cy="3115228"/>
              <a:chOff x="0" y="0"/>
              <a:chExt cx="4618550" cy="3115227"/>
            </a:xfrm>
          </p:grpSpPr>
          <p:sp>
            <p:nvSpPr>
              <p:cNvPr id="322" name="Rectangle 38">
                <a:extLst>
                  <a:ext uri="{FF2B5EF4-FFF2-40B4-BE49-F238E27FC236}">
                    <a16:creationId xmlns:a16="http://schemas.microsoft.com/office/drawing/2014/main" id="{F5AE5130-170D-6C65-3479-DD6AA2008658}"/>
                  </a:ext>
                </a:extLst>
              </p:cNvPr>
              <p:cNvSpPr/>
              <p:nvPr/>
            </p:nvSpPr>
            <p:spPr>
              <a:xfrm rot="20234222">
                <a:off x="235728" y="1267165"/>
                <a:ext cx="3894987" cy="1108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3" name="Freeform 93">
                <a:extLst>
                  <a:ext uri="{FF2B5EF4-FFF2-40B4-BE49-F238E27FC236}">
                    <a16:creationId xmlns:a16="http://schemas.microsoft.com/office/drawing/2014/main" id="{D8F5FB9A-081A-39D3-88EC-910DD3B32388}"/>
                  </a:ext>
                </a:extLst>
              </p:cNvPr>
              <p:cNvSpPr/>
              <p:nvPr/>
            </p:nvSpPr>
            <p:spPr>
              <a:xfrm rot="20234222">
                <a:off x="399339" y="1666338"/>
                <a:ext cx="2235181" cy="9883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4" name="Freeform 94">
                <a:extLst>
                  <a:ext uri="{FF2B5EF4-FFF2-40B4-BE49-F238E27FC236}">
                    <a16:creationId xmlns:a16="http://schemas.microsoft.com/office/drawing/2014/main" id="{245736D3-17D3-5AB8-1B90-85F545E9D22B}"/>
                  </a:ext>
                </a:extLst>
              </p:cNvPr>
              <p:cNvSpPr/>
              <p:nvPr/>
            </p:nvSpPr>
            <p:spPr>
              <a:xfrm rot="20234222">
                <a:off x="395941" y="1667022"/>
                <a:ext cx="2235033" cy="9700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5" name="Rectangle 39">
                <a:extLst>
                  <a:ext uri="{FF2B5EF4-FFF2-40B4-BE49-F238E27FC236}">
                    <a16:creationId xmlns:a16="http://schemas.microsoft.com/office/drawing/2014/main" id="{BDD4AC52-439E-9297-F138-DC1D27FFA81C}"/>
                  </a:ext>
                </a:extLst>
              </p:cNvPr>
              <p:cNvSpPr/>
              <p:nvPr/>
            </p:nvSpPr>
            <p:spPr>
              <a:xfrm rot="20234222">
                <a:off x="208880" y="1695853"/>
                <a:ext cx="2102998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6" name="Rectangle 41">
                <a:extLst>
                  <a:ext uri="{FF2B5EF4-FFF2-40B4-BE49-F238E27FC236}">
                    <a16:creationId xmlns:a16="http://schemas.microsoft.com/office/drawing/2014/main" id="{4F8F86C1-5308-9A44-EAE3-B42F718DDFCF}"/>
                  </a:ext>
                </a:extLst>
              </p:cNvPr>
              <p:cNvSpPr/>
              <p:nvPr/>
            </p:nvSpPr>
            <p:spPr>
              <a:xfrm rot="20234222">
                <a:off x="2368564" y="1686900"/>
                <a:ext cx="267756" cy="6101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7" name="Rectangle 1">
                <a:extLst>
                  <a:ext uri="{FF2B5EF4-FFF2-40B4-BE49-F238E27FC236}">
                    <a16:creationId xmlns:a16="http://schemas.microsoft.com/office/drawing/2014/main" id="{DA692AE5-51A7-D69F-5705-B053B059FD4D}"/>
                  </a:ext>
                </a:extLst>
              </p:cNvPr>
              <p:cNvSpPr/>
              <p:nvPr/>
            </p:nvSpPr>
            <p:spPr>
              <a:xfrm rot="20234222">
                <a:off x="130040" y="782844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8" name="Rectangle 39">
                <a:extLst>
                  <a:ext uri="{FF2B5EF4-FFF2-40B4-BE49-F238E27FC236}">
                    <a16:creationId xmlns:a16="http://schemas.microsoft.com/office/drawing/2014/main" id="{DD792360-53A3-4DED-CDC7-91014D9A06AC}"/>
                  </a:ext>
                </a:extLst>
              </p:cNvPr>
              <p:cNvSpPr/>
              <p:nvPr/>
            </p:nvSpPr>
            <p:spPr>
              <a:xfrm rot="20234222">
                <a:off x="430707" y="2193980"/>
                <a:ext cx="2091173" cy="535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9" name="Freeform 99">
                <a:extLst>
                  <a:ext uri="{FF2B5EF4-FFF2-40B4-BE49-F238E27FC236}">
                    <a16:creationId xmlns:a16="http://schemas.microsoft.com/office/drawing/2014/main" id="{6D23CFFB-7088-A483-8597-74D0A6D5666D}"/>
                  </a:ext>
                </a:extLst>
              </p:cNvPr>
              <p:cNvSpPr/>
              <p:nvPr/>
            </p:nvSpPr>
            <p:spPr>
              <a:xfrm rot="20234222">
                <a:off x="2111793" y="856279"/>
                <a:ext cx="2221921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0" name="Freeform 100">
                <a:extLst>
                  <a:ext uri="{FF2B5EF4-FFF2-40B4-BE49-F238E27FC236}">
                    <a16:creationId xmlns:a16="http://schemas.microsoft.com/office/drawing/2014/main" id="{0F86B949-5B32-556B-D510-9D30E0414027}"/>
                  </a:ext>
                </a:extLst>
              </p:cNvPr>
              <p:cNvSpPr/>
              <p:nvPr/>
            </p:nvSpPr>
            <p:spPr>
              <a:xfrm rot="19001917">
                <a:off x="2349024" y="1431484"/>
                <a:ext cx="2258115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31" name="Freeform 101">
                <a:extLst>
                  <a:ext uri="{FF2B5EF4-FFF2-40B4-BE49-F238E27FC236}">
                    <a16:creationId xmlns:a16="http://schemas.microsoft.com/office/drawing/2014/main" id="{FE8932C4-0A37-3D98-8E53-813251493C28}"/>
                  </a:ext>
                </a:extLst>
              </p:cNvPr>
              <p:cNvSpPr/>
              <p:nvPr/>
            </p:nvSpPr>
            <p:spPr>
              <a:xfrm rot="20234222">
                <a:off x="-759" y="1004600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89" name="Group 57">
              <a:extLst>
                <a:ext uri="{FF2B5EF4-FFF2-40B4-BE49-F238E27FC236}">
                  <a16:creationId xmlns:a16="http://schemas.microsoft.com/office/drawing/2014/main" id="{498074A6-6424-41C0-7C5F-4450C39E7620}"/>
                </a:ext>
              </a:extLst>
            </p:cNvPr>
            <p:cNvGrpSpPr/>
            <p:nvPr/>
          </p:nvGrpSpPr>
          <p:grpSpPr>
            <a:xfrm>
              <a:off x="0" y="3544006"/>
              <a:ext cx="4358470" cy="1786997"/>
              <a:chOff x="0" y="0"/>
              <a:chExt cx="4358469" cy="1786995"/>
            </a:xfrm>
          </p:grpSpPr>
          <p:sp>
            <p:nvSpPr>
              <p:cNvPr id="312" name="Rectangle 38">
                <a:extLst>
                  <a:ext uri="{FF2B5EF4-FFF2-40B4-BE49-F238E27FC236}">
                    <a16:creationId xmlns:a16="http://schemas.microsoft.com/office/drawing/2014/main" id="{2B031CDF-AE98-8CB5-EB8D-627D33367681}"/>
                  </a:ext>
                </a:extLst>
              </p:cNvPr>
              <p:cNvSpPr/>
              <p:nvPr/>
            </p:nvSpPr>
            <p:spPr>
              <a:xfrm>
                <a:off x="13486" y="415011"/>
                <a:ext cx="3894987" cy="1108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3" name="Freeform 46">
                <a:extLst>
                  <a:ext uri="{FF2B5EF4-FFF2-40B4-BE49-F238E27FC236}">
                    <a16:creationId xmlns:a16="http://schemas.microsoft.com/office/drawing/2014/main" id="{0DC434B8-A980-2452-F3FD-20D1C545DAAA}"/>
                  </a:ext>
                </a:extLst>
              </p:cNvPr>
              <p:cNvSpPr/>
              <p:nvPr/>
            </p:nvSpPr>
            <p:spPr>
              <a:xfrm>
                <a:off x="97738" y="529962"/>
                <a:ext cx="2235182" cy="9883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4" name="Freeform 45">
                <a:extLst>
                  <a:ext uri="{FF2B5EF4-FFF2-40B4-BE49-F238E27FC236}">
                    <a16:creationId xmlns:a16="http://schemas.microsoft.com/office/drawing/2014/main" id="{3A1D468B-67F8-F355-D22B-7AAEDDD4A943}"/>
                  </a:ext>
                </a:extLst>
              </p:cNvPr>
              <p:cNvSpPr/>
              <p:nvPr/>
            </p:nvSpPr>
            <p:spPr>
              <a:xfrm>
                <a:off x="97887" y="529962"/>
                <a:ext cx="2235033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5" name="Rectangle 39">
                <a:extLst>
                  <a:ext uri="{FF2B5EF4-FFF2-40B4-BE49-F238E27FC236}">
                    <a16:creationId xmlns:a16="http://schemas.microsoft.com/office/drawing/2014/main" id="{85ED1EAA-6551-C582-3F11-E5F8C1ADAA38}"/>
                  </a:ext>
                </a:extLst>
              </p:cNvPr>
              <p:cNvSpPr/>
              <p:nvPr/>
            </p:nvSpPr>
            <p:spPr>
              <a:xfrm>
                <a:off x="4245" y="475709"/>
                <a:ext cx="2102999" cy="531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6" name="Rectangle 41">
                <a:extLst>
                  <a:ext uri="{FF2B5EF4-FFF2-40B4-BE49-F238E27FC236}">
                    <a16:creationId xmlns:a16="http://schemas.microsoft.com/office/drawing/2014/main" id="{A0E95601-3B67-EFDC-5593-096ED4E77857}"/>
                  </a:ext>
                </a:extLst>
              </p:cNvPr>
              <p:cNvSpPr/>
              <p:nvPr/>
            </p:nvSpPr>
            <p:spPr>
              <a:xfrm>
                <a:off x="2055411" y="944963"/>
                <a:ext cx="267756" cy="6101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7" name="Rectangle 1">
                <a:extLst>
                  <a:ext uri="{FF2B5EF4-FFF2-40B4-BE49-F238E27FC236}">
                    <a16:creationId xmlns:a16="http://schemas.microsoft.com/office/drawing/2014/main" id="{4AFFBDB7-C17C-75BF-0C57-3202DB54FE8F}"/>
                  </a:ext>
                </a:extLst>
              </p:cNvPr>
              <p:cNvSpPr/>
              <p:nvPr/>
            </p:nvSpPr>
            <p:spPr>
              <a:xfrm>
                <a:off x="0" y="0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36C8DA2E-2539-70DD-B650-5EFD049304B1}"/>
                  </a:ext>
                </a:extLst>
              </p:cNvPr>
              <p:cNvSpPr/>
              <p:nvPr/>
            </p:nvSpPr>
            <p:spPr>
              <a:xfrm>
                <a:off x="15679" y="1018410"/>
                <a:ext cx="2091173" cy="535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9" name="Freeform 52">
                <a:extLst>
                  <a:ext uri="{FF2B5EF4-FFF2-40B4-BE49-F238E27FC236}">
                    <a16:creationId xmlns:a16="http://schemas.microsoft.com/office/drawing/2014/main" id="{437DE87A-FE59-15BD-90F2-0BA7FD385817}"/>
                  </a:ext>
                </a:extLst>
              </p:cNvPr>
              <p:cNvSpPr/>
              <p:nvPr/>
            </p:nvSpPr>
            <p:spPr>
              <a:xfrm>
                <a:off x="2067569" y="458474"/>
                <a:ext cx="2221921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0" name="Freeform 51">
                <a:extLst>
                  <a:ext uri="{FF2B5EF4-FFF2-40B4-BE49-F238E27FC236}">
                    <a16:creationId xmlns:a16="http://schemas.microsoft.com/office/drawing/2014/main" id="{34F1B766-1849-2E64-DC39-291F895A3C1E}"/>
                  </a:ext>
                </a:extLst>
              </p:cNvPr>
              <p:cNvSpPr/>
              <p:nvPr/>
            </p:nvSpPr>
            <p:spPr>
              <a:xfrm rot="20367693">
                <a:off x="2118422" y="1098955"/>
                <a:ext cx="2258114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1" name="Freeform 55">
                <a:extLst>
                  <a:ext uri="{FF2B5EF4-FFF2-40B4-BE49-F238E27FC236}">
                    <a16:creationId xmlns:a16="http://schemas.microsoft.com/office/drawing/2014/main" id="{F0258502-8EDF-E30E-8CD5-76C3134803F8}"/>
                  </a:ext>
                </a:extLst>
              </p:cNvPr>
              <p:cNvSpPr/>
              <p:nvPr/>
            </p:nvSpPr>
            <p:spPr>
              <a:xfrm>
                <a:off x="0" y="0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90" name="Group 58">
              <a:extLst>
                <a:ext uri="{FF2B5EF4-FFF2-40B4-BE49-F238E27FC236}">
                  <a16:creationId xmlns:a16="http://schemas.microsoft.com/office/drawing/2014/main" id="{72A334F5-135E-F8AF-72B8-874ACCA33E84}"/>
                </a:ext>
              </a:extLst>
            </p:cNvPr>
            <p:cNvGrpSpPr/>
            <p:nvPr/>
          </p:nvGrpSpPr>
          <p:grpSpPr>
            <a:xfrm>
              <a:off x="228210" y="1453971"/>
              <a:ext cx="4612616" cy="3181646"/>
              <a:chOff x="0" y="0"/>
              <a:chExt cx="4612615" cy="3181644"/>
            </a:xfrm>
          </p:grpSpPr>
          <p:sp>
            <p:nvSpPr>
              <p:cNvPr id="302" name="Rectangle 38">
                <a:extLst>
                  <a:ext uri="{FF2B5EF4-FFF2-40B4-BE49-F238E27FC236}">
                    <a16:creationId xmlns:a16="http://schemas.microsoft.com/office/drawing/2014/main" id="{EC6C50C9-10C6-3D5B-665A-51E30BB954D2}"/>
                  </a:ext>
                </a:extLst>
              </p:cNvPr>
              <p:cNvSpPr/>
              <p:nvPr/>
            </p:nvSpPr>
            <p:spPr>
              <a:xfrm rot="1433156">
                <a:off x="80551" y="1126042"/>
                <a:ext cx="3894987" cy="1108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3" name="Freeform 60">
                <a:extLst>
                  <a:ext uri="{FF2B5EF4-FFF2-40B4-BE49-F238E27FC236}">
                    <a16:creationId xmlns:a16="http://schemas.microsoft.com/office/drawing/2014/main" id="{961EBB17-BC12-BF2D-D493-6FF57EDE0791}"/>
                  </a:ext>
                </a:extLst>
              </p:cNvPr>
              <p:cNvSpPr/>
              <p:nvPr/>
            </p:nvSpPr>
            <p:spPr>
              <a:xfrm rot="1433156">
                <a:off x="206393" y="934356"/>
                <a:ext cx="2235182" cy="9883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4" name="Freeform 61">
                <a:extLst>
                  <a:ext uri="{FF2B5EF4-FFF2-40B4-BE49-F238E27FC236}">
                    <a16:creationId xmlns:a16="http://schemas.microsoft.com/office/drawing/2014/main" id="{45D91092-45DF-0E79-72E3-75C7A62D8CE6}"/>
                  </a:ext>
                </a:extLst>
              </p:cNvPr>
              <p:cNvSpPr/>
              <p:nvPr/>
            </p:nvSpPr>
            <p:spPr>
              <a:xfrm rot="1433156">
                <a:off x="210242" y="935170"/>
                <a:ext cx="2235032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5" name="Rectangle 39">
                <a:extLst>
                  <a:ext uri="{FF2B5EF4-FFF2-40B4-BE49-F238E27FC236}">
                    <a16:creationId xmlns:a16="http://schemas.microsoft.com/office/drawing/2014/main" id="{B8FA2F51-EBA8-C618-9360-1947A5047300}"/>
                  </a:ext>
                </a:extLst>
              </p:cNvPr>
              <p:cNvSpPr/>
              <p:nvPr/>
            </p:nvSpPr>
            <p:spPr>
              <a:xfrm rot="1433156">
                <a:off x="241052" y="839699"/>
                <a:ext cx="2102999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6" name="Rectangle 41">
                <a:extLst>
                  <a:ext uri="{FF2B5EF4-FFF2-40B4-BE49-F238E27FC236}">
                    <a16:creationId xmlns:a16="http://schemas.microsoft.com/office/drawing/2014/main" id="{36D31EAB-DFD0-540A-FED2-C46E36266CDD}"/>
                  </a:ext>
                </a:extLst>
              </p:cNvPr>
              <p:cNvSpPr/>
              <p:nvPr/>
            </p:nvSpPr>
            <p:spPr>
              <a:xfrm rot="1433156">
                <a:off x="1989174" y="1724381"/>
                <a:ext cx="267756" cy="6101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7" name="Rectangle 1">
                <a:extLst>
                  <a:ext uri="{FF2B5EF4-FFF2-40B4-BE49-F238E27FC236}">
                    <a16:creationId xmlns:a16="http://schemas.microsoft.com/office/drawing/2014/main" id="{93EC7ABE-FDD8-93DF-E0F9-15A2454E71DE}"/>
                  </a:ext>
                </a:extLst>
              </p:cNvPr>
              <p:cNvSpPr/>
              <p:nvPr/>
            </p:nvSpPr>
            <p:spPr>
              <a:xfrm rot="1433156">
                <a:off x="127073" y="816052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8" name="Rectangle 39">
                <a:extLst>
                  <a:ext uri="{FF2B5EF4-FFF2-40B4-BE49-F238E27FC236}">
                    <a16:creationId xmlns:a16="http://schemas.microsoft.com/office/drawing/2014/main" id="{39F8E17E-F13C-E920-D64D-90947046B38B}"/>
                  </a:ext>
                </a:extLst>
              </p:cNvPr>
              <p:cNvSpPr/>
              <p:nvPr/>
            </p:nvSpPr>
            <p:spPr>
              <a:xfrm rot="1433156">
                <a:off x="31383" y="1337969"/>
                <a:ext cx="2091173" cy="535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9" name="Freeform 66">
                <a:extLst>
                  <a:ext uri="{FF2B5EF4-FFF2-40B4-BE49-F238E27FC236}">
                    <a16:creationId xmlns:a16="http://schemas.microsoft.com/office/drawing/2014/main" id="{105D3E6E-7FBF-262A-4127-71B822B82440}"/>
                  </a:ext>
                </a:extLst>
              </p:cNvPr>
              <p:cNvSpPr/>
              <p:nvPr/>
            </p:nvSpPr>
            <p:spPr>
              <a:xfrm rot="1433156">
                <a:off x="2117413" y="1680926"/>
                <a:ext cx="2221921" cy="591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0" name="Freeform 67">
                <a:extLst>
                  <a:ext uri="{FF2B5EF4-FFF2-40B4-BE49-F238E27FC236}">
                    <a16:creationId xmlns:a16="http://schemas.microsoft.com/office/drawing/2014/main" id="{F60EC507-D0E1-CDC7-B040-B6DDBD300D6D}"/>
                  </a:ext>
                </a:extLst>
              </p:cNvPr>
              <p:cNvSpPr/>
              <p:nvPr/>
            </p:nvSpPr>
            <p:spPr>
              <a:xfrm rot="200848">
                <a:off x="1961692" y="2306882"/>
                <a:ext cx="2258114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11" name="Freeform 68">
                <a:extLst>
                  <a:ext uri="{FF2B5EF4-FFF2-40B4-BE49-F238E27FC236}">
                    <a16:creationId xmlns:a16="http://schemas.microsoft.com/office/drawing/2014/main" id="{F5EAB693-B3B6-A6A7-7D21-34B999F6CC0E}"/>
                  </a:ext>
                </a:extLst>
              </p:cNvPr>
              <p:cNvSpPr/>
              <p:nvPr/>
            </p:nvSpPr>
            <p:spPr>
              <a:xfrm rot="1433156">
                <a:off x="345095" y="656822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0C2B8158-7E70-72CC-3B49-33683EA548D1}"/>
                </a:ext>
              </a:extLst>
            </p:cNvPr>
            <p:cNvGrpSpPr/>
            <p:nvPr/>
          </p:nvGrpSpPr>
          <p:grpSpPr>
            <a:xfrm>
              <a:off x="1222403" y="0"/>
              <a:ext cx="4199536" cy="4155129"/>
              <a:chOff x="0" y="0"/>
              <a:chExt cx="4199534" cy="4155128"/>
            </a:xfrm>
          </p:grpSpPr>
          <p:sp>
            <p:nvSpPr>
              <p:cNvPr id="292" name="Rectangle 38">
                <a:extLst>
                  <a:ext uri="{FF2B5EF4-FFF2-40B4-BE49-F238E27FC236}">
                    <a16:creationId xmlns:a16="http://schemas.microsoft.com/office/drawing/2014/main" id="{D0C0BE88-95D2-D1BF-184A-A37631E168A6}"/>
                  </a:ext>
                </a:extLst>
              </p:cNvPr>
              <p:cNvSpPr/>
              <p:nvPr/>
            </p:nvSpPr>
            <p:spPr>
              <a:xfrm rot="2661570">
                <a:off x="-139662" y="1509811"/>
                <a:ext cx="3894987" cy="11082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257" extrusionOk="0">
                    <a:moveTo>
                      <a:pt x="7944" y="0"/>
                    </a:moveTo>
                    <a:lnTo>
                      <a:pt x="21600" y="9210"/>
                    </a:lnTo>
                    <a:cubicBezTo>
                      <a:pt x="17362" y="14015"/>
                      <a:pt x="13000" y="21600"/>
                      <a:pt x="11190" y="20052"/>
                    </a:cubicBezTo>
                    <a:lnTo>
                      <a:pt x="0" y="11041"/>
                    </a:lnTo>
                    <a:lnTo>
                      <a:pt x="794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3" name="Freeform 71">
                <a:extLst>
                  <a:ext uri="{FF2B5EF4-FFF2-40B4-BE49-F238E27FC236}">
                    <a16:creationId xmlns:a16="http://schemas.microsoft.com/office/drawing/2014/main" id="{FE75DE25-F7E4-C01E-0FD2-4888D0173F1E}"/>
                  </a:ext>
                </a:extLst>
              </p:cNvPr>
              <p:cNvSpPr/>
              <p:nvPr/>
            </p:nvSpPr>
            <p:spPr>
              <a:xfrm rot="2661570">
                <a:off x="118668" y="1087756"/>
                <a:ext cx="2235182" cy="9883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1042"/>
                    </a:lnTo>
                    <a:lnTo>
                      <a:pt x="21487" y="16855"/>
                    </a:lnTo>
                    <a:lnTo>
                      <a:pt x="21236" y="18571"/>
                    </a:lnTo>
                    <a:cubicBezTo>
                      <a:pt x="21119" y="19345"/>
                      <a:pt x="20997" y="20117"/>
                      <a:pt x="20860" y="20882"/>
                    </a:cubicBezTo>
                    <a:lnTo>
                      <a:pt x="20715" y="21600"/>
                    </a:lnTo>
                    <a:lnTo>
                      <a:pt x="69" y="10427"/>
                    </a:lnTo>
                    <a:cubicBezTo>
                      <a:pt x="632" y="7575"/>
                      <a:pt x="988" y="4255"/>
                      <a:pt x="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4" name="Freeform 72">
                <a:extLst>
                  <a:ext uri="{FF2B5EF4-FFF2-40B4-BE49-F238E27FC236}">
                    <a16:creationId xmlns:a16="http://schemas.microsoft.com/office/drawing/2014/main" id="{49B08C59-8656-8664-7834-20F9D42E6F87}"/>
                  </a:ext>
                </a:extLst>
              </p:cNvPr>
              <p:cNvSpPr/>
              <p:nvPr/>
            </p:nvSpPr>
            <p:spPr>
              <a:xfrm rot="2661570">
                <a:off x="125195" y="1090417"/>
                <a:ext cx="2235032" cy="970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8" y="10316"/>
                    </a:moveTo>
                    <a:lnTo>
                      <a:pt x="20730" y="21280"/>
                    </a:lnTo>
                    <a:lnTo>
                      <a:pt x="20679" y="21600"/>
                    </a:lnTo>
                    <a:lnTo>
                      <a:pt x="747" y="10997"/>
                    </a:lnTo>
                    <a:lnTo>
                      <a:pt x="69" y="10624"/>
                    </a:lnTo>
                    <a:close/>
                    <a:moveTo>
                      <a:pt x="221" y="9676"/>
                    </a:moveTo>
                    <a:lnTo>
                      <a:pt x="20832" y="20640"/>
                    </a:lnTo>
                    <a:lnTo>
                      <a:pt x="20781" y="20960"/>
                    </a:lnTo>
                    <a:lnTo>
                      <a:pt x="170" y="9996"/>
                    </a:lnTo>
                    <a:close/>
                    <a:moveTo>
                      <a:pt x="324" y="9036"/>
                    </a:moveTo>
                    <a:lnTo>
                      <a:pt x="20934" y="19999"/>
                    </a:lnTo>
                    <a:lnTo>
                      <a:pt x="20883" y="20320"/>
                    </a:lnTo>
                    <a:lnTo>
                      <a:pt x="273" y="9356"/>
                    </a:lnTo>
                    <a:close/>
                    <a:moveTo>
                      <a:pt x="427" y="8397"/>
                    </a:moveTo>
                    <a:lnTo>
                      <a:pt x="21036" y="19359"/>
                    </a:lnTo>
                    <a:lnTo>
                      <a:pt x="20985" y="19679"/>
                    </a:lnTo>
                    <a:lnTo>
                      <a:pt x="376" y="8717"/>
                    </a:lnTo>
                    <a:close/>
                    <a:moveTo>
                      <a:pt x="480" y="7730"/>
                    </a:moveTo>
                    <a:lnTo>
                      <a:pt x="21130" y="18715"/>
                    </a:lnTo>
                    <a:lnTo>
                      <a:pt x="21084" y="19037"/>
                    </a:lnTo>
                    <a:lnTo>
                      <a:pt x="455" y="8065"/>
                    </a:lnTo>
                    <a:close/>
                    <a:moveTo>
                      <a:pt x="528" y="7062"/>
                    </a:moveTo>
                    <a:lnTo>
                      <a:pt x="21223" y="18070"/>
                    </a:lnTo>
                    <a:lnTo>
                      <a:pt x="21176" y="18392"/>
                    </a:lnTo>
                    <a:lnTo>
                      <a:pt x="504" y="7396"/>
                    </a:lnTo>
                    <a:close/>
                    <a:moveTo>
                      <a:pt x="577" y="6393"/>
                    </a:moveTo>
                    <a:lnTo>
                      <a:pt x="21316" y="17424"/>
                    </a:lnTo>
                    <a:lnTo>
                      <a:pt x="21269" y="17747"/>
                    </a:lnTo>
                    <a:lnTo>
                      <a:pt x="553" y="6727"/>
                    </a:lnTo>
                    <a:close/>
                    <a:moveTo>
                      <a:pt x="611" y="5717"/>
                    </a:moveTo>
                    <a:lnTo>
                      <a:pt x="21409" y="16780"/>
                    </a:lnTo>
                    <a:lnTo>
                      <a:pt x="21390" y="16908"/>
                    </a:lnTo>
                    <a:lnTo>
                      <a:pt x="21362" y="17102"/>
                    </a:lnTo>
                    <a:lnTo>
                      <a:pt x="601" y="6059"/>
                    </a:lnTo>
                    <a:lnTo>
                      <a:pt x="616" y="5848"/>
                    </a:lnTo>
                    <a:close/>
                    <a:moveTo>
                      <a:pt x="583" y="5007"/>
                    </a:moveTo>
                    <a:lnTo>
                      <a:pt x="21507" y="16137"/>
                    </a:lnTo>
                    <a:lnTo>
                      <a:pt x="21458" y="16459"/>
                    </a:lnTo>
                    <a:lnTo>
                      <a:pt x="597" y="5362"/>
                    </a:lnTo>
                    <a:close/>
                    <a:moveTo>
                      <a:pt x="555" y="4298"/>
                    </a:moveTo>
                    <a:lnTo>
                      <a:pt x="21521" y="15450"/>
                    </a:lnTo>
                    <a:lnTo>
                      <a:pt x="21515" y="15794"/>
                    </a:lnTo>
                    <a:lnTo>
                      <a:pt x="569" y="4653"/>
                    </a:lnTo>
                    <a:close/>
                    <a:moveTo>
                      <a:pt x="527" y="3588"/>
                    </a:moveTo>
                    <a:lnTo>
                      <a:pt x="21534" y="14763"/>
                    </a:lnTo>
                    <a:lnTo>
                      <a:pt x="21528" y="15107"/>
                    </a:lnTo>
                    <a:lnTo>
                      <a:pt x="541" y="3943"/>
                    </a:lnTo>
                    <a:close/>
                    <a:moveTo>
                      <a:pt x="471" y="2864"/>
                    </a:moveTo>
                    <a:lnTo>
                      <a:pt x="21548" y="14075"/>
                    </a:lnTo>
                    <a:lnTo>
                      <a:pt x="21541" y="14419"/>
                    </a:lnTo>
                    <a:lnTo>
                      <a:pt x="513" y="3234"/>
                    </a:lnTo>
                    <a:lnTo>
                      <a:pt x="507" y="3081"/>
                    </a:lnTo>
                    <a:close/>
                    <a:moveTo>
                      <a:pt x="346" y="2103"/>
                    </a:moveTo>
                    <a:lnTo>
                      <a:pt x="21561" y="13388"/>
                    </a:lnTo>
                    <a:lnTo>
                      <a:pt x="21554" y="13732"/>
                    </a:lnTo>
                    <a:lnTo>
                      <a:pt x="409" y="2484"/>
                    </a:lnTo>
                    <a:close/>
                    <a:moveTo>
                      <a:pt x="221" y="1342"/>
                    </a:moveTo>
                    <a:lnTo>
                      <a:pt x="21574" y="12700"/>
                    </a:lnTo>
                    <a:lnTo>
                      <a:pt x="21567" y="13044"/>
                    </a:lnTo>
                    <a:lnTo>
                      <a:pt x="284" y="1723"/>
                    </a:lnTo>
                    <a:close/>
                    <a:moveTo>
                      <a:pt x="96" y="581"/>
                    </a:moveTo>
                    <a:lnTo>
                      <a:pt x="21587" y="12013"/>
                    </a:lnTo>
                    <a:lnTo>
                      <a:pt x="21580" y="12357"/>
                    </a:lnTo>
                    <a:lnTo>
                      <a:pt x="158" y="962"/>
                    </a:lnTo>
                    <a:close/>
                    <a:moveTo>
                      <a:pt x="0" y="0"/>
                    </a:moveTo>
                    <a:lnTo>
                      <a:pt x="14784" y="7700"/>
                    </a:lnTo>
                    <a:lnTo>
                      <a:pt x="21600" y="11325"/>
                    </a:lnTo>
                    <a:lnTo>
                      <a:pt x="21593" y="11669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808080">
                  <a:alpha val="1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5" name="Rectangle 39">
                <a:extLst>
                  <a:ext uri="{FF2B5EF4-FFF2-40B4-BE49-F238E27FC236}">
                    <a16:creationId xmlns:a16="http://schemas.microsoft.com/office/drawing/2014/main" id="{E859FCA7-F43E-64E6-A70A-67A76CC83C2C}"/>
                  </a:ext>
                </a:extLst>
              </p:cNvPr>
              <p:cNvSpPr/>
              <p:nvPr/>
            </p:nvSpPr>
            <p:spPr>
              <a:xfrm rot="2661570">
                <a:off x="268338" y="1002516"/>
                <a:ext cx="2102999" cy="531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8017"/>
                    </a:lnTo>
                    <a:lnTo>
                      <a:pt x="21533" y="21600"/>
                    </a:lnTo>
                    <a:lnTo>
                      <a:pt x="23" y="1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6" name="Rectangle 41">
                <a:extLst>
                  <a:ext uri="{FF2B5EF4-FFF2-40B4-BE49-F238E27FC236}">
                    <a16:creationId xmlns:a16="http://schemas.microsoft.com/office/drawing/2014/main" id="{70C4B9D6-708F-7ACE-5B06-5F2802B5A1C9}"/>
                  </a:ext>
                </a:extLst>
              </p:cNvPr>
              <p:cNvSpPr/>
              <p:nvPr/>
            </p:nvSpPr>
            <p:spPr>
              <a:xfrm rot="2661570">
                <a:off x="1640782" y="2119317"/>
                <a:ext cx="267755" cy="6101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04" extrusionOk="0">
                    <a:moveTo>
                      <a:pt x="1680" y="0"/>
                    </a:moveTo>
                    <a:lnTo>
                      <a:pt x="19831" y="0"/>
                    </a:lnTo>
                    <a:lnTo>
                      <a:pt x="21600" y="18457"/>
                    </a:lnTo>
                    <a:cubicBezTo>
                      <a:pt x="15137" y="19283"/>
                      <a:pt x="8742" y="21600"/>
                      <a:pt x="0" y="20700"/>
                    </a:cubicBezTo>
                    <a:cubicBezTo>
                      <a:pt x="647" y="20189"/>
                      <a:pt x="2269" y="20031"/>
                      <a:pt x="2298" y="19579"/>
                    </a:cubicBezTo>
                    <a:cubicBezTo>
                      <a:pt x="5558" y="19488"/>
                      <a:pt x="11611" y="19867"/>
                      <a:pt x="12024" y="15822"/>
                    </a:cubicBezTo>
                    <a:cubicBezTo>
                      <a:pt x="11965" y="13669"/>
                      <a:pt x="12382" y="10801"/>
                      <a:pt x="12028" y="7709"/>
                    </a:cubicBezTo>
                    <a:cubicBezTo>
                      <a:pt x="10789" y="4466"/>
                      <a:pt x="7295" y="2958"/>
                      <a:pt x="1767" y="1849"/>
                    </a:cubicBezTo>
                    <a:cubicBezTo>
                      <a:pt x="1738" y="1232"/>
                      <a:pt x="1709" y="616"/>
                      <a:pt x="1680" y="0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7" name="Rectangle 1">
                <a:extLst>
                  <a:ext uri="{FF2B5EF4-FFF2-40B4-BE49-F238E27FC236}">
                    <a16:creationId xmlns:a16="http://schemas.microsoft.com/office/drawing/2014/main" id="{A28E942C-734B-31FE-638E-437A3BE316B7}"/>
                  </a:ext>
                </a:extLst>
              </p:cNvPr>
              <p:cNvSpPr/>
              <p:nvPr/>
            </p:nvSpPr>
            <p:spPr>
              <a:xfrm rot="2661570">
                <a:off x="-79468" y="1302794"/>
                <a:ext cx="4358470" cy="15495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6" h="21600" extrusionOk="0">
                    <a:moveTo>
                      <a:pt x="0" y="6657"/>
                    </a:moveTo>
                    <a:lnTo>
                      <a:pt x="9833" y="0"/>
                    </a:lnTo>
                    <a:lnTo>
                      <a:pt x="20766" y="6561"/>
                    </a:lnTo>
                    <a:cubicBezTo>
                      <a:pt x="21231" y="6969"/>
                      <a:pt x="21560" y="8078"/>
                      <a:pt x="21549" y="9059"/>
                    </a:cubicBezTo>
                    <a:cubicBezTo>
                      <a:pt x="21600" y="10507"/>
                      <a:pt x="21566" y="10815"/>
                      <a:pt x="21549" y="12695"/>
                    </a:cubicBezTo>
                    <a:cubicBezTo>
                      <a:pt x="21426" y="14341"/>
                      <a:pt x="20972" y="14506"/>
                      <a:pt x="20709" y="14674"/>
                    </a:cubicBezTo>
                    <a:lnTo>
                      <a:pt x="10664" y="21600"/>
                    </a:lnTo>
                    <a:cubicBezTo>
                      <a:pt x="10950" y="21195"/>
                      <a:pt x="11010" y="20950"/>
                      <a:pt x="11070" y="20227"/>
                    </a:cubicBezTo>
                    <a:cubicBezTo>
                      <a:pt x="11135" y="19100"/>
                      <a:pt x="11087" y="17814"/>
                      <a:pt x="11095" y="16687"/>
                    </a:cubicBezTo>
                    <a:cubicBezTo>
                      <a:pt x="11125" y="15023"/>
                      <a:pt x="10796" y="13994"/>
                      <a:pt x="10279" y="13443"/>
                    </a:cubicBezTo>
                    <a:lnTo>
                      <a:pt x="0" y="6657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8" name="Rectangle 39">
                <a:extLst>
                  <a:ext uri="{FF2B5EF4-FFF2-40B4-BE49-F238E27FC236}">
                    <a16:creationId xmlns:a16="http://schemas.microsoft.com/office/drawing/2014/main" id="{A2986800-7A66-7793-1FE0-A7D4CAB51385}"/>
                  </a:ext>
                </a:extLst>
              </p:cNvPr>
              <p:cNvSpPr/>
              <p:nvPr/>
            </p:nvSpPr>
            <p:spPr>
              <a:xfrm rot="2661570">
                <a:off x="-102757" y="1393771"/>
                <a:ext cx="2091173" cy="535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0" h="21435" extrusionOk="0">
                    <a:moveTo>
                      <a:pt x="0" y="0"/>
                    </a:moveTo>
                    <a:lnTo>
                      <a:pt x="21293" y="20059"/>
                    </a:lnTo>
                    <a:cubicBezTo>
                      <a:pt x="21230" y="20506"/>
                      <a:pt x="21600" y="21600"/>
                      <a:pt x="21010" y="21414"/>
                    </a:cubicBezTo>
                    <a:lnTo>
                      <a:pt x="22" y="1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99" name="Freeform 77">
                <a:extLst>
                  <a:ext uri="{FF2B5EF4-FFF2-40B4-BE49-F238E27FC236}">
                    <a16:creationId xmlns:a16="http://schemas.microsoft.com/office/drawing/2014/main" id="{38CF18F8-C9ED-1EE6-2BAA-5D32FEF91F65}"/>
                  </a:ext>
                </a:extLst>
              </p:cNvPr>
              <p:cNvSpPr/>
              <p:nvPr/>
            </p:nvSpPr>
            <p:spPr>
              <a:xfrm rot="2661570">
                <a:off x="1717699" y="2465816"/>
                <a:ext cx="2221921" cy="591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122" y="0"/>
                    </a:moveTo>
                    <a:lnTo>
                      <a:pt x="20680" y="447"/>
                    </a:lnTo>
                    <a:cubicBezTo>
                      <a:pt x="21022" y="847"/>
                      <a:pt x="21327" y="1506"/>
                      <a:pt x="21573" y="2308"/>
                    </a:cubicBezTo>
                    <a:lnTo>
                      <a:pt x="21600" y="2409"/>
                    </a:lnTo>
                    <a:lnTo>
                      <a:pt x="1281" y="21600"/>
                    </a:lnTo>
                    <a:lnTo>
                      <a:pt x="1055" y="20654"/>
                    </a:lnTo>
                    <a:cubicBezTo>
                      <a:pt x="796" y="19739"/>
                      <a:pt x="468" y="19022"/>
                      <a:pt x="87" y="18480"/>
                    </a:cubicBezTo>
                    <a:lnTo>
                      <a:pt x="0" y="18404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0" name="Freeform 78">
                <a:extLst>
                  <a:ext uri="{FF2B5EF4-FFF2-40B4-BE49-F238E27FC236}">
                    <a16:creationId xmlns:a16="http://schemas.microsoft.com/office/drawing/2014/main" id="{2772D2DD-28DE-D5F8-D157-71E04B114B78}"/>
                  </a:ext>
                </a:extLst>
              </p:cNvPr>
              <p:cNvSpPr/>
              <p:nvPr/>
            </p:nvSpPr>
            <p:spPr>
              <a:xfrm rot="1429263">
                <a:off x="1402411" y="3013248"/>
                <a:ext cx="2258114" cy="301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80" extrusionOk="0">
                    <a:moveTo>
                      <a:pt x="21600" y="17230"/>
                    </a:moveTo>
                    <a:lnTo>
                      <a:pt x="21598" y="17245"/>
                    </a:lnTo>
                    <a:cubicBezTo>
                      <a:pt x="21012" y="21600"/>
                      <a:pt x="20296" y="20446"/>
                      <a:pt x="19845" y="20013"/>
                    </a:cubicBezTo>
                    <a:lnTo>
                      <a:pt x="0" y="3256"/>
                    </a:lnTo>
                    <a:cubicBezTo>
                      <a:pt x="462" y="2905"/>
                      <a:pt x="671" y="2350"/>
                      <a:pt x="867" y="825"/>
                    </a:cubicBez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01" name="Freeform 79">
                <a:extLst>
                  <a:ext uri="{FF2B5EF4-FFF2-40B4-BE49-F238E27FC236}">
                    <a16:creationId xmlns:a16="http://schemas.microsoft.com/office/drawing/2014/main" id="{89EED70C-C786-6921-8027-4BC6A06BCDCE}"/>
                  </a:ext>
                </a:extLst>
              </p:cNvPr>
              <p:cNvSpPr/>
              <p:nvPr/>
            </p:nvSpPr>
            <p:spPr>
              <a:xfrm rot="2661570">
                <a:off x="363559" y="1087621"/>
                <a:ext cx="3387644" cy="678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65" y="0"/>
                    </a:moveTo>
                    <a:lnTo>
                      <a:pt x="21600" y="9515"/>
                    </a:lnTo>
                    <a:lnTo>
                      <a:pt x="21178" y="10351"/>
                    </a:lnTo>
                    <a:cubicBezTo>
                      <a:pt x="17434" y="17416"/>
                      <a:pt x="12785" y="21600"/>
                      <a:pt x="7749" y="21600"/>
                    </a:cubicBezTo>
                    <a:cubicBezTo>
                      <a:pt x="6974" y="21600"/>
                      <a:pt x="6209" y="21501"/>
                      <a:pt x="5454" y="21308"/>
                    </a:cubicBezTo>
                    <a:lnTo>
                      <a:pt x="5107" y="21196"/>
                    </a:lnTo>
                    <a:lnTo>
                      <a:pt x="0" y="15214"/>
                    </a:lnTo>
                    <a:close/>
                  </a:path>
                </a:pathLst>
              </a:custGeom>
              <a:solidFill>
                <a:srgbClr val="F7F9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l" defTabSz="1828891">
                  <a:defRPr sz="3600" b="0">
                    <a:solidFill>
                      <a:srgbClr val="1C1F25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9758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Leading You To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Better Future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6E6782-B9C5-8367-16D2-D59E1418D61C}"/>
              </a:ext>
            </a:extLst>
          </p:cNvPr>
          <p:cNvGrpSpPr/>
          <p:nvPr/>
        </p:nvGrpSpPr>
        <p:grpSpPr>
          <a:xfrm>
            <a:off x="6324601" y="1484279"/>
            <a:ext cx="4919160" cy="4762165"/>
            <a:chOff x="789620" y="1746951"/>
            <a:chExt cx="4632835" cy="4484978"/>
          </a:xfrm>
        </p:grpSpPr>
        <p:sp>
          <p:nvSpPr>
            <p:cNvPr id="5" name="Oval 233">
              <a:extLst>
                <a:ext uri="{FF2B5EF4-FFF2-40B4-BE49-F238E27FC236}">
                  <a16:creationId xmlns:a16="http://schemas.microsoft.com/office/drawing/2014/main" id="{3C92F63D-53E4-311E-346C-657844421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620" y="4999792"/>
              <a:ext cx="4608192" cy="1232137"/>
            </a:xfrm>
            <a:prstGeom prst="ellipse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34">
              <a:extLst>
                <a:ext uri="{FF2B5EF4-FFF2-40B4-BE49-F238E27FC236}">
                  <a16:creationId xmlns:a16="http://schemas.microsoft.com/office/drawing/2014/main" id="{6AE88B37-BDD3-9000-7EDA-1D27879A2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938" y="3860066"/>
              <a:ext cx="3382216" cy="1472403"/>
            </a:xfrm>
            <a:prstGeom prst="rect">
              <a:avLst/>
            </a:prstGeom>
            <a:solidFill>
              <a:srgbClr val="65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35">
              <a:extLst>
                <a:ext uri="{FF2B5EF4-FFF2-40B4-BE49-F238E27FC236}">
                  <a16:creationId xmlns:a16="http://schemas.microsoft.com/office/drawing/2014/main" id="{C676F36C-62F8-BF95-A937-A20F4B864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688" y="3810780"/>
              <a:ext cx="197142" cy="1983740"/>
            </a:xfrm>
            <a:prstGeom prst="rect">
              <a:avLst/>
            </a:pr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236">
              <a:extLst>
                <a:ext uri="{FF2B5EF4-FFF2-40B4-BE49-F238E27FC236}">
                  <a16:creationId xmlns:a16="http://schemas.microsoft.com/office/drawing/2014/main" id="{C5BBAC3A-AC61-439D-5C18-E0426A2A9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511" y="3810780"/>
              <a:ext cx="197142" cy="1983740"/>
            </a:xfrm>
            <a:prstGeom prst="rect">
              <a:avLst/>
            </a:pr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237">
              <a:extLst>
                <a:ext uri="{FF2B5EF4-FFF2-40B4-BE49-F238E27FC236}">
                  <a16:creationId xmlns:a16="http://schemas.microsoft.com/office/drawing/2014/main" id="{8E68797C-97B1-6DF4-0391-B5BFC19EE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37" y="3767655"/>
              <a:ext cx="4478818" cy="197142"/>
            </a:xfrm>
            <a:prstGeom prst="rect">
              <a:avLst/>
            </a:pr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38">
              <a:extLst>
                <a:ext uri="{FF2B5EF4-FFF2-40B4-BE49-F238E27FC236}">
                  <a16:creationId xmlns:a16="http://schemas.microsoft.com/office/drawing/2014/main" id="{3BEB2E96-204B-BE30-1D48-4DCB21CDB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415" y="3262479"/>
              <a:ext cx="548301" cy="443569"/>
            </a:xfrm>
            <a:custGeom>
              <a:avLst/>
              <a:gdLst>
                <a:gd name="T0" fmla="*/ 89 w 89"/>
                <a:gd name="T1" fmla="*/ 72 h 72"/>
                <a:gd name="T2" fmla="*/ 0 w 89"/>
                <a:gd name="T3" fmla="*/ 72 h 72"/>
                <a:gd name="T4" fmla="*/ 18 w 89"/>
                <a:gd name="T5" fmla="*/ 0 h 72"/>
                <a:gd name="T6" fmla="*/ 71 w 89"/>
                <a:gd name="T7" fmla="*/ 0 h 72"/>
                <a:gd name="T8" fmla="*/ 89 w 89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72">
                  <a:moveTo>
                    <a:pt x="89" y="72"/>
                  </a:moveTo>
                  <a:lnTo>
                    <a:pt x="0" y="72"/>
                  </a:lnTo>
                  <a:lnTo>
                    <a:pt x="18" y="0"/>
                  </a:lnTo>
                  <a:lnTo>
                    <a:pt x="71" y="0"/>
                  </a:lnTo>
                  <a:lnTo>
                    <a:pt x="89" y="72"/>
                  </a:ln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39">
              <a:extLst>
                <a:ext uri="{FF2B5EF4-FFF2-40B4-BE49-F238E27FC236}">
                  <a16:creationId xmlns:a16="http://schemas.microsoft.com/office/drawing/2014/main" id="{265E6937-B64F-2CE9-4D38-5BF42A018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415" y="3262479"/>
              <a:ext cx="548301" cy="443569"/>
            </a:xfrm>
            <a:custGeom>
              <a:avLst/>
              <a:gdLst>
                <a:gd name="T0" fmla="*/ 89 w 89"/>
                <a:gd name="T1" fmla="*/ 72 h 72"/>
                <a:gd name="T2" fmla="*/ 0 w 89"/>
                <a:gd name="T3" fmla="*/ 72 h 72"/>
                <a:gd name="T4" fmla="*/ 18 w 89"/>
                <a:gd name="T5" fmla="*/ 0 h 72"/>
                <a:gd name="T6" fmla="*/ 71 w 89"/>
                <a:gd name="T7" fmla="*/ 0 h 72"/>
                <a:gd name="T8" fmla="*/ 89 w 89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72">
                  <a:moveTo>
                    <a:pt x="89" y="72"/>
                  </a:moveTo>
                  <a:lnTo>
                    <a:pt x="0" y="72"/>
                  </a:lnTo>
                  <a:lnTo>
                    <a:pt x="18" y="0"/>
                  </a:lnTo>
                  <a:lnTo>
                    <a:pt x="71" y="0"/>
                  </a:lnTo>
                  <a:lnTo>
                    <a:pt x="89" y="7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40">
              <a:extLst>
                <a:ext uri="{FF2B5EF4-FFF2-40B4-BE49-F238E27FC236}">
                  <a16:creationId xmlns:a16="http://schemas.microsoft.com/office/drawing/2014/main" id="{DD33CFD6-23E3-70B7-AB00-F8E39E5B6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865" y="1968736"/>
              <a:ext cx="1823563" cy="1361511"/>
            </a:xfrm>
            <a:custGeom>
              <a:avLst/>
              <a:gdLst>
                <a:gd name="T0" fmla="*/ 78 w 83"/>
                <a:gd name="T1" fmla="*/ 62 h 62"/>
                <a:gd name="T2" fmla="*/ 5 w 83"/>
                <a:gd name="T3" fmla="*/ 62 h 62"/>
                <a:gd name="T4" fmla="*/ 0 w 83"/>
                <a:gd name="T5" fmla="*/ 57 h 62"/>
                <a:gd name="T6" fmla="*/ 0 w 83"/>
                <a:gd name="T7" fmla="*/ 4 h 62"/>
                <a:gd name="T8" fmla="*/ 5 w 83"/>
                <a:gd name="T9" fmla="*/ 0 h 62"/>
                <a:gd name="T10" fmla="*/ 78 w 83"/>
                <a:gd name="T11" fmla="*/ 0 h 62"/>
                <a:gd name="T12" fmla="*/ 83 w 83"/>
                <a:gd name="T13" fmla="*/ 4 h 62"/>
                <a:gd name="T14" fmla="*/ 83 w 83"/>
                <a:gd name="T15" fmla="*/ 57 h 62"/>
                <a:gd name="T16" fmla="*/ 78 w 83"/>
                <a:gd name="T1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62">
                  <a:moveTo>
                    <a:pt x="78" y="62"/>
                  </a:moveTo>
                  <a:cubicBezTo>
                    <a:pt x="5" y="62"/>
                    <a:pt x="5" y="62"/>
                    <a:pt x="5" y="62"/>
                  </a:cubicBezTo>
                  <a:cubicBezTo>
                    <a:pt x="2" y="62"/>
                    <a:pt x="0" y="60"/>
                    <a:pt x="0" y="5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3" y="2"/>
                    <a:pt x="83" y="4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60"/>
                    <a:pt x="81" y="62"/>
                    <a:pt x="78" y="62"/>
                  </a:cubicBezTo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241">
              <a:extLst>
                <a:ext uri="{FF2B5EF4-FFF2-40B4-BE49-F238E27FC236}">
                  <a16:creationId xmlns:a16="http://schemas.microsoft.com/office/drawing/2014/main" id="{4C13D38B-235B-0F08-3E27-17B8E7B98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757" y="2030342"/>
              <a:ext cx="1601778" cy="1145887"/>
            </a:xfrm>
            <a:prstGeom prst="rect">
              <a:avLst/>
            </a:pr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42">
              <a:extLst>
                <a:ext uri="{FF2B5EF4-FFF2-40B4-BE49-F238E27FC236}">
                  <a16:creationId xmlns:a16="http://schemas.microsoft.com/office/drawing/2014/main" id="{4DC18B9E-77B8-EB82-D719-510D98C3C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757" y="2030342"/>
              <a:ext cx="1601778" cy="114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243">
              <a:extLst>
                <a:ext uri="{FF2B5EF4-FFF2-40B4-BE49-F238E27FC236}">
                  <a16:creationId xmlns:a16="http://schemas.microsoft.com/office/drawing/2014/main" id="{0EFFA075-0A4D-753C-724B-0721C186B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82" y="2079628"/>
              <a:ext cx="1490886" cy="1028834"/>
            </a:xfrm>
            <a:prstGeom prst="rect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244">
              <a:extLst>
                <a:ext uri="{FF2B5EF4-FFF2-40B4-BE49-F238E27FC236}">
                  <a16:creationId xmlns:a16="http://schemas.microsoft.com/office/drawing/2014/main" id="{9F866F0F-D79B-741B-0073-8A764B90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82" y="2079628"/>
              <a:ext cx="1490886" cy="1028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45">
              <a:extLst>
                <a:ext uri="{FF2B5EF4-FFF2-40B4-BE49-F238E27FC236}">
                  <a16:creationId xmlns:a16="http://schemas.microsoft.com/office/drawing/2014/main" id="{E45E3086-A8C3-F7D7-169D-A4DEDB6F9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398" y="3595156"/>
              <a:ext cx="856335" cy="172499"/>
            </a:xfrm>
            <a:custGeom>
              <a:avLst/>
              <a:gdLst>
                <a:gd name="T0" fmla="*/ 36 w 39"/>
                <a:gd name="T1" fmla="*/ 8 h 8"/>
                <a:gd name="T2" fmla="*/ 3 w 39"/>
                <a:gd name="T3" fmla="*/ 8 h 8"/>
                <a:gd name="T4" fmla="*/ 0 w 39"/>
                <a:gd name="T5" fmla="*/ 4 h 8"/>
                <a:gd name="T6" fmla="*/ 0 w 39"/>
                <a:gd name="T7" fmla="*/ 4 h 8"/>
                <a:gd name="T8" fmla="*/ 3 w 39"/>
                <a:gd name="T9" fmla="*/ 0 h 8"/>
                <a:gd name="T10" fmla="*/ 36 w 39"/>
                <a:gd name="T11" fmla="*/ 1 h 8"/>
                <a:gd name="T12" fmla="*/ 39 w 39"/>
                <a:gd name="T13" fmla="*/ 4 h 8"/>
                <a:gd name="T14" fmla="*/ 39 w 39"/>
                <a:gd name="T15" fmla="*/ 5 h 8"/>
                <a:gd name="T16" fmla="*/ 36 w 39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8">
                  <a:moveTo>
                    <a:pt x="36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8" y="1"/>
                    <a:pt x="39" y="2"/>
                    <a:pt x="39" y="4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7"/>
                    <a:pt x="38" y="8"/>
                    <a:pt x="36" y="8"/>
                  </a:cubicBezTo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46">
              <a:extLst>
                <a:ext uri="{FF2B5EF4-FFF2-40B4-BE49-F238E27FC236}">
                  <a16:creationId xmlns:a16="http://schemas.microsoft.com/office/drawing/2014/main" id="{3F1F1E9B-9082-FB1A-E7EC-35F832EEC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983" y="2338377"/>
              <a:ext cx="154017" cy="135535"/>
            </a:xfrm>
            <a:custGeom>
              <a:avLst/>
              <a:gdLst>
                <a:gd name="T0" fmla="*/ 25 w 25"/>
                <a:gd name="T1" fmla="*/ 22 h 22"/>
                <a:gd name="T2" fmla="*/ 0 w 25"/>
                <a:gd name="T3" fmla="*/ 0 h 22"/>
                <a:gd name="T4" fmla="*/ 0 w 25"/>
                <a:gd name="T5" fmla="*/ 22 h 22"/>
                <a:gd name="T6" fmla="*/ 25 w 25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2">
                  <a:moveTo>
                    <a:pt x="25" y="22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25" y="22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47">
              <a:extLst>
                <a:ext uri="{FF2B5EF4-FFF2-40B4-BE49-F238E27FC236}">
                  <a16:creationId xmlns:a16="http://schemas.microsoft.com/office/drawing/2014/main" id="{EA66966C-328B-214A-CC5C-E580ADBBF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807" y="2338377"/>
              <a:ext cx="659193" cy="770086"/>
            </a:xfrm>
            <a:custGeom>
              <a:avLst/>
              <a:gdLst>
                <a:gd name="T0" fmla="*/ 82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2 w 107"/>
                <a:gd name="T11" fmla="*/ 22 h 125"/>
                <a:gd name="T12" fmla="*/ 82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2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2" y="2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8">
              <a:extLst>
                <a:ext uri="{FF2B5EF4-FFF2-40B4-BE49-F238E27FC236}">
                  <a16:creationId xmlns:a16="http://schemas.microsoft.com/office/drawing/2014/main" id="{52A49D11-891A-35AC-6C2B-60D89E61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807" y="2338377"/>
              <a:ext cx="659193" cy="770086"/>
            </a:xfrm>
            <a:custGeom>
              <a:avLst/>
              <a:gdLst>
                <a:gd name="T0" fmla="*/ 82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2 w 107"/>
                <a:gd name="T11" fmla="*/ 22 h 125"/>
                <a:gd name="T12" fmla="*/ 82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2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2" y="22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9">
              <a:extLst>
                <a:ext uri="{FF2B5EF4-FFF2-40B4-BE49-F238E27FC236}">
                  <a16:creationId xmlns:a16="http://schemas.microsoft.com/office/drawing/2014/main" id="{137B7920-CD6D-CE7A-B16C-C591DB4EC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983" y="2338377"/>
              <a:ext cx="154017" cy="135535"/>
            </a:xfrm>
            <a:custGeom>
              <a:avLst/>
              <a:gdLst>
                <a:gd name="T0" fmla="*/ 0 w 25"/>
                <a:gd name="T1" fmla="*/ 22 h 22"/>
                <a:gd name="T2" fmla="*/ 25 w 25"/>
                <a:gd name="T3" fmla="*/ 22 h 22"/>
                <a:gd name="T4" fmla="*/ 0 w 25"/>
                <a:gd name="T5" fmla="*/ 0 h 22"/>
                <a:gd name="T6" fmla="*/ 0 w 25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22">
                  <a:moveTo>
                    <a:pt x="0" y="22"/>
                  </a:moveTo>
                  <a:lnTo>
                    <a:pt x="25" y="22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50">
              <a:extLst>
                <a:ext uri="{FF2B5EF4-FFF2-40B4-BE49-F238E27FC236}">
                  <a16:creationId xmlns:a16="http://schemas.microsoft.com/office/drawing/2014/main" id="{3CB0AAA4-326F-4823-3303-F024C8BE0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560161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51">
              <a:extLst>
                <a:ext uri="{FF2B5EF4-FFF2-40B4-BE49-F238E27FC236}">
                  <a16:creationId xmlns:a16="http://schemas.microsoft.com/office/drawing/2014/main" id="{8DAB4A1B-6968-B1FF-6358-0E31050D8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646411"/>
              <a:ext cx="505176" cy="67768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52">
              <a:extLst>
                <a:ext uri="{FF2B5EF4-FFF2-40B4-BE49-F238E27FC236}">
                  <a16:creationId xmlns:a16="http://schemas.microsoft.com/office/drawing/2014/main" id="{90D2D953-F067-40D1-1849-55A17CC08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757303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53">
              <a:extLst>
                <a:ext uri="{FF2B5EF4-FFF2-40B4-BE49-F238E27FC236}">
                  <a16:creationId xmlns:a16="http://schemas.microsoft.com/office/drawing/2014/main" id="{A192BFCC-C72C-9EC1-673A-8897615EC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843553"/>
              <a:ext cx="505176" cy="67768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54">
              <a:extLst>
                <a:ext uri="{FF2B5EF4-FFF2-40B4-BE49-F238E27FC236}">
                  <a16:creationId xmlns:a16="http://schemas.microsoft.com/office/drawing/2014/main" id="{2749A6A3-D78E-8462-3CD9-01C304FF8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217" y="2954445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5">
              <a:extLst>
                <a:ext uri="{FF2B5EF4-FFF2-40B4-BE49-F238E27FC236}">
                  <a16:creationId xmlns:a16="http://schemas.microsoft.com/office/drawing/2014/main" id="{1E7D7B7D-5E16-5911-1340-71A833102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2338377"/>
              <a:ext cx="129374" cy="135535"/>
            </a:xfrm>
            <a:custGeom>
              <a:avLst/>
              <a:gdLst>
                <a:gd name="T0" fmla="*/ 21 w 21"/>
                <a:gd name="T1" fmla="*/ 22 h 22"/>
                <a:gd name="T2" fmla="*/ 0 w 21"/>
                <a:gd name="T3" fmla="*/ 0 h 22"/>
                <a:gd name="T4" fmla="*/ 0 w 21"/>
                <a:gd name="T5" fmla="*/ 22 h 22"/>
                <a:gd name="T6" fmla="*/ 21 w 21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2">
                  <a:moveTo>
                    <a:pt x="21" y="22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21" y="22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56">
              <a:extLst>
                <a:ext uri="{FF2B5EF4-FFF2-40B4-BE49-F238E27FC236}">
                  <a16:creationId xmlns:a16="http://schemas.microsoft.com/office/drawing/2014/main" id="{E361DAAC-C11E-3CE0-9D66-BEC6FEA60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648" y="2338377"/>
              <a:ext cx="659193" cy="770086"/>
            </a:xfrm>
            <a:custGeom>
              <a:avLst/>
              <a:gdLst>
                <a:gd name="T0" fmla="*/ 86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6 w 107"/>
                <a:gd name="T11" fmla="*/ 22 h 125"/>
                <a:gd name="T12" fmla="*/ 86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6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6" y="2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57">
              <a:extLst>
                <a:ext uri="{FF2B5EF4-FFF2-40B4-BE49-F238E27FC236}">
                  <a16:creationId xmlns:a16="http://schemas.microsoft.com/office/drawing/2014/main" id="{17B3F822-FCB8-DA58-3718-9473753CB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648" y="2338377"/>
              <a:ext cx="659193" cy="770086"/>
            </a:xfrm>
            <a:custGeom>
              <a:avLst/>
              <a:gdLst>
                <a:gd name="T0" fmla="*/ 86 w 107"/>
                <a:gd name="T1" fmla="*/ 0 h 125"/>
                <a:gd name="T2" fmla="*/ 0 w 107"/>
                <a:gd name="T3" fmla="*/ 0 h 125"/>
                <a:gd name="T4" fmla="*/ 0 w 107"/>
                <a:gd name="T5" fmla="*/ 125 h 125"/>
                <a:gd name="T6" fmla="*/ 107 w 107"/>
                <a:gd name="T7" fmla="*/ 125 h 125"/>
                <a:gd name="T8" fmla="*/ 107 w 107"/>
                <a:gd name="T9" fmla="*/ 22 h 125"/>
                <a:gd name="T10" fmla="*/ 86 w 107"/>
                <a:gd name="T11" fmla="*/ 22 h 125"/>
                <a:gd name="T12" fmla="*/ 86 w 107"/>
                <a:gd name="T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25">
                  <a:moveTo>
                    <a:pt x="86" y="0"/>
                  </a:moveTo>
                  <a:lnTo>
                    <a:pt x="0" y="0"/>
                  </a:lnTo>
                  <a:lnTo>
                    <a:pt x="0" y="125"/>
                  </a:lnTo>
                  <a:lnTo>
                    <a:pt x="107" y="125"/>
                  </a:lnTo>
                  <a:lnTo>
                    <a:pt x="107" y="22"/>
                  </a:lnTo>
                  <a:lnTo>
                    <a:pt x="86" y="22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58">
              <a:extLst>
                <a:ext uri="{FF2B5EF4-FFF2-40B4-BE49-F238E27FC236}">
                  <a16:creationId xmlns:a16="http://schemas.microsoft.com/office/drawing/2014/main" id="{42015293-D870-211E-0DC3-1897C94BB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2338377"/>
              <a:ext cx="129374" cy="135535"/>
            </a:xfrm>
            <a:custGeom>
              <a:avLst/>
              <a:gdLst>
                <a:gd name="T0" fmla="*/ 0 w 21"/>
                <a:gd name="T1" fmla="*/ 22 h 22"/>
                <a:gd name="T2" fmla="*/ 21 w 21"/>
                <a:gd name="T3" fmla="*/ 22 h 22"/>
                <a:gd name="T4" fmla="*/ 0 w 21"/>
                <a:gd name="T5" fmla="*/ 0 h 22"/>
                <a:gd name="T6" fmla="*/ 0 w 21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2">
                  <a:moveTo>
                    <a:pt x="0" y="22"/>
                  </a:moveTo>
                  <a:lnTo>
                    <a:pt x="21" y="22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259">
              <a:extLst>
                <a:ext uri="{FF2B5EF4-FFF2-40B4-BE49-F238E27FC236}">
                  <a16:creationId xmlns:a16="http://schemas.microsoft.com/office/drawing/2014/main" id="{18BB4CBE-B5E1-6F3D-3B3F-050B378B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560161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60">
              <a:extLst>
                <a:ext uri="{FF2B5EF4-FFF2-40B4-BE49-F238E27FC236}">
                  <a16:creationId xmlns:a16="http://schemas.microsoft.com/office/drawing/2014/main" id="{31FF5B1E-6B89-2721-E807-9F1D179FC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646411"/>
              <a:ext cx="505176" cy="67768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61">
              <a:extLst>
                <a:ext uri="{FF2B5EF4-FFF2-40B4-BE49-F238E27FC236}">
                  <a16:creationId xmlns:a16="http://schemas.microsoft.com/office/drawing/2014/main" id="{40620369-2DAB-48E8-5CD0-833F0F571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757303"/>
              <a:ext cx="505176" cy="43125"/>
            </a:xfrm>
            <a:prstGeom prst="rect">
              <a:avLst/>
            </a:prstGeom>
            <a:solidFill>
              <a:srgbClr val="797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62">
              <a:extLst>
                <a:ext uri="{FF2B5EF4-FFF2-40B4-BE49-F238E27FC236}">
                  <a16:creationId xmlns:a16="http://schemas.microsoft.com/office/drawing/2014/main" id="{342C5151-4C88-4A2A-BCC8-4C48C305B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843553"/>
              <a:ext cx="505176" cy="67768"/>
            </a:xfrm>
            <a:prstGeom prst="rect">
              <a:avLst/>
            </a:prstGeom>
            <a:solidFill>
              <a:srgbClr val="6A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63">
              <a:extLst>
                <a:ext uri="{FF2B5EF4-FFF2-40B4-BE49-F238E27FC236}">
                  <a16:creationId xmlns:a16="http://schemas.microsoft.com/office/drawing/2014/main" id="{1D5C4E3E-329C-A3FC-D724-F724F6CB1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843553"/>
              <a:ext cx="505176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64">
              <a:extLst>
                <a:ext uri="{FF2B5EF4-FFF2-40B4-BE49-F238E27FC236}">
                  <a16:creationId xmlns:a16="http://schemas.microsoft.com/office/drawing/2014/main" id="{086DF02B-6C31-E4AB-41E2-76118399F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954445"/>
              <a:ext cx="505176" cy="43125"/>
            </a:xfrm>
            <a:prstGeom prst="rect">
              <a:avLst/>
            </a:prstGeom>
            <a:solidFill>
              <a:srgbClr val="6A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65">
              <a:extLst>
                <a:ext uri="{FF2B5EF4-FFF2-40B4-BE49-F238E27FC236}">
                  <a16:creationId xmlns:a16="http://schemas.microsoft.com/office/drawing/2014/main" id="{99DF08A7-E1C1-3267-28AD-FB40955BC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58" y="2954445"/>
              <a:ext cx="505176" cy="43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66">
              <a:extLst>
                <a:ext uri="{FF2B5EF4-FFF2-40B4-BE49-F238E27FC236}">
                  <a16:creationId xmlns:a16="http://schemas.microsoft.com/office/drawing/2014/main" id="{BAF3731C-28C2-F256-BB0F-0AB94D291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432" y="2233645"/>
              <a:ext cx="178660" cy="172499"/>
            </a:xfrm>
            <a:custGeom>
              <a:avLst/>
              <a:gdLst>
                <a:gd name="T0" fmla="*/ 29 w 29"/>
                <a:gd name="T1" fmla="*/ 28 h 28"/>
                <a:gd name="T2" fmla="*/ 0 w 29"/>
                <a:gd name="T3" fmla="*/ 0 h 28"/>
                <a:gd name="T4" fmla="*/ 0 w 29"/>
                <a:gd name="T5" fmla="*/ 28 h 28"/>
                <a:gd name="T6" fmla="*/ 29 w 29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29" y="28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67">
              <a:extLst>
                <a:ext uri="{FF2B5EF4-FFF2-40B4-BE49-F238E27FC236}">
                  <a16:creationId xmlns:a16="http://schemas.microsoft.com/office/drawing/2014/main" id="{FF131011-9AA7-52ED-26B8-B5976D117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233645"/>
              <a:ext cx="751604" cy="874817"/>
            </a:xfrm>
            <a:custGeom>
              <a:avLst/>
              <a:gdLst>
                <a:gd name="T0" fmla="*/ 93 w 122"/>
                <a:gd name="T1" fmla="*/ 0 h 142"/>
                <a:gd name="T2" fmla="*/ 0 w 122"/>
                <a:gd name="T3" fmla="*/ 0 h 142"/>
                <a:gd name="T4" fmla="*/ 0 w 122"/>
                <a:gd name="T5" fmla="*/ 142 h 142"/>
                <a:gd name="T6" fmla="*/ 122 w 122"/>
                <a:gd name="T7" fmla="*/ 142 h 142"/>
                <a:gd name="T8" fmla="*/ 122 w 122"/>
                <a:gd name="T9" fmla="*/ 28 h 142"/>
                <a:gd name="T10" fmla="*/ 93 w 122"/>
                <a:gd name="T11" fmla="*/ 28 h 142"/>
                <a:gd name="T12" fmla="*/ 93 w 122"/>
                <a:gd name="T13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142">
                  <a:moveTo>
                    <a:pt x="93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122" y="142"/>
                  </a:lnTo>
                  <a:lnTo>
                    <a:pt x="122" y="28"/>
                  </a:lnTo>
                  <a:lnTo>
                    <a:pt x="93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E8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68">
              <a:extLst>
                <a:ext uri="{FF2B5EF4-FFF2-40B4-BE49-F238E27FC236}">
                  <a16:creationId xmlns:a16="http://schemas.microsoft.com/office/drawing/2014/main" id="{C0EE3E27-E85E-74FA-24DA-C488392FD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233645"/>
              <a:ext cx="751604" cy="874817"/>
            </a:xfrm>
            <a:custGeom>
              <a:avLst/>
              <a:gdLst>
                <a:gd name="T0" fmla="*/ 93 w 122"/>
                <a:gd name="T1" fmla="*/ 0 h 142"/>
                <a:gd name="T2" fmla="*/ 0 w 122"/>
                <a:gd name="T3" fmla="*/ 0 h 142"/>
                <a:gd name="T4" fmla="*/ 0 w 122"/>
                <a:gd name="T5" fmla="*/ 142 h 142"/>
                <a:gd name="T6" fmla="*/ 122 w 122"/>
                <a:gd name="T7" fmla="*/ 142 h 142"/>
                <a:gd name="T8" fmla="*/ 122 w 122"/>
                <a:gd name="T9" fmla="*/ 28 h 142"/>
                <a:gd name="T10" fmla="*/ 93 w 122"/>
                <a:gd name="T11" fmla="*/ 28 h 142"/>
                <a:gd name="T12" fmla="*/ 93 w 122"/>
                <a:gd name="T13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142">
                  <a:moveTo>
                    <a:pt x="93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122" y="142"/>
                  </a:lnTo>
                  <a:lnTo>
                    <a:pt x="122" y="28"/>
                  </a:lnTo>
                  <a:lnTo>
                    <a:pt x="93" y="28"/>
                  </a:lnTo>
                  <a:lnTo>
                    <a:pt x="9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69">
              <a:extLst>
                <a:ext uri="{FF2B5EF4-FFF2-40B4-BE49-F238E27FC236}">
                  <a16:creationId xmlns:a16="http://schemas.microsoft.com/office/drawing/2014/main" id="{3E31D685-4642-F261-5629-91AF119C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432" y="2233645"/>
              <a:ext cx="178660" cy="172499"/>
            </a:xfrm>
            <a:custGeom>
              <a:avLst/>
              <a:gdLst>
                <a:gd name="T0" fmla="*/ 0 w 29"/>
                <a:gd name="T1" fmla="*/ 28 h 28"/>
                <a:gd name="T2" fmla="*/ 29 w 29"/>
                <a:gd name="T3" fmla="*/ 28 h 28"/>
                <a:gd name="T4" fmla="*/ 0 w 29"/>
                <a:gd name="T5" fmla="*/ 0 h 28"/>
                <a:gd name="T6" fmla="*/ 0 w 29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8">
                  <a:moveTo>
                    <a:pt x="0" y="28"/>
                  </a:moveTo>
                  <a:lnTo>
                    <a:pt x="29" y="28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70">
              <a:extLst>
                <a:ext uri="{FF2B5EF4-FFF2-40B4-BE49-F238E27FC236}">
                  <a16:creationId xmlns:a16="http://schemas.microsoft.com/office/drawing/2014/main" id="{12A7487B-AEED-817F-FDB3-D116CA7D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492394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71">
              <a:extLst>
                <a:ext uri="{FF2B5EF4-FFF2-40B4-BE49-F238E27FC236}">
                  <a16:creationId xmlns:a16="http://schemas.microsoft.com/office/drawing/2014/main" id="{EAAB23F8-60EE-6EEB-BCDE-A9FA3377E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603286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272">
              <a:extLst>
                <a:ext uri="{FF2B5EF4-FFF2-40B4-BE49-F238E27FC236}">
                  <a16:creationId xmlns:a16="http://schemas.microsoft.com/office/drawing/2014/main" id="{2EDB45A8-AC6A-15F0-F4B5-28A993DC8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603286"/>
              <a:ext cx="548301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73">
              <a:extLst>
                <a:ext uri="{FF2B5EF4-FFF2-40B4-BE49-F238E27FC236}">
                  <a16:creationId xmlns:a16="http://schemas.microsoft.com/office/drawing/2014/main" id="{E2C2D9B3-3EDB-AA68-ECB3-7B61095D4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714178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274">
              <a:extLst>
                <a:ext uri="{FF2B5EF4-FFF2-40B4-BE49-F238E27FC236}">
                  <a16:creationId xmlns:a16="http://schemas.microsoft.com/office/drawing/2014/main" id="{7288CF96-E58B-B20E-2FFF-4B8D803A6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714178"/>
              <a:ext cx="548301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75">
              <a:extLst>
                <a:ext uri="{FF2B5EF4-FFF2-40B4-BE49-F238E27FC236}">
                  <a16:creationId xmlns:a16="http://schemas.microsoft.com/office/drawing/2014/main" id="{81DEF9BF-91A0-A303-87FB-4CD9B064A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825071"/>
              <a:ext cx="548301" cy="67768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276">
              <a:extLst>
                <a:ext uri="{FF2B5EF4-FFF2-40B4-BE49-F238E27FC236}">
                  <a16:creationId xmlns:a16="http://schemas.microsoft.com/office/drawing/2014/main" id="{6D2B9DD3-3A11-BAFB-426A-D4869C140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825071"/>
              <a:ext cx="548301" cy="6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277">
              <a:extLst>
                <a:ext uri="{FF2B5EF4-FFF2-40B4-BE49-F238E27FC236}">
                  <a16:creationId xmlns:a16="http://schemas.microsoft.com/office/drawing/2014/main" id="{61C077AD-BE20-8345-9CA9-CEBBBFE20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935963"/>
              <a:ext cx="548301" cy="61607"/>
            </a:xfrm>
            <a:prstGeom prst="rect">
              <a:avLst/>
            </a:prstGeom>
            <a:solidFill>
              <a:srgbClr val="B5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Rectangle 278">
              <a:extLst>
                <a:ext uri="{FF2B5EF4-FFF2-40B4-BE49-F238E27FC236}">
                  <a16:creationId xmlns:a16="http://schemas.microsoft.com/office/drawing/2014/main" id="{75CE7D7A-938B-06E0-75DC-CF8E134A5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7381" y="2935963"/>
              <a:ext cx="548301" cy="6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279">
              <a:extLst>
                <a:ext uri="{FF2B5EF4-FFF2-40B4-BE49-F238E27FC236}">
                  <a16:creationId xmlns:a16="http://schemas.microsoft.com/office/drawing/2014/main" id="{F3ED98E4-E539-6A6C-7CED-6282E5E17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318" y="1746951"/>
              <a:ext cx="794728" cy="788568"/>
            </a:xfrm>
            <a:prstGeom prst="ellipse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280">
              <a:extLst>
                <a:ext uri="{FF2B5EF4-FFF2-40B4-BE49-F238E27FC236}">
                  <a16:creationId xmlns:a16="http://schemas.microsoft.com/office/drawing/2014/main" id="{98EEBE4C-BC72-7897-BA48-053854FA1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728" y="1833201"/>
              <a:ext cx="609908" cy="640711"/>
            </a:xfrm>
            <a:custGeom>
              <a:avLst/>
              <a:gdLst>
                <a:gd name="T0" fmla="*/ 20 w 28"/>
                <a:gd name="T1" fmla="*/ 1 h 29"/>
                <a:gd name="T2" fmla="*/ 14 w 28"/>
                <a:gd name="T3" fmla="*/ 0 h 29"/>
                <a:gd name="T4" fmla="*/ 0 w 28"/>
                <a:gd name="T5" fmla="*/ 14 h 29"/>
                <a:gd name="T6" fmla="*/ 3 w 28"/>
                <a:gd name="T7" fmla="*/ 24 h 29"/>
                <a:gd name="T8" fmla="*/ 14 w 28"/>
                <a:gd name="T9" fmla="*/ 29 h 29"/>
                <a:gd name="T10" fmla="*/ 28 w 28"/>
                <a:gd name="T11" fmla="*/ 14 h 29"/>
                <a:gd name="T12" fmla="*/ 20 w 28"/>
                <a:gd name="T13" fmla="*/ 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0" y="1"/>
                  </a:moveTo>
                  <a:cubicBezTo>
                    <a:pt x="18" y="1"/>
                    <a:pt x="16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8"/>
                    <a:pt x="1" y="21"/>
                    <a:pt x="3" y="24"/>
                  </a:cubicBezTo>
                  <a:cubicBezTo>
                    <a:pt x="6" y="27"/>
                    <a:pt x="10" y="29"/>
                    <a:pt x="14" y="29"/>
                  </a:cubicBezTo>
                  <a:cubicBezTo>
                    <a:pt x="22" y="29"/>
                    <a:pt x="28" y="22"/>
                    <a:pt x="28" y="14"/>
                  </a:cubicBezTo>
                  <a:cubicBezTo>
                    <a:pt x="28" y="9"/>
                    <a:pt x="25" y="4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281">
              <a:extLst>
                <a:ext uri="{FF2B5EF4-FFF2-40B4-BE49-F238E27FC236}">
                  <a16:creationId xmlns:a16="http://schemas.microsoft.com/office/drawing/2014/main" id="{E17E3CF1-8770-05F9-C4CF-66B847F9F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763" y="1876325"/>
              <a:ext cx="0" cy="92410"/>
            </a:xfrm>
            <a:custGeom>
              <a:avLst/>
              <a:gdLst>
                <a:gd name="T0" fmla="*/ 4 h 4"/>
                <a:gd name="T1" fmla="*/ 4 h 4"/>
                <a:gd name="T2" fmla="*/ 4 h 4"/>
                <a:gd name="T3" fmla="*/ 0 h 4"/>
                <a:gd name="T4" fmla="*/ 0 h 4"/>
                <a:gd name="T5" fmla="*/ 0 h 4"/>
                <a:gd name="T6" fmla="*/ 4 h 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282">
              <a:extLst>
                <a:ext uri="{FF2B5EF4-FFF2-40B4-BE49-F238E27FC236}">
                  <a16:creationId xmlns:a16="http://schemas.microsoft.com/office/drawing/2014/main" id="{AD755D0E-7DC5-23AB-5578-C1020183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763" y="2338377"/>
              <a:ext cx="0" cy="92410"/>
            </a:xfrm>
            <a:custGeom>
              <a:avLst/>
              <a:gdLst>
                <a:gd name="T0" fmla="*/ 4 h 4"/>
                <a:gd name="T1" fmla="*/ 4 h 4"/>
                <a:gd name="T2" fmla="*/ 4 h 4"/>
                <a:gd name="T3" fmla="*/ 0 h 4"/>
                <a:gd name="T4" fmla="*/ 0 h 4"/>
                <a:gd name="T5" fmla="*/ 0 h 4"/>
                <a:gd name="T6" fmla="*/ 4 h 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283">
              <a:extLst>
                <a:ext uri="{FF2B5EF4-FFF2-40B4-BE49-F238E27FC236}">
                  <a16:creationId xmlns:a16="http://schemas.microsoft.com/office/drawing/2014/main" id="{FB96B72F-FC6F-2E88-2519-12827DC82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904" y="2141235"/>
              <a:ext cx="86250" cy="24643"/>
            </a:xfrm>
            <a:custGeom>
              <a:avLst/>
              <a:gdLst>
                <a:gd name="T0" fmla="*/ 0 w 4"/>
                <a:gd name="T1" fmla="*/ 1 h 1"/>
                <a:gd name="T2" fmla="*/ 0 w 4"/>
                <a:gd name="T3" fmla="*/ 1 h 1"/>
                <a:gd name="T4" fmla="*/ 0 w 4"/>
                <a:gd name="T5" fmla="*/ 0 h 1"/>
                <a:gd name="T6" fmla="*/ 4 w 4"/>
                <a:gd name="T7" fmla="*/ 0 h 1"/>
                <a:gd name="T8" fmla="*/ 4 w 4"/>
                <a:gd name="T9" fmla="*/ 1 h 1"/>
                <a:gd name="T10" fmla="*/ 4 w 4"/>
                <a:gd name="T11" fmla="*/ 1 h 1"/>
                <a:gd name="T12" fmla="*/ 0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284">
              <a:extLst>
                <a:ext uri="{FF2B5EF4-FFF2-40B4-BE49-F238E27FC236}">
                  <a16:creationId xmlns:a16="http://schemas.microsoft.com/office/drawing/2014/main" id="{20C0E0E7-E60A-6B7C-8DF4-A699BEA7C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978" y="2141235"/>
              <a:ext cx="221785" cy="135535"/>
            </a:xfrm>
            <a:custGeom>
              <a:avLst/>
              <a:gdLst>
                <a:gd name="T0" fmla="*/ 32 w 36"/>
                <a:gd name="T1" fmla="*/ 0 h 22"/>
                <a:gd name="T2" fmla="*/ 36 w 36"/>
                <a:gd name="T3" fmla="*/ 4 h 22"/>
                <a:gd name="T4" fmla="*/ 3 w 36"/>
                <a:gd name="T5" fmla="*/ 22 h 22"/>
                <a:gd name="T6" fmla="*/ 0 w 36"/>
                <a:gd name="T7" fmla="*/ 22 h 22"/>
                <a:gd name="T8" fmla="*/ 3 w 36"/>
                <a:gd name="T9" fmla="*/ 18 h 22"/>
                <a:gd name="T10" fmla="*/ 32 w 36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22">
                  <a:moveTo>
                    <a:pt x="32" y="0"/>
                  </a:moveTo>
                  <a:lnTo>
                    <a:pt x="36" y="4"/>
                  </a:lnTo>
                  <a:lnTo>
                    <a:pt x="3" y="22"/>
                  </a:lnTo>
                  <a:lnTo>
                    <a:pt x="0" y="22"/>
                  </a:lnTo>
                  <a:lnTo>
                    <a:pt x="3" y="1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285">
              <a:extLst>
                <a:ext uri="{FF2B5EF4-FFF2-40B4-BE49-F238E27FC236}">
                  <a16:creationId xmlns:a16="http://schemas.microsoft.com/office/drawing/2014/main" id="{B519B662-FAC3-BD11-EDF2-B5FBE6A84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210" y="2141235"/>
              <a:ext cx="86250" cy="24643"/>
            </a:xfrm>
            <a:custGeom>
              <a:avLst/>
              <a:gdLst>
                <a:gd name="T0" fmla="*/ 0 w 4"/>
                <a:gd name="T1" fmla="*/ 1 h 1"/>
                <a:gd name="T2" fmla="*/ 0 w 4"/>
                <a:gd name="T3" fmla="*/ 1 h 1"/>
                <a:gd name="T4" fmla="*/ 0 w 4"/>
                <a:gd name="T5" fmla="*/ 0 h 1"/>
                <a:gd name="T6" fmla="*/ 4 w 4"/>
                <a:gd name="T7" fmla="*/ 0 h 1"/>
                <a:gd name="T8" fmla="*/ 4 w 4"/>
                <a:gd name="T9" fmla="*/ 1 h 1"/>
                <a:gd name="T10" fmla="*/ 4 w 4"/>
                <a:gd name="T11" fmla="*/ 1 h 1"/>
                <a:gd name="T12" fmla="*/ 0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286">
              <a:extLst>
                <a:ext uri="{FF2B5EF4-FFF2-40B4-BE49-F238E27FC236}">
                  <a16:creationId xmlns:a16="http://schemas.microsoft.com/office/drawing/2014/main" id="{D4A90A59-C15D-E4C7-9B01-BEAC2ACFC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1477" y="2141235"/>
              <a:ext cx="67768" cy="43125"/>
            </a:xfrm>
            <a:prstGeom prst="ellipse">
              <a:avLst/>
            </a:pr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287">
              <a:extLst>
                <a:ext uri="{FF2B5EF4-FFF2-40B4-BE49-F238E27FC236}">
                  <a16:creationId xmlns:a16="http://schemas.microsoft.com/office/drawing/2014/main" id="{26D2EDEC-2AC5-CEE5-D618-79DE96E17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870" y="2054985"/>
              <a:ext cx="110892" cy="110892"/>
            </a:xfrm>
            <a:custGeom>
              <a:avLst/>
              <a:gdLst>
                <a:gd name="T0" fmla="*/ 18 w 18"/>
                <a:gd name="T1" fmla="*/ 14 h 18"/>
                <a:gd name="T2" fmla="*/ 10 w 18"/>
                <a:gd name="T3" fmla="*/ 18 h 18"/>
                <a:gd name="T4" fmla="*/ 0 w 18"/>
                <a:gd name="T5" fmla="*/ 4 h 18"/>
                <a:gd name="T6" fmla="*/ 0 w 18"/>
                <a:gd name="T7" fmla="*/ 0 h 18"/>
                <a:gd name="T8" fmla="*/ 3 w 18"/>
                <a:gd name="T9" fmla="*/ 0 h 18"/>
                <a:gd name="T10" fmla="*/ 18 w 18"/>
                <a:gd name="T11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8">
                  <a:moveTo>
                    <a:pt x="18" y="14"/>
                  </a:moveTo>
                  <a:lnTo>
                    <a:pt x="10" y="18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18" y="14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288">
              <a:extLst>
                <a:ext uri="{FF2B5EF4-FFF2-40B4-BE49-F238E27FC236}">
                  <a16:creationId xmlns:a16="http://schemas.microsoft.com/office/drawing/2014/main" id="{B3C84775-2153-E1CC-72CE-34FC122D8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120" y="2011860"/>
              <a:ext cx="240267" cy="154017"/>
            </a:xfrm>
            <a:custGeom>
              <a:avLst/>
              <a:gdLst>
                <a:gd name="T0" fmla="*/ 4 w 39"/>
                <a:gd name="T1" fmla="*/ 25 h 25"/>
                <a:gd name="T2" fmla="*/ 0 w 39"/>
                <a:gd name="T3" fmla="*/ 21 h 25"/>
                <a:gd name="T4" fmla="*/ 36 w 39"/>
                <a:gd name="T5" fmla="*/ 0 h 25"/>
                <a:gd name="T6" fmla="*/ 39 w 39"/>
                <a:gd name="T7" fmla="*/ 0 h 25"/>
                <a:gd name="T8" fmla="*/ 39 w 39"/>
                <a:gd name="T9" fmla="*/ 3 h 25"/>
                <a:gd name="T10" fmla="*/ 4 w 39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25">
                  <a:moveTo>
                    <a:pt x="4" y="25"/>
                  </a:moveTo>
                  <a:lnTo>
                    <a:pt x="0" y="21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4" y="25"/>
                  </a:lnTo>
                  <a:close/>
                </a:path>
              </a:pathLst>
            </a:custGeom>
            <a:solidFill>
              <a:srgbClr val="1F22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Rectangle 289">
              <a:extLst>
                <a:ext uri="{FF2B5EF4-FFF2-40B4-BE49-F238E27FC236}">
                  <a16:creationId xmlns:a16="http://schemas.microsoft.com/office/drawing/2014/main" id="{99EB6B04-198F-9E60-BE93-2617246F8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029" y="3724531"/>
              <a:ext cx="215624" cy="43125"/>
            </a:xfrm>
            <a:prstGeom prst="rect">
              <a:avLst/>
            </a:pr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290">
              <a:extLst>
                <a:ext uri="{FF2B5EF4-FFF2-40B4-BE49-F238E27FC236}">
                  <a16:creationId xmlns:a16="http://schemas.microsoft.com/office/drawing/2014/main" id="{471F19FA-66A0-3EFE-DCAC-D7D5A4E1C6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1296" y="3527389"/>
              <a:ext cx="172499" cy="154017"/>
            </a:xfrm>
            <a:custGeom>
              <a:avLst/>
              <a:gdLst>
                <a:gd name="T0" fmla="*/ 4 w 8"/>
                <a:gd name="T1" fmla="*/ 0 h 7"/>
                <a:gd name="T2" fmla="*/ 0 w 8"/>
                <a:gd name="T3" fmla="*/ 3 h 7"/>
                <a:gd name="T4" fmla="*/ 4 w 8"/>
                <a:gd name="T5" fmla="*/ 7 h 7"/>
                <a:gd name="T6" fmla="*/ 8 w 8"/>
                <a:gd name="T7" fmla="*/ 2 h 7"/>
                <a:gd name="T8" fmla="*/ 4 w 8"/>
                <a:gd name="T9" fmla="*/ 0 h 7"/>
                <a:gd name="T10" fmla="*/ 3 w 8"/>
                <a:gd name="T11" fmla="*/ 6 h 7"/>
                <a:gd name="T12" fmla="*/ 0 w 8"/>
                <a:gd name="T13" fmla="*/ 3 h 7"/>
                <a:gd name="T14" fmla="*/ 3 w 8"/>
                <a:gd name="T15" fmla="*/ 1 h 7"/>
                <a:gd name="T16" fmla="*/ 6 w 8"/>
                <a:gd name="T17" fmla="*/ 2 h 7"/>
                <a:gd name="T18" fmla="*/ 3 w 8"/>
                <a:gd name="T1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6" y="7"/>
                    <a:pt x="8" y="4"/>
                    <a:pt x="8" y="2"/>
                  </a:cubicBezTo>
                  <a:cubicBezTo>
                    <a:pt x="8" y="0"/>
                    <a:pt x="6" y="0"/>
                    <a:pt x="4" y="0"/>
                  </a:cubicBezTo>
                  <a:close/>
                  <a:moveTo>
                    <a:pt x="3" y="6"/>
                  </a:move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1"/>
                    <a:pt x="6" y="1"/>
                    <a:pt x="6" y="2"/>
                  </a:cubicBezTo>
                  <a:cubicBezTo>
                    <a:pt x="6" y="4"/>
                    <a:pt x="4" y="6"/>
                    <a:pt x="3" y="6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291">
              <a:extLst>
                <a:ext uri="{FF2B5EF4-FFF2-40B4-BE49-F238E27FC236}">
                  <a16:creationId xmlns:a16="http://schemas.microsoft.com/office/drawing/2014/main" id="{366DB308-91CC-5F00-A38B-22D464050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19" y="3484264"/>
              <a:ext cx="400445" cy="240267"/>
            </a:xfrm>
            <a:custGeom>
              <a:avLst/>
              <a:gdLst>
                <a:gd name="T0" fmla="*/ 0 w 18"/>
                <a:gd name="T1" fmla="*/ 0 h 11"/>
                <a:gd name="T2" fmla="*/ 0 w 18"/>
                <a:gd name="T3" fmla="*/ 2 h 11"/>
                <a:gd name="T4" fmla="*/ 9 w 18"/>
                <a:gd name="T5" fmla="*/ 11 h 11"/>
                <a:gd name="T6" fmla="*/ 18 w 18"/>
                <a:gd name="T7" fmla="*/ 2 h 11"/>
                <a:gd name="T8" fmla="*/ 18 w 18"/>
                <a:gd name="T9" fmla="*/ 0 h 11"/>
                <a:gd name="T10" fmla="*/ 0 w 1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1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7"/>
                    <a:pt x="4" y="11"/>
                    <a:pt x="9" y="11"/>
                  </a:cubicBezTo>
                  <a:cubicBezTo>
                    <a:pt x="14" y="11"/>
                    <a:pt x="18" y="7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292">
              <a:extLst>
                <a:ext uri="{FF2B5EF4-FFF2-40B4-BE49-F238E27FC236}">
                  <a16:creationId xmlns:a16="http://schemas.microsoft.com/office/drawing/2014/main" id="{BE087CE8-934F-E06C-DEF9-B5AE513C3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904" y="3262479"/>
              <a:ext cx="215624" cy="154017"/>
            </a:xfrm>
            <a:custGeom>
              <a:avLst/>
              <a:gdLst>
                <a:gd name="T0" fmla="*/ 4 w 10"/>
                <a:gd name="T1" fmla="*/ 7 h 7"/>
                <a:gd name="T2" fmla="*/ 5 w 10"/>
                <a:gd name="T3" fmla="*/ 3 h 7"/>
                <a:gd name="T4" fmla="*/ 6 w 10"/>
                <a:gd name="T5" fmla="*/ 0 h 7"/>
                <a:gd name="T6" fmla="*/ 9 w 10"/>
                <a:gd name="T7" fmla="*/ 1 h 7"/>
                <a:gd name="T8" fmla="*/ 9 w 10"/>
                <a:gd name="T9" fmla="*/ 4 h 7"/>
                <a:gd name="T10" fmla="*/ 4 w 10"/>
                <a:gd name="T11" fmla="*/ 5 h 7"/>
                <a:gd name="T12" fmla="*/ 4 w 10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4" y="7"/>
                  </a:moveTo>
                  <a:cubicBezTo>
                    <a:pt x="4" y="7"/>
                    <a:pt x="0" y="4"/>
                    <a:pt x="5" y="3"/>
                  </a:cubicBezTo>
                  <a:cubicBezTo>
                    <a:pt x="9" y="1"/>
                    <a:pt x="6" y="0"/>
                    <a:pt x="6" y="0"/>
                  </a:cubicBezTo>
                  <a:cubicBezTo>
                    <a:pt x="6" y="0"/>
                    <a:pt x="8" y="0"/>
                    <a:pt x="9" y="1"/>
                  </a:cubicBezTo>
                  <a:cubicBezTo>
                    <a:pt x="9" y="1"/>
                    <a:pt x="10" y="3"/>
                    <a:pt x="9" y="4"/>
                  </a:cubicBezTo>
                  <a:cubicBezTo>
                    <a:pt x="7" y="5"/>
                    <a:pt x="5" y="4"/>
                    <a:pt x="4" y="5"/>
                  </a:cubicBezTo>
                  <a:cubicBezTo>
                    <a:pt x="4" y="5"/>
                    <a:pt x="3" y="6"/>
                    <a:pt x="4" y="7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293">
              <a:extLst>
                <a:ext uri="{FF2B5EF4-FFF2-40B4-BE49-F238E27FC236}">
                  <a16:creationId xmlns:a16="http://schemas.microsoft.com/office/drawing/2014/main" id="{ED2CC6FA-EC2D-84C5-AC04-8AAD71541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279" y="3354890"/>
              <a:ext cx="154017" cy="104732"/>
            </a:xfrm>
            <a:custGeom>
              <a:avLst/>
              <a:gdLst>
                <a:gd name="T0" fmla="*/ 2 w 7"/>
                <a:gd name="T1" fmla="*/ 5 h 5"/>
                <a:gd name="T2" fmla="*/ 3 w 7"/>
                <a:gd name="T3" fmla="*/ 2 h 5"/>
                <a:gd name="T4" fmla="*/ 4 w 7"/>
                <a:gd name="T5" fmla="*/ 1 h 5"/>
                <a:gd name="T6" fmla="*/ 6 w 7"/>
                <a:gd name="T7" fmla="*/ 1 h 5"/>
                <a:gd name="T8" fmla="*/ 6 w 7"/>
                <a:gd name="T9" fmla="*/ 3 h 5"/>
                <a:gd name="T10" fmla="*/ 3 w 7"/>
                <a:gd name="T11" fmla="*/ 4 h 5"/>
                <a:gd name="T12" fmla="*/ 2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2" y="5"/>
                    <a:pt x="0" y="4"/>
                    <a:pt x="3" y="2"/>
                  </a:cubicBezTo>
                  <a:cubicBezTo>
                    <a:pt x="6" y="1"/>
                    <a:pt x="4" y="1"/>
                    <a:pt x="4" y="1"/>
                  </a:cubicBezTo>
                  <a:cubicBezTo>
                    <a:pt x="4" y="1"/>
                    <a:pt x="5" y="0"/>
                    <a:pt x="6" y="1"/>
                  </a:cubicBezTo>
                  <a:cubicBezTo>
                    <a:pt x="6" y="1"/>
                    <a:pt x="7" y="2"/>
                    <a:pt x="6" y="3"/>
                  </a:cubicBezTo>
                  <a:cubicBezTo>
                    <a:pt x="5" y="4"/>
                    <a:pt x="3" y="4"/>
                    <a:pt x="3" y="4"/>
                  </a:cubicBezTo>
                  <a:cubicBezTo>
                    <a:pt x="2" y="4"/>
                    <a:pt x="2" y="4"/>
                    <a:pt x="2" y="5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Freeform 294">
              <a:extLst>
                <a:ext uri="{FF2B5EF4-FFF2-40B4-BE49-F238E27FC236}">
                  <a16:creationId xmlns:a16="http://schemas.microsoft.com/office/drawing/2014/main" id="{54E46008-DC74-D790-49AD-1C79AADC6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330" y="2387662"/>
              <a:ext cx="332677" cy="301874"/>
            </a:xfrm>
            <a:custGeom>
              <a:avLst/>
              <a:gdLst>
                <a:gd name="T0" fmla="*/ 14 w 15"/>
                <a:gd name="T1" fmla="*/ 5 h 14"/>
                <a:gd name="T2" fmla="*/ 9 w 15"/>
                <a:gd name="T3" fmla="*/ 13 h 14"/>
                <a:gd name="T4" fmla="*/ 1 w 15"/>
                <a:gd name="T5" fmla="*/ 8 h 14"/>
                <a:gd name="T6" fmla="*/ 6 w 15"/>
                <a:gd name="T7" fmla="*/ 0 h 14"/>
                <a:gd name="T8" fmla="*/ 14 w 15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14" y="5"/>
                  </a:moveTo>
                  <a:cubicBezTo>
                    <a:pt x="15" y="9"/>
                    <a:pt x="12" y="12"/>
                    <a:pt x="9" y="13"/>
                  </a:cubicBezTo>
                  <a:cubicBezTo>
                    <a:pt x="5" y="14"/>
                    <a:pt x="2" y="12"/>
                    <a:pt x="1" y="8"/>
                  </a:cubicBezTo>
                  <a:cubicBezTo>
                    <a:pt x="0" y="4"/>
                    <a:pt x="2" y="1"/>
                    <a:pt x="6" y="0"/>
                  </a:cubicBezTo>
                  <a:cubicBezTo>
                    <a:pt x="10" y="0"/>
                    <a:pt x="13" y="2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295">
              <a:extLst>
                <a:ext uri="{FF2B5EF4-FFF2-40B4-BE49-F238E27FC236}">
                  <a16:creationId xmlns:a16="http://schemas.microsoft.com/office/drawing/2014/main" id="{622FE293-C8EF-5332-5FBC-0F12FC94E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512" y="2079628"/>
              <a:ext cx="1293744" cy="1688027"/>
            </a:xfrm>
            <a:custGeom>
              <a:avLst/>
              <a:gdLst>
                <a:gd name="T0" fmla="*/ 4 w 59"/>
                <a:gd name="T1" fmla="*/ 35 h 77"/>
                <a:gd name="T2" fmla="*/ 30 w 59"/>
                <a:gd name="T3" fmla="*/ 7 h 77"/>
                <a:gd name="T4" fmla="*/ 32 w 59"/>
                <a:gd name="T5" fmla="*/ 9 h 77"/>
                <a:gd name="T6" fmla="*/ 33 w 59"/>
                <a:gd name="T7" fmla="*/ 12 h 77"/>
                <a:gd name="T8" fmla="*/ 35 w 59"/>
                <a:gd name="T9" fmla="*/ 13 h 77"/>
                <a:gd name="T10" fmla="*/ 39 w 59"/>
                <a:gd name="T11" fmla="*/ 33 h 77"/>
                <a:gd name="T12" fmla="*/ 59 w 59"/>
                <a:gd name="T13" fmla="*/ 12 h 77"/>
                <a:gd name="T14" fmla="*/ 38 w 59"/>
                <a:gd name="T15" fmla="*/ 9 h 77"/>
                <a:gd name="T16" fmla="*/ 36 w 59"/>
                <a:gd name="T17" fmla="*/ 7 h 77"/>
                <a:gd name="T18" fmla="*/ 34 w 59"/>
                <a:gd name="T19" fmla="*/ 7 h 77"/>
                <a:gd name="T20" fmla="*/ 29 w 59"/>
                <a:gd name="T21" fmla="*/ 3 h 77"/>
                <a:gd name="T22" fmla="*/ 0 w 59"/>
                <a:gd name="T23" fmla="*/ 34 h 77"/>
                <a:gd name="T24" fmla="*/ 33 w 59"/>
                <a:gd name="T25" fmla="*/ 69 h 77"/>
                <a:gd name="T26" fmla="*/ 18 w 59"/>
                <a:gd name="T27" fmla="*/ 75 h 77"/>
                <a:gd name="T28" fmla="*/ 18 w 59"/>
                <a:gd name="T29" fmla="*/ 77 h 77"/>
                <a:gd name="T30" fmla="*/ 52 w 59"/>
                <a:gd name="T31" fmla="*/ 77 h 77"/>
                <a:gd name="T32" fmla="*/ 52 w 59"/>
                <a:gd name="T33" fmla="*/ 75 h 77"/>
                <a:gd name="T34" fmla="*/ 52 w 59"/>
                <a:gd name="T35" fmla="*/ 75 h 77"/>
                <a:gd name="T36" fmla="*/ 37 w 59"/>
                <a:gd name="T37" fmla="*/ 69 h 77"/>
                <a:gd name="T38" fmla="*/ 4 w 59"/>
                <a:gd name="T39" fmla="*/ 3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" h="77">
                  <a:moveTo>
                    <a:pt x="4" y="35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10"/>
                    <a:pt x="32" y="11"/>
                    <a:pt x="33" y="12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27" y="24"/>
                    <a:pt x="39" y="33"/>
                    <a:pt x="39" y="33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9" y="12"/>
                    <a:pt x="50" y="0"/>
                    <a:pt x="38" y="9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5" y="7"/>
                    <a:pt x="34" y="7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4" y="35"/>
                    <a:pt x="4" y="35"/>
                    <a:pt x="4" y="35"/>
                  </a:cubicBezTo>
                </a:path>
              </a:pathLst>
            </a:custGeom>
            <a:solidFill>
              <a:srgbClr val="2A28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296">
              <a:extLst>
                <a:ext uri="{FF2B5EF4-FFF2-40B4-BE49-F238E27FC236}">
                  <a16:creationId xmlns:a16="http://schemas.microsoft.com/office/drawing/2014/main" id="{5D14E61F-6891-8837-7565-F4A344F71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0239" y="3330247"/>
              <a:ext cx="1934455" cy="437409"/>
            </a:xfrm>
            <a:custGeom>
              <a:avLst/>
              <a:gdLst>
                <a:gd name="T0" fmla="*/ 28 w 88"/>
                <a:gd name="T1" fmla="*/ 0 h 20"/>
                <a:gd name="T2" fmla="*/ 0 w 88"/>
                <a:gd name="T3" fmla="*/ 0 h 20"/>
                <a:gd name="T4" fmla="*/ 2 w 88"/>
                <a:gd name="T5" fmla="*/ 20 h 20"/>
                <a:gd name="T6" fmla="*/ 19 w 88"/>
                <a:gd name="T7" fmla="*/ 20 h 20"/>
                <a:gd name="T8" fmla="*/ 16 w 88"/>
                <a:gd name="T9" fmla="*/ 16 h 20"/>
                <a:gd name="T10" fmla="*/ 16 w 88"/>
                <a:gd name="T11" fmla="*/ 16 h 20"/>
                <a:gd name="T12" fmla="*/ 19 w 88"/>
                <a:gd name="T13" fmla="*/ 12 h 20"/>
                <a:gd name="T14" fmla="*/ 19 w 88"/>
                <a:gd name="T15" fmla="*/ 12 h 20"/>
                <a:gd name="T16" fmla="*/ 24 w 88"/>
                <a:gd name="T17" fmla="*/ 13 h 20"/>
                <a:gd name="T18" fmla="*/ 28 w 88"/>
                <a:gd name="T19" fmla="*/ 0 h 20"/>
                <a:gd name="T20" fmla="*/ 57 w 88"/>
                <a:gd name="T21" fmla="*/ 0 h 20"/>
                <a:gd name="T22" fmla="*/ 43 w 88"/>
                <a:gd name="T23" fmla="*/ 0 h 20"/>
                <a:gd name="T24" fmla="*/ 46 w 88"/>
                <a:gd name="T25" fmla="*/ 13 h 20"/>
                <a:gd name="T26" fmla="*/ 52 w 88"/>
                <a:gd name="T27" fmla="*/ 13 h 20"/>
                <a:gd name="T28" fmla="*/ 55 w 88"/>
                <a:gd name="T29" fmla="*/ 16 h 20"/>
                <a:gd name="T30" fmla="*/ 55 w 88"/>
                <a:gd name="T31" fmla="*/ 17 h 20"/>
                <a:gd name="T32" fmla="*/ 53 w 88"/>
                <a:gd name="T33" fmla="*/ 20 h 20"/>
                <a:gd name="T34" fmla="*/ 88 w 88"/>
                <a:gd name="T35" fmla="*/ 20 h 20"/>
                <a:gd name="T36" fmla="*/ 57 w 88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8" h="20">
                  <a:moveTo>
                    <a:pt x="2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7" y="20"/>
                    <a:pt x="16" y="18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4"/>
                    <a:pt x="17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5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4" y="13"/>
                    <a:pt x="55" y="14"/>
                    <a:pt x="55" y="16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8"/>
                    <a:pt x="54" y="19"/>
                    <a:pt x="53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FFFF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297">
              <a:extLst>
                <a:ext uri="{FF2B5EF4-FFF2-40B4-BE49-F238E27FC236}">
                  <a16:creationId xmlns:a16="http://schemas.microsoft.com/office/drawing/2014/main" id="{E51A807F-32B9-A009-43A6-D11E3030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058" y="3330247"/>
              <a:ext cx="480533" cy="283391"/>
            </a:xfrm>
            <a:custGeom>
              <a:avLst/>
              <a:gdLst>
                <a:gd name="T0" fmla="*/ 67 w 78"/>
                <a:gd name="T1" fmla="*/ 0 h 46"/>
                <a:gd name="T2" fmla="*/ 14 w 78"/>
                <a:gd name="T3" fmla="*/ 0 h 46"/>
                <a:gd name="T4" fmla="*/ 0 w 78"/>
                <a:gd name="T5" fmla="*/ 46 h 46"/>
                <a:gd name="T6" fmla="*/ 78 w 78"/>
                <a:gd name="T7" fmla="*/ 46 h 46"/>
                <a:gd name="T8" fmla="*/ 67 w 78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46">
                  <a:moveTo>
                    <a:pt x="67" y="0"/>
                  </a:moveTo>
                  <a:lnTo>
                    <a:pt x="14" y="0"/>
                  </a:lnTo>
                  <a:lnTo>
                    <a:pt x="0" y="46"/>
                  </a:lnTo>
                  <a:lnTo>
                    <a:pt x="78" y="46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1C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298">
              <a:extLst>
                <a:ext uri="{FF2B5EF4-FFF2-40B4-BE49-F238E27FC236}">
                  <a16:creationId xmlns:a16="http://schemas.microsoft.com/office/drawing/2014/main" id="{ADAD5ED9-41E2-3B5C-85FE-801595437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058" y="3330247"/>
              <a:ext cx="480533" cy="283391"/>
            </a:xfrm>
            <a:custGeom>
              <a:avLst/>
              <a:gdLst>
                <a:gd name="T0" fmla="*/ 67 w 78"/>
                <a:gd name="T1" fmla="*/ 0 h 46"/>
                <a:gd name="T2" fmla="*/ 14 w 78"/>
                <a:gd name="T3" fmla="*/ 0 h 46"/>
                <a:gd name="T4" fmla="*/ 0 w 78"/>
                <a:gd name="T5" fmla="*/ 46 h 46"/>
                <a:gd name="T6" fmla="*/ 78 w 78"/>
                <a:gd name="T7" fmla="*/ 46 h 46"/>
                <a:gd name="T8" fmla="*/ 67 w 78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46">
                  <a:moveTo>
                    <a:pt x="67" y="0"/>
                  </a:moveTo>
                  <a:lnTo>
                    <a:pt x="14" y="0"/>
                  </a:lnTo>
                  <a:lnTo>
                    <a:pt x="0" y="46"/>
                  </a:lnTo>
                  <a:lnTo>
                    <a:pt x="78" y="46"/>
                  </a:lnTo>
                  <a:lnTo>
                    <a:pt x="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299">
              <a:extLst>
                <a:ext uri="{FF2B5EF4-FFF2-40B4-BE49-F238E27FC236}">
                  <a16:creationId xmlns:a16="http://schemas.microsoft.com/office/drawing/2014/main" id="{D481D9EB-0273-D7D3-F858-A14B6FB5F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989" y="2646411"/>
              <a:ext cx="1336869" cy="683836"/>
            </a:xfrm>
            <a:custGeom>
              <a:avLst/>
              <a:gdLst>
                <a:gd name="T0" fmla="*/ 3 w 61"/>
                <a:gd name="T1" fmla="*/ 0 h 31"/>
                <a:gd name="T2" fmla="*/ 1 w 61"/>
                <a:gd name="T3" fmla="*/ 1 h 31"/>
                <a:gd name="T4" fmla="*/ 0 w 61"/>
                <a:gd name="T5" fmla="*/ 1 h 31"/>
                <a:gd name="T6" fmla="*/ 4 w 61"/>
                <a:gd name="T7" fmla="*/ 31 h 31"/>
                <a:gd name="T8" fmla="*/ 32 w 61"/>
                <a:gd name="T9" fmla="*/ 31 h 31"/>
                <a:gd name="T10" fmla="*/ 47 w 61"/>
                <a:gd name="T11" fmla="*/ 31 h 31"/>
                <a:gd name="T12" fmla="*/ 61 w 61"/>
                <a:gd name="T13" fmla="*/ 31 h 31"/>
                <a:gd name="T14" fmla="*/ 51 w 61"/>
                <a:gd name="T15" fmla="*/ 24 h 31"/>
                <a:gd name="T16" fmla="*/ 3 w 61"/>
                <a:gd name="T17" fmla="*/ 24 h 31"/>
                <a:gd name="T18" fmla="*/ 3 w 61"/>
                <a:gd name="T1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31">
                  <a:moveTo>
                    <a:pt x="3" y="0"/>
                  </a:moveTo>
                  <a:cubicBezTo>
                    <a:pt x="2" y="1"/>
                    <a:pt x="2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D3D3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300">
              <a:extLst>
                <a:ext uri="{FF2B5EF4-FFF2-40B4-BE49-F238E27FC236}">
                  <a16:creationId xmlns:a16="http://schemas.microsoft.com/office/drawing/2014/main" id="{B11E4678-F41F-B01F-ED36-3E429B645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757" y="2584804"/>
              <a:ext cx="1053477" cy="591426"/>
            </a:xfrm>
            <a:custGeom>
              <a:avLst/>
              <a:gdLst>
                <a:gd name="T0" fmla="*/ 2 w 48"/>
                <a:gd name="T1" fmla="*/ 0 h 27"/>
                <a:gd name="T2" fmla="*/ 0 w 48"/>
                <a:gd name="T3" fmla="*/ 3 h 27"/>
                <a:gd name="T4" fmla="*/ 0 w 48"/>
                <a:gd name="T5" fmla="*/ 27 h 27"/>
                <a:gd name="T6" fmla="*/ 48 w 48"/>
                <a:gd name="T7" fmla="*/ 27 h 27"/>
                <a:gd name="T8" fmla="*/ 44 w 48"/>
                <a:gd name="T9" fmla="*/ 24 h 27"/>
                <a:gd name="T10" fmla="*/ 39 w 48"/>
                <a:gd name="T11" fmla="*/ 24 h 27"/>
                <a:gd name="T12" fmla="*/ 39 w 48"/>
                <a:gd name="T13" fmla="*/ 24 h 27"/>
                <a:gd name="T14" fmla="*/ 5 w 48"/>
                <a:gd name="T15" fmla="*/ 24 h 27"/>
                <a:gd name="T16" fmla="*/ 5 w 48"/>
                <a:gd name="T17" fmla="*/ 24 h 27"/>
                <a:gd name="T18" fmla="*/ 2 w 48"/>
                <a:gd name="T19" fmla="*/ 24 h 27"/>
                <a:gd name="T20" fmla="*/ 2 w 48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27">
                  <a:moveTo>
                    <a:pt x="2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949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301">
              <a:extLst>
                <a:ext uri="{FF2B5EF4-FFF2-40B4-BE49-F238E27FC236}">
                  <a16:creationId xmlns:a16="http://schemas.microsoft.com/office/drawing/2014/main" id="{69A3ED6C-032E-DA9E-35D5-C67990680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882" y="2535519"/>
              <a:ext cx="61607" cy="572944"/>
            </a:xfrm>
            <a:custGeom>
              <a:avLst/>
              <a:gdLst>
                <a:gd name="T0" fmla="*/ 1 w 3"/>
                <a:gd name="T1" fmla="*/ 0 h 26"/>
                <a:gd name="T2" fmla="*/ 0 w 3"/>
                <a:gd name="T3" fmla="*/ 2 h 26"/>
                <a:gd name="T4" fmla="*/ 0 w 3"/>
                <a:gd name="T5" fmla="*/ 26 h 26"/>
                <a:gd name="T6" fmla="*/ 3 w 3"/>
                <a:gd name="T7" fmla="*/ 26 h 26"/>
                <a:gd name="T8" fmla="*/ 3 w 3"/>
                <a:gd name="T9" fmla="*/ 2 h 26"/>
                <a:gd name="T10" fmla="*/ 1 w 3"/>
                <a:gd name="T1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26">
                  <a:moveTo>
                    <a:pt x="1" y="0"/>
                  </a:moveTo>
                  <a:cubicBezTo>
                    <a:pt x="1" y="1"/>
                    <a:pt x="1" y="2"/>
                    <a:pt x="0" y="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Freeform 302">
              <a:extLst>
                <a:ext uri="{FF2B5EF4-FFF2-40B4-BE49-F238E27FC236}">
                  <a16:creationId xmlns:a16="http://schemas.microsoft.com/office/drawing/2014/main" id="{D7CE5B94-CC40-EA4D-05BD-56E1EC7A5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398" y="3595156"/>
              <a:ext cx="856335" cy="172499"/>
            </a:xfrm>
            <a:custGeom>
              <a:avLst/>
              <a:gdLst>
                <a:gd name="T0" fmla="*/ 3 w 39"/>
                <a:gd name="T1" fmla="*/ 0 h 8"/>
                <a:gd name="T2" fmla="*/ 0 w 39"/>
                <a:gd name="T3" fmla="*/ 4 h 8"/>
                <a:gd name="T4" fmla="*/ 0 w 39"/>
                <a:gd name="T5" fmla="*/ 4 h 8"/>
                <a:gd name="T6" fmla="*/ 3 w 39"/>
                <a:gd name="T7" fmla="*/ 8 h 8"/>
                <a:gd name="T8" fmla="*/ 37 w 39"/>
                <a:gd name="T9" fmla="*/ 8 h 8"/>
                <a:gd name="T10" fmla="*/ 39 w 39"/>
                <a:gd name="T11" fmla="*/ 5 h 8"/>
                <a:gd name="T12" fmla="*/ 39 w 39"/>
                <a:gd name="T13" fmla="*/ 4 h 8"/>
                <a:gd name="T14" fmla="*/ 36 w 39"/>
                <a:gd name="T15" fmla="*/ 1 h 8"/>
                <a:gd name="T16" fmla="*/ 30 w 39"/>
                <a:gd name="T17" fmla="*/ 1 h 8"/>
                <a:gd name="T18" fmla="*/ 8 w 39"/>
                <a:gd name="T19" fmla="*/ 1 h 8"/>
                <a:gd name="T20" fmla="*/ 3 w 39"/>
                <a:gd name="T21" fmla="*/ 0 h 8"/>
                <a:gd name="T22" fmla="*/ 3 w 39"/>
                <a:gd name="T2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" h="8">
                  <a:moveTo>
                    <a:pt x="3" y="0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8" y="7"/>
                    <a:pt x="39" y="6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2"/>
                    <a:pt x="38" y="1"/>
                    <a:pt x="36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D3D3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303">
              <a:extLst>
                <a:ext uri="{FF2B5EF4-FFF2-40B4-BE49-F238E27FC236}">
                  <a16:creationId xmlns:a16="http://schemas.microsoft.com/office/drawing/2014/main" id="{D53383FC-F00B-4261-D1A3-D4740B934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092" y="3046855"/>
              <a:ext cx="104732" cy="61607"/>
            </a:xfrm>
            <a:custGeom>
              <a:avLst/>
              <a:gdLst>
                <a:gd name="T0" fmla="*/ 0 w 17"/>
                <a:gd name="T1" fmla="*/ 0 h 10"/>
                <a:gd name="T2" fmla="*/ 0 w 17"/>
                <a:gd name="T3" fmla="*/ 10 h 10"/>
                <a:gd name="T4" fmla="*/ 17 w 17"/>
                <a:gd name="T5" fmla="*/ 10 h 10"/>
                <a:gd name="T6" fmla="*/ 0 w 17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0">
                  <a:moveTo>
                    <a:pt x="0" y="0"/>
                  </a:moveTo>
                  <a:lnTo>
                    <a:pt x="0" y="10"/>
                  </a:lnTo>
                  <a:lnTo>
                    <a:pt x="17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Freeform 304">
              <a:extLst>
                <a:ext uri="{FF2B5EF4-FFF2-40B4-BE49-F238E27FC236}">
                  <a16:creationId xmlns:a16="http://schemas.microsoft.com/office/drawing/2014/main" id="{B7F5DE18-0FA0-5146-6CF8-FB7D1AB0B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092" y="3046855"/>
              <a:ext cx="104732" cy="61607"/>
            </a:xfrm>
            <a:custGeom>
              <a:avLst/>
              <a:gdLst>
                <a:gd name="T0" fmla="*/ 0 w 17"/>
                <a:gd name="T1" fmla="*/ 0 h 10"/>
                <a:gd name="T2" fmla="*/ 0 w 17"/>
                <a:gd name="T3" fmla="*/ 10 h 10"/>
                <a:gd name="T4" fmla="*/ 17 w 17"/>
                <a:gd name="T5" fmla="*/ 10 h 10"/>
                <a:gd name="T6" fmla="*/ 0 w 17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0">
                  <a:moveTo>
                    <a:pt x="0" y="0"/>
                  </a:moveTo>
                  <a:lnTo>
                    <a:pt x="0" y="10"/>
                  </a:lnTo>
                  <a:lnTo>
                    <a:pt x="17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Freeform 305">
              <a:extLst>
                <a:ext uri="{FF2B5EF4-FFF2-40B4-BE49-F238E27FC236}">
                  <a16:creationId xmlns:a16="http://schemas.microsoft.com/office/drawing/2014/main" id="{3AF94459-4C45-D556-117E-1598A6D0E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584804"/>
              <a:ext cx="751604" cy="523658"/>
            </a:xfrm>
            <a:custGeom>
              <a:avLst/>
              <a:gdLst>
                <a:gd name="T0" fmla="*/ 0 w 122"/>
                <a:gd name="T1" fmla="*/ 0 h 85"/>
                <a:gd name="T2" fmla="*/ 0 w 122"/>
                <a:gd name="T3" fmla="*/ 85 h 85"/>
                <a:gd name="T4" fmla="*/ 0 w 122"/>
                <a:gd name="T5" fmla="*/ 85 h 85"/>
                <a:gd name="T6" fmla="*/ 122 w 122"/>
                <a:gd name="T7" fmla="*/ 85 h 85"/>
                <a:gd name="T8" fmla="*/ 122 w 122"/>
                <a:gd name="T9" fmla="*/ 85 h 85"/>
                <a:gd name="T10" fmla="*/ 122 w 122"/>
                <a:gd name="T11" fmla="*/ 75 h 85"/>
                <a:gd name="T12" fmla="*/ 107 w 122"/>
                <a:gd name="T13" fmla="*/ 67 h 85"/>
                <a:gd name="T14" fmla="*/ 18 w 122"/>
                <a:gd name="T15" fmla="*/ 67 h 85"/>
                <a:gd name="T16" fmla="*/ 18 w 122"/>
                <a:gd name="T17" fmla="*/ 57 h 85"/>
                <a:gd name="T18" fmla="*/ 93 w 122"/>
                <a:gd name="T19" fmla="*/ 57 h 85"/>
                <a:gd name="T20" fmla="*/ 79 w 122"/>
                <a:gd name="T21" fmla="*/ 50 h 85"/>
                <a:gd name="T22" fmla="*/ 18 w 122"/>
                <a:gd name="T23" fmla="*/ 50 h 85"/>
                <a:gd name="T24" fmla="*/ 18 w 122"/>
                <a:gd name="T25" fmla="*/ 39 h 85"/>
                <a:gd name="T26" fmla="*/ 65 w 122"/>
                <a:gd name="T27" fmla="*/ 39 h 85"/>
                <a:gd name="T28" fmla="*/ 54 w 122"/>
                <a:gd name="T29" fmla="*/ 32 h 85"/>
                <a:gd name="T30" fmla="*/ 18 w 122"/>
                <a:gd name="T31" fmla="*/ 32 h 85"/>
                <a:gd name="T32" fmla="*/ 18 w 122"/>
                <a:gd name="T33" fmla="*/ 21 h 85"/>
                <a:gd name="T34" fmla="*/ 36 w 122"/>
                <a:gd name="T35" fmla="*/ 21 h 85"/>
                <a:gd name="T36" fmla="*/ 25 w 122"/>
                <a:gd name="T37" fmla="*/ 14 h 85"/>
                <a:gd name="T38" fmla="*/ 18 w 122"/>
                <a:gd name="T39" fmla="*/ 14 h 85"/>
                <a:gd name="T40" fmla="*/ 18 w 122"/>
                <a:gd name="T41" fmla="*/ 7 h 85"/>
                <a:gd name="T42" fmla="*/ 0 w 122"/>
                <a:gd name="T4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" h="85">
                  <a:moveTo>
                    <a:pt x="0" y="0"/>
                  </a:moveTo>
                  <a:lnTo>
                    <a:pt x="0" y="85"/>
                  </a:lnTo>
                  <a:lnTo>
                    <a:pt x="0" y="85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75"/>
                  </a:lnTo>
                  <a:lnTo>
                    <a:pt x="107" y="67"/>
                  </a:lnTo>
                  <a:lnTo>
                    <a:pt x="18" y="67"/>
                  </a:lnTo>
                  <a:lnTo>
                    <a:pt x="18" y="57"/>
                  </a:lnTo>
                  <a:lnTo>
                    <a:pt x="93" y="57"/>
                  </a:lnTo>
                  <a:lnTo>
                    <a:pt x="79" y="50"/>
                  </a:lnTo>
                  <a:lnTo>
                    <a:pt x="18" y="50"/>
                  </a:lnTo>
                  <a:lnTo>
                    <a:pt x="18" y="39"/>
                  </a:lnTo>
                  <a:lnTo>
                    <a:pt x="65" y="39"/>
                  </a:lnTo>
                  <a:lnTo>
                    <a:pt x="54" y="32"/>
                  </a:lnTo>
                  <a:lnTo>
                    <a:pt x="18" y="32"/>
                  </a:lnTo>
                  <a:lnTo>
                    <a:pt x="18" y="21"/>
                  </a:lnTo>
                  <a:lnTo>
                    <a:pt x="36" y="21"/>
                  </a:lnTo>
                  <a:lnTo>
                    <a:pt x="25" y="14"/>
                  </a:lnTo>
                  <a:lnTo>
                    <a:pt x="18" y="14"/>
                  </a:lnTo>
                  <a:lnTo>
                    <a:pt x="1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Freeform 306">
              <a:extLst>
                <a:ext uri="{FF2B5EF4-FFF2-40B4-BE49-F238E27FC236}">
                  <a16:creationId xmlns:a16="http://schemas.microsoft.com/office/drawing/2014/main" id="{510A3566-5166-0F7E-9316-A1B30A7B9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489" y="2584804"/>
              <a:ext cx="751604" cy="523658"/>
            </a:xfrm>
            <a:custGeom>
              <a:avLst/>
              <a:gdLst>
                <a:gd name="T0" fmla="*/ 0 w 122"/>
                <a:gd name="T1" fmla="*/ 0 h 85"/>
                <a:gd name="T2" fmla="*/ 0 w 122"/>
                <a:gd name="T3" fmla="*/ 85 h 85"/>
                <a:gd name="T4" fmla="*/ 0 w 122"/>
                <a:gd name="T5" fmla="*/ 85 h 85"/>
                <a:gd name="T6" fmla="*/ 122 w 122"/>
                <a:gd name="T7" fmla="*/ 85 h 85"/>
                <a:gd name="T8" fmla="*/ 122 w 122"/>
                <a:gd name="T9" fmla="*/ 85 h 85"/>
                <a:gd name="T10" fmla="*/ 122 w 122"/>
                <a:gd name="T11" fmla="*/ 75 h 85"/>
                <a:gd name="T12" fmla="*/ 107 w 122"/>
                <a:gd name="T13" fmla="*/ 67 h 85"/>
                <a:gd name="T14" fmla="*/ 18 w 122"/>
                <a:gd name="T15" fmla="*/ 67 h 85"/>
                <a:gd name="T16" fmla="*/ 18 w 122"/>
                <a:gd name="T17" fmla="*/ 57 h 85"/>
                <a:gd name="T18" fmla="*/ 93 w 122"/>
                <a:gd name="T19" fmla="*/ 57 h 85"/>
                <a:gd name="T20" fmla="*/ 79 w 122"/>
                <a:gd name="T21" fmla="*/ 50 h 85"/>
                <a:gd name="T22" fmla="*/ 18 w 122"/>
                <a:gd name="T23" fmla="*/ 50 h 85"/>
                <a:gd name="T24" fmla="*/ 18 w 122"/>
                <a:gd name="T25" fmla="*/ 39 h 85"/>
                <a:gd name="T26" fmla="*/ 65 w 122"/>
                <a:gd name="T27" fmla="*/ 39 h 85"/>
                <a:gd name="T28" fmla="*/ 54 w 122"/>
                <a:gd name="T29" fmla="*/ 32 h 85"/>
                <a:gd name="T30" fmla="*/ 18 w 122"/>
                <a:gd name="T31" fmla="*/ 32 h 85"/>
                <a:gd name="T32" fmla="*/ 18 w 122"/>
                <a:gd name="T33" fmla="*/ 21 h 85"/>
                <a:gd name="T34" fmla="*/ 36 w 122"/>
                <a:gd name="T35" fmla="*/ 21 h 85"/>
                <a:gd name="T36" fmla="*/ 25 w 122"/>
                <a:gd name="T37" fmla="*/ 14 h 85"/>
                <a:gd name="T38" fmla="*/ 18 w 122"/>
                <a:gd name="T39" fmla="*/ 14 h 85"/>
                <a:gd name="T40" fmla="*/ 18 w 122"/>
                <a:gd name="T41" fmla="*/ 7 h 85"/>
                <a:gd name="T42" fmla="*/ 0 w 122"/>
                <a:gd name="T4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" h="85">
                  <a:moveTo>
                    <a:pt x="0" y="0"/>
                  </a:moveTo>
                  <a:lnTo>
                    <a:pt x="0" y="85"/>
                  </a:lnTo>
                  <a:lnTo>
                    <a:pt x="0" y="85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75"/>
                  </a:lnTo>
                  <a:lnTo>
                    <a:pt x="107" y="67"/>
                  </a:lnTo>
                  <a:lnTo>
                    <a:pt x="18" y="67"/>
                  </a:lnTo>
                  <a:lnTo>
                    <a:pt x="18" y="57"/>
                  </a:lnTo>
                  <a:lnTo>
                    <a:pt x="93" y="57"/>
                  </a:lnTo>
                  <a:lnTo>
                    <a:pt x="79" y="50"/>
                  </a:lnTo>
                  <a:lnTo>
                    <a:pt x="18" y="50"/>
                  </a:lnTo>
                  <a:lnTo>
                    <a:pt x="18" y="39"/>
                  </a:lnTo>
                  <a:lnTo>
                    <a:pt x="65" y="39"/>
                  </a:lnTo>
                  <a:lnTo>
                    <a:pt x="54" y="32"/>
                  </a:lnTo>
                  <a:lnTo>
                    <a:pt x="18" y="32"/>
                  </a:lnTo>
                  <a:lnTo>
                    <a:pt x="18" y="21"/>
                  </a:lnTo>
                  <a:lnTo>
                    <a:pt x="36" y="21"/>
                  </a:lnTo>
                  <a:lnTo>
                    <a:pt x="25" y="14"/>
                  </a:lnTo>
                  <a:lnTo>
                    <a:pt x="18" y="14"/>
                  </a:lnTo>
                  <a:lnTo>
                    <a:pt x="18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Freeform 307">
              <a:extLst>
                <a:ext uri="{FF2B5EF4-FFF2-40B4-BE49-F238E27FC236}">
                  <a16:creationId xmlns:a16="http://schemas.microsoft.com/office/drawing/2014/main" id="{8BED907A-A1A9-4AE2-9B0B-A307A4B97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627929"/>
              <a:ext cx="43125" cy="43125"/>
            </a:xfrm>
            <a:custGeom>
              <a:avLst/>
              <a:gdLst>
                <a:gd name="T0" fmla="*/ 0 w 7"/>
                <a:gd name="T1" fmla="*/ 0 h 7"/>
                <a:gd name="T2" fmla="*/ 0 w 7"/>
                <a:gd name="T3" fmla="*/ 7 h 7"/>
                <a:gd name="T4" fmla="*/ 7 w 7"/>
                <a:gd name="T5" fmla="*/ 7 h 7"/>
                <a:gd name="T6" fmla="*/ 0 w 7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0" y="7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Freeform 308">
              <a:extLst>
                <a:ext uri="{FF2B5EF4-FFF2-40B4-BE49-F238E27FC236}">
                  <a16:creationId xmlns:a16="http://schemas.microsoft.com/office/drawing/2014/main" id="{82A19D1F-B0CC-BEEF-0E90-C2F65F6E0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627929"/>
              <a:ext cx="43125" cy="43125"/>
            </a:xfrm>
            <a:custGeom>
              <a:avLst/>
              <a:gdLst>
                <a:gd name="T0" fmla="*/ 0 w 7"/>
                <a:gd name="T1" fmla="*/ 0 h 7"/>
                <a:gd name="T2" fmla="*/ 0 w 7"/>
                <a:gd name="T3" fmla="*/ 7 h 7"/>
                <a:gd name="T4" fmla="*/ 7 w 7"/>
                <a:gd name="T5" fmla="*/ 7 h 7"/>
                <a:gd name="T6" fmla="*/ 0 w 7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0" y="7"/>
                  </a:lnTo>
                  <a:lnTo>
                    <a:pt x="7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Freeform 309">
              <a:extLst>
                <a:ext uri="{FF2B5EF4-FFF2-40B4-BE49-F238E27FC236}">
                  <a16:creationId xmlns:a16="http://schemas.microsoft.com/office/drawing/2014/main" id="{0F161074-91A4-77A4-B82D-99251AA1B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714178"/>
              <a:ext cx="221785" cy="67768"/>
            </a:xfrm>
            <a:custGeom>
              <a:avLst/>
              <a:gdLst>
                <a:gd name="T0" fmla="*/ 18 w 36"/>
                <a:gd name="T1" fmla="*/ 0 h 11"/>
                <a:gd name="T2" fmla="*/ 0 w 36"/>
                <a:gd name="T3" fmla="*/ 0 h 11"/>
                <a:gd name="T4" fmla="*/ 0 w 36"/>
                <a:gd name="T5" fmla="*/ 11 h 11"/>
                <a:gd name="T6" fmla="*/ 36 w 36"/>
                <a:gd name="T7" fmla="*/ 11 h 11"/>
                <a:gd name="T8" fmla="*/ 18 w 3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1">
                  <a:moveTo>
                    <a:pt x="18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6" y="1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Freeform 310">
              <a:extLst>
                <a:ext uri="{FF2B5EF4-FFF2-40B4-BE49-F238E27FC236}">
                  <a16:creationId xmlns:a16="http://schemas.microsoft.com/office/drawing/2014/main" id="{347B947A-FA71-A72D-9F8D-AA7ED066A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714178"/>
              <a:ext cx="221785" cy="67768"/>
            </a:xfrm>
            <a:custGeom>
              <a:avLst/>
              <a:gdLst>
                <a:gd name="T0" fmla="*/ 18 w 36"/>
                <a:gd name="T1" fmla="*/ 0 h 11"/>
                <a:gd name="T2" fmla="*/ 0 w 36"/>
                <a:gd name="T3" fmla="*/ 0 h 11"/>
                <a:gd name="T4" fmla="*/ 0 w 36"/>
                <a:gd name="T5" fmla="*/ 11 h 11"/>
                <a:gd name="T6" fmla="*/ 36 w 36"/>
                <a:gd name="T7" fmla="*/ 11 h 11"/>
                <a:gd name="T8" fmla="*/ 18 w 36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1">
                  <a:moveTo>
                    <a:pt x="18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6" y="11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Freeform 311">
              <a:extLst>
                <a:ext uri="{FF2B5EF4-FFF2-40B4-BE49-F238E27FC236}">
                  <a16:creationId xmlns:a16="http://schemas.microsoft.com/office/drawing/2014/main" id="{2B7F3E7E-9212-294A-0A68-0A7CDA173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825071"/>
              <a:ext cx="375802" cy="67768"/>
            </a:xfrm>
            <a:custGeom>
              <a:avLst/>
              <a:gdLst>
                <a:gd name="T0" fmla="*/ 47 w 61"/>
                <a:gd name="T1" fmla="*/ 0 h 11"/>
                <a:gd name="T2" fmla="*/ 0 w 61"/>
                <a:gd name="T3" fmla="*/ 0 h 11"/>
                <a:gd name="T4" fmla="*/ 0 w 61"/>
                <a:gd name="T5" fmla="*/ 11 h 11"/>
                <a:gd name="T6" fmla="*/ 61 w 61"/>
                <a:gd name="T7" fmla="*/ 11 h 11"/>
                <a:gd name="T8" fmla="*/ 47 w 6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1">
                  <a:moveTo>
                    <a:pt x="47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61" y="11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Freeform 312">
              <a:extLst>
                <a:ext uri="{FF2B5EF4-FFF2-40B4-BE49-F238E27FC236}">
                  <a16:creationId xmlns:a16="http://schemas.microsoft.com/office/drawing/2014/main" id="{D3038650-D04E-F0A0-DC85-012B10F7F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825071"/>
              <a:ext cx="375802" cy="67768"/>
            </a:xfrm>
            <a:custGeom>
              <a:avLst/>
              <a:gdLst>
                <a:gd name="T0" fmla="*/ 47 w 61"/>
                <a:gd name="T1" fmla="*/ 0 h 11"/>
                <a:gd name="T2" fmla="*/ 0 w 61"/>
                <a:gd name="T3" fmla="*/ 0 h 11"/>
                <a:gd name="T4" fmla="*/ 0 w 61"/>
                <a:gd name="T5" fmla="*/ 11 h 11"/>
                <a:gd name="T6" fmla="*/ 61 w 61"/>
                <a:gd name="T7" fmla="*/ 11 h 11"/>
                <a:gd name="T8" fmla="*/ 47 w 6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1">
                  <a:moveTo>
                    <a:pt x="47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61" y="11"/>
                  </a:lnTo>
                  <a:lnTo>
                    <a:pt x="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Freeform 313">
              <a:extLst>
                <a:ext uri="{FF2B5EF4-FFF2-40B4-BE49-F238E27FC236}">
                  <a16:creationId xmlns:a16="http://schemas.microsoft.com/office/drawing/2014/main" id="{0C8B9DAC-1827-1EC5-68D7-F302191C0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935963"/>
              <a:ext cx="548301" cy="61607"/>
            </a:xfrm>
            <a:custGeom>
              <a:avLst/>
              <a:gdLst>
                <a:gd name="T0" fmla="*/ 75 w 89"/>
                <a:gd name="T1" fmla="*/ 0 h 10"/>
                <a:gd name="T2" fmla="*/ 0 w 89"/>
                <a:gd name="T3" fmla="*/ 0 h 10"/>
                <a:gd name="T4" fmla="*/ 0 w 89"/>
                <a:gd name="T5" fmla="*/ 10 h 10"/>
                <a:gd name="T6" fmla="*/ 89 w 89"/>
                <a:gd name="T7" fmla="*/ 10 h 10"/>
                <a:gd name="T8" fmla="*/ 75 w 8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">
                  <a:moveTo>
                    <a:pt x="75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89" y="1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D6D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Freeform 314">
              <a:extLst>
                <a:ext uri="{FF2B5EF4-FFF2-40B4-BE49-F238E27FC236}">
                  <a16:creationId xmlns:a16="http://schemas.microsoft.com/office/drawing/2014/main" id="{1F76BA0E-64C6-8CD5-DC1D-364F6157D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381" y="2935963"/>
              <a:ext cx="548301" cy="61607"/>
            </a:xfrm>
            <a:custGeom>
              <a:avLst/>
              <a:gdLst>
                <a:gd name="T0" fmla="*/ 75 w 89"/>
                <a:gd name="T1" fmla="*/ 0 h 10"/>
                <a:gd name="T2" fmla="*/ 0 w 89"/>
                <a:gd name="T3" fmla="*/ 0 h 10"/>
                <a:gd name="T4" fmla="*/ 0 w 89"/>
                <a:gd name="T5" fmla="*/ 10 h 10"/>
                <a:gd name="T6" fmla="*/ 89 w 89"/>
                <a:gd name="T7" fmla="*/ 10 h 10"/>
                <a:gd name="T8" fmla="*/ 75 w 8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">
                  <a:moveTo>
                    <a:pt x="75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89" y="10"/>
                  </a:lnTo>
                  <a:lnTo>
                    <a:pt x="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Freeform 315">
              <a:extLst>
                <a:ext uri="{FF2B5EF4-FFF2-40B4-BE49-F238E27FC236}">
                  <a16:creationId xmlns:a16="http://schemas.microsoft.com/office/drawing/2014/main" id="{10403F28-2306-9FCE-38AE-C20679811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347" y="2517037"/>
              <a:ext cx="154017" cy="154017"/>
            </a:xfrm>
            <a:custGeom>
              <a:avLst/>
              <a:gdLst>
                <a:gd name="T0" fmla="*/ 6 w 7"/>
                <a:gd name="T1" fmla="*/ 0 h 7"/>
                <a:gd name="T2" fmla="*/ 0 w 7"/>
                <a:gd name="T3" fmla="*/ 6 h 7"/>
                <a:gd name="T4" fmla="*/ 1 w 7"/>
                <a:gd name="T5" fmla="*/ 7 h 7"/>
                <a:gd name="T6" fmla="*/ 2 w 7"/>
                <a:gd name="T7" fmla="*/ 7 h 7"/>
                <a:gd name="T8" fmla="*/ 4 w 7"/>
                <a:gd name="T9" fmla="*/ 6 h 7"/>
                <a:gd name="T10" fmla="*/ 6 w 7"/>
                <a:gd name="T11" fmla="*/ 3 h 7"/>
                <a:gd name="T12" fmla="*/ 7 w 7"/>
                <a:gd name="T13" fmla="*/ 1 h 7"/>
                <a:gd name="T14" fmla="*/ 6 w 7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3" y="7"/>
                    <a:pt x="3" y="7"/>
                    <a:pt x="4" y="6"/>
                  </a:cubicBezTo>
                  <a:cubicBezTo>
                    <a:pt x="5" y="5"/>
                    <a:pt x="6" y="4"/>
                    <a:pt x="6" y="3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Freeform 316">
              <a:extLst>
                <a:ext uri="{FF2B5EF4-FFF2-40B4-BE49-F238E27FC236}">
                  <a16:creationId xmlns:a16="http://schemas.microsoft.com/office/drawing/2014/main" id="{ECF44E74-55E2-1FCB-8B70-0728DC28B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858" y="2184360"/>
              <a:ext cx="659193" cy="418927"/>
            </a:xfrm>
            <a:custGeom>
              <a:avLst/>
              <a:gdLst>
                <a:gd name="T0" fmla="*/ 23 w 30"/>
                <a:gd name="T1" fmla="*/ 1 h 19"/>
                <a:gd name="T2" fmla="*/ 15 w 30"/>
                <a:gd name="T3" fmla="*/ 0 h 19"/>
                <a:gd name="T4" fmla="*/ 8 w 30"/>
                <a:gd name="T5" fmla="*/ 1 h 19"/>
                <a:gd name="T6" fmla="*/ 0 w 30"/>
                <a:gd name="T7" fmla="*/ 19 h 19"/>
                <a:gd name="T8" fmla="*/ 15 w 30"/>
                <a:gd name="T9" fmla="*/ 19 h 19"/>
                <a:gd name="T10" fmla="*/ 30 w 30"/>
                <a:gd name="T11" fmla="*/ 19 h 19"/>
                <a:gd name="T12" fmla="*/ 23 w 30"/>
                <a:gd name="T13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9">
                  <a:moveTo>
                    <a:pt x="23" y="1"/>
                  </a:moveTo>
                  <a:cubicBezTo>
                    <a:pt x="22" y="1"/>
                    <a:pt x="17" y="0"/>
                    <a:pt x="15" y="0"/>
                  </a:cubicBezTo>
                  <a:cubicBezTo>
                    <a:pt x="13" y="0"/>
                    <a:pt x="9" y="1"/>
                    <a:pt x="8" y="1"/>
                  </a:cubicBezTo>
                  <a:cubicBezTo>
                    <a:pt x="1" y="4"/>
                    <a:pt x="0" y="10"/>
                    <a:pt x="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0"/>
                    <a:pt x="30" y="4"/>
                    <a:pt x="23" y="1"/>
                  </a:cubicBez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Freeform 317">
              <a:extLst>
                <a:ext uri="{FF2B5EF4-FFF2-40B4-BE49-F238E27FC236}">
                  <a16:creationId xmlns:a16="http://schemas.microsoft.com/office/drawing/2014/main" id="{C3DDDB4F-87AB-A0B1-73BF-96DB6CE4E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626" y="2979088"/>
              <a:ext cx="548301" cy="726961"/>
            </a:xfrm>
            <a:custGeom>
              <a:avLst/>
              <a:gdLst>
                <a:gd name="T0" fmla="*/ 18 w 25"/>
                <a:gd name="T1" fmla="*/ 0 h 33"/>
                <a:gd name="T2" fmla="*/ 13 w 25"/>
                <a:gd name="T3" fmla="*/ 0 h 33"/>
                <a:gd name="T4" fmla="*/ 12 w 25"/>
                <a:gd name="T5" fmla="*/ 0 h 33"/>
                <a:gd name="T6" fmla="*/ 7 w 25"/>
                <a:gd name="T7" fmla="*/ 0 h 33"/>
                <a:gd name="T8" fmla="*/ 0 w 25"/>
                <a:gd name="T9" fmla="*/ 19 h 33"/>
                <a:gd name="T10" fmla="*/ 12 w 25"/>
                <a:gd name="T11" fmla="*/ 33 h 33"/>
                <a:gd name="T12" fmla="*/ 13 w 25"/>
                <a:gd name="T13" fmla="*/ 33 h 33"/>
                <a:gd name="T14" fmla="*/ 25 w 25"/>
                <a:gd name="T15" fmla="*/ 19 h 33"/>
                <a:gd name="T16" fmla="*/ 18 w 25"/>
                <a:gd name="T1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3">
                  <a:moveTo>
                    <a:pt x="18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9" y="10"/>
                    <a:pt x="0" y="19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7" y="1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FCC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Freeform 318">
              <a:extLst>
                <a:ext uri="{FF2B5EF4-FFF2-40B4-BE49-F238E27FC236}">
                  <a16:creationId xmlns:a16="http://schemas.microsoft.com/office/drawing/2014/main" id="{80E772E6-D553-318C-D6BA-3F3F6FF2B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643" y="2979088"/>
              <a:ext cx="283392" cy="240267"/>
            </a:xfrm>
            <a:custGeom>
              <a:avLst/>
              <a:gdLst>
                <a:gd name="T0" fmla="*/ 0 w 13"/>
                <a:gd name="T1" fmla="*/ 0 h 11"/>
                <a:gd name="T2" fmla="*/ 5 w 13"/>
                <a:gd name="T3" fmla="*/ 0 h 11"/>
                <a:gd name="T4" fmla="*/ 6 w 13"/>
                <a:gd name="T5" fmla="*/ 0 h 11"/>
                <a:gd name="T6" fmla="*/ 11 w 13"/>
                <a:gd name="T7" fmla="*/ 0 h 11"/>
                <a:gd name="T8" fmla="*/ 13 w 13"/>
                <a:gd name="T9" fmla="*/ 11 h 11"/>
                <a:gd name="T10" fmla="*/ 0 w 13"/>
                <a:gd name="T11" fmla="*/ 1 h 11"/>
                <a:gd name="T12" fmla="*/ 0 w 13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5"/>
                    <a:pt x="13" y="11"/>
                  </a:cubicBezTo>
                  <a:cubicBezTo>
                    <a:pt x="8" y="9"/>
                    <a:pt x="4" y="5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8AA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Freeform 319">
              <a:extLst>
                <a:ext uri="{FF2B5EF4-FFF2-40B4-BE49-F238E27FC236}">
                  <a16:creationId xmlns:a16="http://schemas.microsoft.com/office/drawing/2014/main" id="{7A4FDD3A-3D9C-6A99-7603-CA3CD8FC0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733" y="2295252"/>
              <a:ext cx="788568" cy="505176"/>
            </a:xfrm>
            <a:custGeom>
              <a:avLst/>
              <a:gdLst>
                <a:gd name="T0" fmla="*/ 35 w 36"/>
                <a:gd name="T1" fmla="*/ 14 h 23"/>
                <a:gd name="T2" fmla="*/ 33 w 36"/>
                <a:gd name="T3" fmla="*/ 14 h 23"/>
                <a:gd name="T4" fmla="*/ 28 w 36"/>
                <a:gd name="T5" fmla="*/ 0 h 23"/>
                <a:gd name="T6" fmla="*/ 8 w 36"/>
                <a:gd name="T7" fmla="*/ 0 h 23"/>
                <a:gd name="T8" fmla="*/ 2 w 36"/>
                <a:gd name="T9" fmla="*/ 14 h 23"/>
                <a:gd name="T10" fmla="*/ 0 w 36"/>
                <a:gd name="T11" fmla="*/ 14 h 23"/>
                <a:gd name="T12" fmla="*/ 1 w 36"/>
                <a:gd name="T13" fmla="*/ 22 h 23"/>
                <a:gd name="T14" fmla="*/ 4 w 36"/>
                <a:gd name="T15" fmla="*/ 23 h 23"/>
                <a:gd name="T16" fmla="*/ 4 w 36"/>
                <a:gd name="T17" fmla="*/ 23 h 23"/>
                <a:gd name="T18" fmla="*/ 4 w 36"/>
                <a:gd name="T19" fmla="*/ 23 h 23"/>
                <a:gd name="T20" fmla="*/ 11 w 36"/>
                <a:gd name="T21" fmla="*/ 18 h 23"/>
                <a:gd name="T22" fmla="*/ 11 w 36"/>
                <a:gd name="T23" fmla="*/ 18 h 23"/>
                <a:gd name="T24" fmla="*/ 19 w 36"/>
                <a:gd name="T25" fmla="*/ 18 h 23"/>
                <a:gd name="T26" fmla="*/ 26 w 36"/>
                <a:gd name="T27" fmla="*/ 19 h 23"/>
                <a:gd name="T28" fmla="*/ 31 w 36"/>
                <a:gd name="T29" fmla="*/ 23 h 23"/>
                <a:gd name="T30" fmla="*/ 31 w 36"/>
                <a:gd name="T31" fmla="*/ 23 h 23"/>
                <a:gd name="T32" fmla="*/ 34 w 36"/>
                <a:gd name="T33" fmla="*/ 22 h 23"/>
                <a:gd name="T34" fmla="*/ 35 w 36"/>
                <a:gd name="T35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23">
                  <a:moveTo>
                    <a:pt x="35" y="14"/>
                  </a:moveTo>
                  <a:cubicBezTo>
                    <a:pt x="34" y="13"/>
                    <a:pt x="33" y="13"/>
                    <a:pt x="33" y="14"/>
                  </a:cubicBezTo>
                  <a:cubicBezTo>
                    <a:pt x="33" y="5"/>
                    <a:pt x="28" y="0"/>
                    <a:pt x="2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2" y="5"/>
                    <a:pt x="2" y="14"/>
                  </a:cubicBezTo>
                  <a:cubicBezTo>
                    <a:pt x="2" y="13"/>
                    <a:pt x="1" y="13"/>
                    <a:pt x="0" y="14"/>
                  </a:cubicBezTo>
                  <a:cubicBezTo>
                    <a:pt x="0" y="16"/>
                    <a:pt x="2" y="19"/>
                    <a:pt x="1" y="22"/>
                  </a:cubicBezTo>
                  <a:cubicBezTo>
                    <a:pt x="1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5" y="20"/>
                    <a:pt x="7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4" y="17"/>
                    <a:pt x="16" y="17"/>
                    <a:pt x="19" y="18"/>
                  </a:cubicBezTo>
                  <a:cubicBezTo>
                    <a:pt x="21" y="18"/>
                    <a:pt x="24" y="18"/>
                    <a:pt x="26" y="19"/>
                  </a:cubicBezTo>
                  <a:cubicBezTo>
                    <a:pt x="28" y="20"/>
                    <a:pt x="30" y="21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2" y="23"/>
                    <a:pt x="34" y="23"/>
                    <a:pt x="34" y="22"/>
                  </a:cubicBezTo>
                  <a:cubicBezTo>
                    <a:pt x="33" y="19"/>
                    <a:pt x="36" y="16"/>
                    <a:pt x="35" y="14"/>
                  </a:cubicBezTo>
                  <a:close/>
                </a:path>
              </a:pathLst>
            </a:custGeom>
            <a:solidFill>
              <a:srgbClr val="FCC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Freeform 320">
              <a:extLst>
                <a:ext uri="{FF2B5EF4-FFF2-40B4-BE49-F238E27FC236}">
                  <a16:creationId xmlns:a16="http://schemas.microsoft.com/office/drawing/2014/main" id="{926FA5AB-C9A0-DD97-88A8-ECA79EAE8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3133105"/>
              <a:ext cx="1250619" cy="677675"/>
            </a:xfrm>
            <a:custGeom>
              <a:avLst/>
              <a:gdLst>
                <a:gd name="T0" fmla="*/ 57 w 57"/>
                <a:gd name="T1" fmla="*/ 31 h 31"/>
                <a:gd name="T2" fmla="*/ 55 w 57"/>
                <a:gd name="T3" fmla="*/ 8 h 31"/>
                <a:gd name="T4" fmla="*/ 35 w 57"/>
                <a:gd name="T5" fmla="*/ 0 h 31"/>
                <a:gd name="T6" fmla="*/ 35 w 57"/>
                <a:gd name="T7" fmla="*/ 0 h 31"/>
                <a:gd name="T8" fmla="*/ 35 w 57"/>
                <a:gd name="T9" fmla="*/ 0 h 31"/>
                <a:gd name="T10" fmla="*/ 22 w 57"/>
                <a:gd name="T11" fmla="*/ 0 h 31"/>
                <a:gd name="T12" fmla="*/ 22 w 57"/>
                <a:gd name="T13" fmla="*/ 0 h 31"/>
                <a:gd name="T14" fmla="*/ 22 w 57"/>
                <a:gd name="T15" fmla="*/ 0 h 31"/>
                <a:gd name="T16" fmla="*/ 2 w 57"/>
                <a:gd name="T17" fmla="*/ 8 h 31"/>
                <a:gd name="T18" fmla="*/ 0 w 57"/>
                <a:gd name="T19" fmla="*/ 31 h 31"/>
                <a:gd name="T20" fmla="*/ 57 w 57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31">
                  <a:moveTo>
                    <a:pt x="57" y="31"/>
                  </a:moveTo>
                  <a:cubicBezTo>
                    <a:pt x="57" y="22"/>
                    <a:pt x="56" y="10"/>
                    <a:pt x="55" y="8"/>
                  </a:cubicBezTo>
                  <a:cubicBezTo>
                    <a:pt x="53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4" y="4"/>
                    <a:pt x="2" y="8"/>
                  </a:cubicBezTo>
                  <a:cubicBezTo>
                    <a:pt x="1" y="10"/>
                    <a:pt x="0" y="19"/>
                    <a:pt x="0" y="31"/>
                  </a:cubicBezTo>
                  <a:lnTo>
                    <a:pt x="57" y="31"/>
                  </a:lnTo>
                  <a:close/>
                </a:path>
              </a:pathLst>
            </a:custGeom>
            <a:solidFill>
              <a:srgbClr val="FB9D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Freeform 321">
              <a:extLst>
                <a:ext uri="{FF2B5EF4-FFF2-40B4-BE49-F238E27FC236}">
                  <a16:creationId xmlns:a16="http://schemas.microsoft.com/office/drawing/2014/main" id="{433DD21E-49AD-63D3-0156-61F4537BC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376" y="2141235"/>
              <a:ext cx="720800" cy="924103"/>
            </a:xfrm>
            <a:custGeom>
              <a:avLst/>
              <a:gdLst>
                <a:gd name="T0" fmla="*/ 27 w 33"/>
                <a:gd name="T1" fmla="*/ 4 h 42"/>
                <a:gd name="T2" fmla="*/ 6 w 33"/>
                <a:gd name="T3" fmla="*/ 4 h 42"/>
                <a:gd name="T4" fmla="*/ 0 w 33"/>
                <a:gd name="T5" fmla="*/ 13 h 42"/>
                <a:gd name="T6" fmla="*/ 17 w 33"/>
                <a:gd name="T7" fmla="*/ 42 h 42"/>
                <a:gd name="T8" fmla="*/ 33 w 33"/>
                <a:gd name="T9" fmla="*/ 13 h 42"/>
                <a:gd name="T10" fmla="*/ 27 w 33"/>
                <a:gd name="T11" fmla="*/ 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42">
                  <a:moveTo>
                    <a:pt x="27" y="4"/>
                  </a:moveTo>
                  <a:cubicBezTo>
                    <a:pt x="21" y="0"/>
                    <a:pt x="12" y="0"/>
                    <a:pt x="6" y="4"/>
                  </a:cubicBezTo>
                  <a:cubicBezTo>
                    <a:pt x="3" y="6"/>
                    <a:pt x="0" y="9"/>
                    <a:pt x="0" y="13"/>
                  </a:cubicBezTo>
                  <a:cubicBezTo>
                    <a:pt x="0" y="22"/>
                    <a:pt x="4" y="42"/>
                    <a:pt x="17" y="42"/>
                  </a:cubicBezTo>
                  <a:cubicBezTo>
                    <a:pt x="29" y="42"/>
                    <a:pt x="33" y="22"/>
                    <a:pt x="33" y="13"/>
                  </a:cubicBezTo>
                  <a:cubicBezTo>
                    <a:pt x="33" y="9"/>
                    <a:pt x="30" y="6"/>
                    <a:pt x="27" y="4"/>
                  </a:cubicBezTo>
                  <a:close/>
                </a:path>
              </a:pathLst>
            </a:custGeom>
            <a:solidFill>
              <a:srgbClr val="35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Freeform 322">
              <a:extLst>
                <a:ext uri="{FF2B5EF4-FFF2-40B4-BE49-F238E27FC236}">
                  <a16:creationId xmlns:a16="http://schemas.microsoft.com/office/drawing/2014/main" id="{2FB3C256-75F2-A4B4-5109-62353BFB7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051" y="3243997"/>
              <a:ext cx="770086" cy="702318"/>
            </a:xfrm>
            <a:custGeom>
              <a:avLst/>
              <a:gdLst>
                <a:gd name="T0" fmla="*/ 7 w 35"/>
                <a:gd name="T1" fmla="*/ 0 h 32"/>
                <a:gd name="T2" fmla="*/ 32 w 35"/>
                <a:gd name="T3" fmla="*/ 22 h 32"/>
                <a:gd name="T4" fmla="*/ 0 w 35"/>
                <a:gd name="T5" fmla="*/ 26 h 32"/>
                <a:gd name="T6" fmla="*/ 7 w 35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2">
                  <a:moveTo>
                    <a:pt x="7" y="0"/>
                  </a:moveTo>
                  <a:cubicBezTo>
                    <a:pt x="7" y="0"/>
                    <a:pt x="29" y="13"/>
                    <a:pt x="32" y="22"/>
                  </a:cubicBezTo>
                  <a:cubicBezTo>
                    <a:pt x="35" y="32"/>
                    <a:pt x="0" y="26"/>
                    <a:pt x="0" y="26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EA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Freeform 323">
              <a:extLst>
                <a:ext uri="{FF2B5EF4-FFF2-40B4-BE49-F238E27FC236}">
                  <a16:creationId xmlns:a16="http://schemas.microsoft.com/office/drawing/2014/main" id="{F659BCC9-FB66-F385-09F7-6624930CF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415" y="3243997"/>
              <a:ext cx="745443" cy="702318"/>
            </a:xfrm>
            <a:custGeom>
              <a:avLst/>
              <a:gdLst>
                <a:gd name="T0" fmla="*/ 28 w 34"/>
                <a:gd name="T1" fmla="*/ 0 h 32"/>
                <a:gd name="T2" fmla="*/ 3 w 34"/>
                <a:gd name="T3" fmla="*/ 22 h 32"/>
                <a:gd name="T4" fmla="*/ 34 w 34"/>
                <a:gd name="T5" fmla="*/ 26 h 32"/>
                <a:gd name="T6" fmla="*/ 28 w 34"/>
                <a:gd name="T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2">
                  <a:moveTo>
                    <a:pt x="28" y="0"/>
                  </a:moveTo>
                  <a:cubicBezTo>
                    <a:pt x="28" y="0"/>
                    <a:pt x="6" y="13"/>
                    <a:pt x="3" y="22"/>
                  </a:cubicBezTo>
                  <a:cubicBezTo>
                    <a:pt x="0" y="32"/>
                    <a:pt x="34" y="26"/>
                    <a:pt x="34" y="26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EA8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Freeform 324">
              <a:extLst>
                <a:ext uri="{FF2B5EF4-FFF2-40B4-BE49-F238E27FC236}">
                  <a16:creationId xmlns:a16="http://schemas.microsoft.com/office/drawing/2014/main" id="{B47D3025-70F9-6813-ED69-C0E3C77E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501" y="5597379"/>
              <a:ext cx="308034" cy="154017"/>
            </a:xfrm>
            <a:custGeom>
              <a:avLst/>
              <a:gdLst>
                <a:gd name="T0" fmla="*/ 2 w 14"/>
                <a:gd name="T1" fmla="*/ 0 h 7"/>
                <a:gd name="T2" fmla="*/ 1 w 14"/>
                <a:gd name="T3" fmla="*/ 7 h 7"/>
                <a:gd name="T4" fmla="*/ 13 w 14"/>
                <a:gd name="T5" fmla="*/ 7 h 7"/>
                <a:gd name="T6" fmla="*/ 11 w 14"/>
                <a:gd name="T7" fmla="*/ 0 h 7"/>
                <a:gd name="T8" fmla="*/ 2 w 14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2" y="0"/>
                  </a:moveTo>
                  <a:cubicBezTo>
                    <a:pt x="0" y="3"/>
                    <a:pt x="1" y="7"/>
                    <a:pt x="1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4" y="3"/>
                    <a:pt x="1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2427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Freeform 325">
              <a:extLst>
                <a:ext uri="{FF2B5EF4-FFF2-40B4-BE49-F238E27FC236}">
                  <a16:creationId xmlns:a16="http://schemas.microsoft.com/office/drawing/2014/main" id="{82844F4E-2E5F-1BE0-A016-C5FEDC94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142" y="5597379"/>
              <a:ext cx="308034" cy="154017"/>
            </a:xfrm>
            <a:custGeom>
              <a:avLst/>
              <a:gdLst>
                <a:gd name="T0" fmla="*/ 2 w 14"/>
                <a:gd name="T1" fmla="*/ 0 h 7"/>
                <a:gd name="T2" fmla="*/ 0 w 14"/>
                <a:gd name="T3" fmla="*/ 7 h 7"/>
                <a:gd name="T4" fmla="*/ 13 w 14"/>
                <a:gd name="T5" fmla="*/ 7 h 7"/>
                <a:gd name="T6" fmla="*/ 11 w 14"/>
                <a:gd name="T7" fmla="*/ 0 h 7"/>
                <a:gd name="T8" fmla="*/ 2 w 14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2" y="0"/>
                  </a:moveTo>
                  <a:cubicBezTo>
                    <a:pt x="0" y="3"/>
                    <a:pt x="0" y="7"/>
                    <a:pt x="0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4" y="3"/>
                    <a:pt x="1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2427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Rectangle 326">
              <a:extLst>
                <a:ext uri="{FF2B5EF4-FFF2-40B4-BE49-F238E27FC236}">
                  <a16:creationId xmlns:a16="http://schemas.microsoft.com/office/drawing/2014/main" id="{4168A716-8EAD-4558-E8B7-D12ED934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0858" y="4562384"/>
              <a:ext cx="332677" cy="1053477"/>
            </a:xfrm>
            <a:prstGeom prst="rect">
              <a:avLst/>
            </a:prstGeom>
            <a:solidFill>
              <a:srgbClr val="3F55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Rectangle 327">
              <a:extLst>
                <a:ext uri="{FF2B5EF4-FFF2-40B4-BE49-F238E27FC236}">
                  <a16:creationId xmlns:a16="http://schemas.microsoft.com/office/drawing/2014/main" id="{5E80CA9C-605E-ECBF-BE55-8AE7048CF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660" y="4562384"/>
              <a:ext cx="326516" cy="1053477"/>
            </a:xfrm>
            <a:prstGeom prst="rect">
              <a:avLst/>
            </a:prstGeom>
            <a:solidFill>
              <a:srgbClr val="3F55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Rectangle 328">
              <a:extLst>
                <a:ext uri="{FF2B5EF4-FFF2-40B4-BE49-F238E27FC236}">
                  <a16:creationId xmlns:a16="http://schemas.microsoft.com/office/drawing/2014/main" id="{79DC774B-8B34-CB13-16A3-907271F2B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5234" y="4759526"/>
              <a:ext cx="197142" cy="1053477"/>
            </a:xfrm>
            <a:prstGeom prst="rect">
              <a:avLst/>
            </a:pr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Rectangle 329">
              <a:extLst>
                <a:ext uri="{FF2B5EF4-FFF2-40B4-BE49-F238E27FC236}">
                  <a16:creationId xmlns:a16="http://schemas.microsoft.com/office/drawing/2014/main" id="{42B5BC40-3A08-A99B-220A-56071216B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7819" y="4759526"/>
              <a:ext cx="197142" cy="1053477"/>
            </a:xfrm>
            <a:prstGeom prst="rect">
              <a:avLst/>
            </a:pr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Freeform 330">
              <a:extLst>
                <a:ext uri="{FF2B5EF4-FFF2-40B4-BE49-F238E27FC236}">
                  <a16:creationId xmlns:a16="http://schemas.microsoft.com/office/drawing/2014/main" id="{3CF1DDC0-6D43-34A7-625F-6C8C0C2D6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467" y="4630151"/>
              <a:ext cx="1250619" cy="215624"/>
            </a:xfrm>
            <a:custGeom>
              <a:avLst/>
              <a:gdLst>
                <a:gd name="T0" fmla="*/ 57 w 57"/>
                <a:gd name="T1" fmla="*/ 5 h 10"/>
                <a:gd name="T2" fmla="*/ 51 w 57"/>
                <a:gd name="T3" fmla="*/ 0 h 10"/>
                <a:gd name="T4" fmla="*/ 29 w 57"/>
                <a:gd name="T5" fmla="*/ 0 h 10"/>
                <a:gd name="T6" fmla="*/ 28 w 57"/>
                <a:gd name="T7" fmla="*/ 0 h 10"/>
                <a:gd name="T8" fmla="*/ 6 w 57"/>
                <a:gd name="T9" fmla="*/ 0 h 10"/>
                <a:gd name="T10" fmla="*/ 0 w 57"/>
                <a:gd name="T11" fmla="*/ 5 h 10"/>
                <a:gd name="T12" fmla="*/ 0 w 57"/>
                <a:gd name="T13" fmla="*/ 5 h 10"/>
                <a:gd name="T14" fmla="*/ 7 w 57"/>
                <a:gd name="T15" fmla="*/ 10 h 10"/>
                <a:gd name="T16" fmla="*/ 28 w 57"/>
                <a:gd name="T17" fmla="*/ 10 h 10"/>
                <a:gd name="T18" fmla="*/ 29 w 57"/>
                <a:gd name="T19" fmla="*/ 10 h 10"/>
                <a:gd name="T20" fmla="*/ 50 w 57"/>
                <a:gd name="T21" fmla="*/ 10 h 10"/>
                <a:gd name="T22" fmla="*/ 57 w 57"/>
                <a:gd name="T2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10">
                  <a:moveTo>
                    <a:pt x="57" y="5"/>
                  </a:moveTo>
                  <a:cubicBezTo>
                    <a:pt x="57" y="2"/>
                    <a:pt x="56" y="0"/>
                    <a:pt x="51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" y="0"/>
                    <a:pt x="0" y="2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9"/>
                    <a:pt x="2" y="10"/>
                    <a:pt x="7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5" y="10"/>
                    <a:pt x="57" y="9"/>
                    <a:pt x="57" y="5"/>
                  </a:cubicBezTo>
                  <a:close/>
                </a:path>
              </a:pathLst>
            </a:custGeom>
            <a:solidFill>
              <a:srgbClr val="92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Freeform 331">
              <a:extLst>
                <a:ext uri="{FF2B5EF4-FFF2-40B4-BE49-F238E27FC236}">
                  <a16:creationId xmlns:a16="http://schemas.microsoft.com/office/drawing/2014/main" id="{C4CB676D-9853-1520-FB41-02A0B4EE0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217" y="3441139"/>
              <a:ext cx="1423118" cy="1189012"/>
            </a:xfrm>
            <a:custGeom>
              <a:avLst/>
              <a:gdLst>
                <a:gd name="T0" fmla="*/ 59 w 65"/>
                <a:gd name="T1" fmla="*/ 1 h 54"/>
                <a:gd name="T2" fmla="*/ 33 w 65"/>
                <a:gd name="T3" fmla="*/ 0 h 54"/>
                <a:gd name="T4" fmla="*/ 7 w 65"/>
                <a:gd name="T5" fmla="*/ 1 h 54"/>
                <a:gd name="T6" fmla="*/ 1 w 65"/>
                <a:gd name="T7" fmla="*/ 7 h 54"/>
                <a:gd name="T8" fmla="*/ 9 w 65"/>
                <a:gd name="T9" fmla="*/ 54 h 54"/>
                <a:gd name="T10" fmla="*/ 33 w 65"/>
                <a:gd name="T11" fmla="*/ 54 h 54"/>
                <a:gd name="T12" fmla="*/ 57 w 65"/>
                <a:gd name="T13" fmla="*/ 54 h 54"/>
                <a:gd name="T14" fmla="*/ 65 w 65"/>
                <a:gd name="T15" fmla="*/ 7 h 54"/>
                <a:gd name="T16" fmla="*/ 59 w 65"/>
                <a:gd name="T17" fmla="*/ 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54">
                  <a:moveTo>
                    <a:pt x="59" y="1"/>
                  </a:moveTo>
                  <a:cubicBezTo>
                    <a:pt x="52" y="0"/>
                    <a:pt x="42" y="0"/>
                    <a:pt x="33" y="0"/>
                  </a:cubicBezTo>
                  <a:cubicBezTo>
                    <a:pt x="24" y="0"/>
                    <a:pt x="14" y="0"/>
                    <a:pt x="7" y="1"/>
                  </a:cubicBezTo>
                  <a:cubicBezTo>
                    <a:pt x="3" y="2"/>
                    <a:pt x="0" y="4"/>
                    <a:pt x="1" y="7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4"/>
                    <a:pt x="63" y="2"/>
                    <a:pt x="59" y="1"/>
                  </a:cubicBezTo>
                  <a:close/>
                </a:path>
              </a:pathLst>
            </a:custGeom>
            <a:solidFill>
              <a:srgbClr val="AE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6" name="TextBox 365">
            <a:extLst>
              <a:ext uri="{FF2B5EF4-FFF2-40B4-BE49-F238E27FC236}">
                <a16:creationId xmlns:a16="http://schemas.microsoft.com/office/drawing/2014/main" id="{51197FE1-2ED5-D729-77B6-3B0E69DB2506}"/>
              </a:ext>
            </a:extLst>
          </p:cNvPr>
          <p:cNvSpPr txBox="1"/>
          <p:nvPr/>
        </p:nvSpPr>
        <p:spPr>
          <a:xfrm>
            <a:off x="991118" y="3758926"/>
            <a:ext cx="4288388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Lorem Ipsum is simply dummy text printing and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has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 explain to you how all this sit.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A99A550D-F1BC-4D74-A389-379784BDDFDC}"/>
              </a:ext>
            </a:extLst>
          </p:cNvPr>
          <p:cNvSpPr txBox="1"/>
          <p:nvPr/>
        </p:nvSpPr>
        <p:spPr>
          <a:xfrm>
            <a:off x="991118" y="4703077"/>
            <a:ext cx="4088363" cy="58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There are many variations of passage of Lorem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100" b="1" i="0" dirty="0">
                <a:effectLst/>
                <a:latin typeface="DM Sans" pitchFamily="2" charset="0"/>
                <a:ea typeface="Inter SemiBold" panose="02000503000000020004" pitchFamily="2" charset="0"/>
                <a:cs typeface="Open Sans" panose="020B0606030504020204" pitchFamily="34" charset="0"/>
              </a:rPr>
              <a:t>Ipsum form injected humor randomized words which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9DC4AC93-C346-1AF2-4BF6-4DF4F3EF3E9A}"/>
              </a:ext>
            </a:extLst>
          </p:cNvPr>
          <p:cNvSpPr txBox="1"/>
          <p:nvPr/>
        </p:nvSpPr>
        <p:spPr>
          <a:xfrm>
            <a:off x="991118" y="3003406"/>
            <a:ext cx="3137028" cy="69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The best Expert</a:t>
            </a:r>
          </a:p>
          <a:p>
            <a:pPr>
              <a:lnSpc>
                <a:spcPts val="2400"/>
              </a:lnSpc>
            </a:pPr>
            <a:r>
              <a:rPr lang="en-US" sz="1700" dirty="0">
                <a:latin typeface="Poppins SemiBold" panose="00000700000000000000" pitchFamily="2" charset="0"/>
                <a:ea typeface="Inter SemiBold" panose="02000503000000020004" pitchFamily="2" charset="0"/>
                <a:cs typeface="Poppins SemiBold" panose="00000700000000000000" pitchFamily="2" charset="0"/>
              </a:rPr>
              <a:t>Details for Your company</a:t>
            </a: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6FF78182-809C-7778-5379-74AE2C281E9D}"/>
              </a:ext>
            </a:extLst>
          </p:cNvPr>
          <p:cNvSpPr/>
          <p:nvPr/>
        </p:nvSpPr>
        <p:spPr>
          <a:xfrm>
            <a:off x="1099301" y="575064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4706EC7-7A7B-67D7-3B9F-C092FD514C06}"/>
              </a:ext>
            </a:extLst>
          </p:cNvPr>
          <p:cNvSpPr txBox="1"/>
          <p:nvPr/>
        </p:nvSpPr>
        <p:spPr>
          <a:xfrm>
            <a:off x="959335" y="574429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745616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Leading You To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Better Future</a:t>
            </a:r>
          </a:p>
        </p:txBody>
      </p: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1EEC6AAC-042C-D6C8-EE4E-167A82993BA7}"/>
              </a:ext>
            </a:extLst>
          </p:cNvPr>
          <p:cNvGrpSpPr/>
          <p:nvPr/>
        </p:nvGrpSpPr>
        <p:grpSpPr>
          <a:xfrm>
            <a:off x="5290168" y="1407633"/>
            <a:ext cx="5893454" cy="4792989"/>
            <a:chOff x="3181350" y="2806700"/>
            <a:chExt cx="1411288" cy="1147763"/>
          </a:xfrm>
        </p:grpSpPr>
        <p:sp>
          <p:nvSpPr>
            <p:cNvPr id="687" name="Oval 3107">
              <a:extLst>
                <a:ext uri="{FF2B5EF4-FFF2-40B4-BE49-F238E27FC236}">
                  <a16:creationId xmlns:a16="http://schemas.microsoft.com/office/drawing/2014/main" id="{298F58B9-A191-36F0-63B5-BB5C879F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00" y="2938463"/>
              <a:ext cx="958850" cy="958850"/>
            </a:xfrm>
            <a:prstGeom prst="ellipse">
              <a:avLst/>
            </a:prstGeom>
            <a:solidFill>
              <a:srgbClr val="F0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" name="Freeform 3108">
              <a:extLst>
                <a:ext uri="{FF2B5EF4-FFF2-40B4-BE49-F238E27FC236}">
                  <a16:creationId xmlns:a16="http://schemas.microsoft.com/office/drawing/2014/main" id="{119FFE0A-347D-4E11-2CDC-883CDF858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3103563"/>
              <a:ext cx="206375" cy="198438"/>
            </a:xfrm>
            <a:custGeom>
              <a:avLst/>
              <a:gdLst>
                <a:gd name="T0" fmla="*/ 238 w 255"/>
                <a:gd name="T1" fmla="*/ 191 h 244"/>
                <a:gd name="T2" fmla="*/ 127 w 255"/>
                <a:gd name="T3" fmla="*/ 244 h 244"/>
                <a:gd name="T4" fmla="*/ 12 w 255"/>
                <a:gd name="T5" fmla="*/ 128 h 244"/>
                <a:gd name="T6" fmla="*/ 57 w 255"/>
                <a:gd name="T7" fmla="*/ 32 h 244"/>
                <a:gd name="T8" fmla="*/ 142 w 255"/>
                <a:gd name="T9" fmla="*/ 3 h 244"/>
                <a:gd name="T10" fmla="*/ 247 w 255"/>
                <a:gd name="T11" fmla="*/ 91 h 244"/>
                <a:gd name="T12" fmla="*/ 238 w 255"/>
                <a:gd name="T13" fmla="*/ 19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5" h="244">
                  <a:moveTo>
                    <a:pt x="238" y="191"/>
                  </a:moveTo>
                  <a:cubicBezTo>
                    <a:pt x="212" y="227"/>
                    <a:pt x="175" y="244"/>
                    <a:pt x="127" y="244"/>
                  </a:cubicBezTo>
                  <a:cubicBezTo>
                    <a:pt x="48" y="244"/>
                    <a:pt x="7" y="204"/>
                    <a:pt x="12" y="128"/>
                  </a:cubicBezTo>
                  <a:cubicBezTo>
                    <a:pt x="15" y="90"/>
                    <a:pt x="0" y="32"/>
                    <a:pt x="57" y="32"/>
                  </a:cubicBezTo>
                  <a:cubicBezTo>
                    <a:pt x="56" y="0"/>
                    <a:pt x="80" y="5"/>
                    <a:pt x="142" y="3"/>
                  </a:cubicBezTo>
                  <a:cubicBezTo>
                    <a:pt x="205" y="0"/>
                    <a:pt x="241" y="58"/>
                    <a:pt x="247" y="91"/>
                  </a:cubicBezTo>
                  <a:cubicBezTo>
                    <a:pt x="255" y="146"/>
                    <a:pt x="244" y="157"/>
                    <a:pt x="238" y="191"/>
                  </a:cubicBez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" name="Freeform 3109">
              <a:extLst>
                <a:ext uri="{FF2B5EF4-FFF2-40B4-BE49-F238E27FC236}">
                  <a16:creationId xmlns:a16="http://schemas.microsoft.com/office/drawing/2014/main" id="{D8FED427-F9F3-4FF2-12CD-64337A0F0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105150"/>
              <a:ext cx="193675" cy="196850"/>
            </a:xfrm>
            <a:custGeom>
              <a:avLst/>
              <a:gdLst>
                <a:gd name="T0" fmla="*/ 227 w 239"/>
                <a:gd name="T1" fmla="*/ 189 h 243"/>
                <a:gd name="T2" fmla="*/ 227 w 239"/>
                <a:gd name="T3" fmla="*/ 189 h 243"/>
                <a:gd name="T4" fmla="*/ 116 w 239"/>
                <a:gd name="T5" fmla="*/ 242 h 243"/>
                <a:gd name="T6" fmla="*/ 31 w 239"/>
                <a:gd name="T7" fmla="*/ 216 h 243"/>
                <a:gd name="T8" fmla="*/ 1 w 239"/>
                <a:gd name="T9" fmla="*/ 139 h 243"/>
                <a:gd name="T10" fmla="*/ 1 w 239"/>
                <a:gd name="T11" fmla="*/ 126 h 243"/>
                <a:gd name="T12" fmla="*/ 2 w 239"/>
                <a:gd name="T13" fmla="*/ 113 h 243"/>
                <a:gd name="T14" fmla="*/ 2 w 239"/>
                <a:gd name="T15" fmla="*/ 91 h 243"/>
                <a:gd name="T16" fmla="*/ 9 w 239"/>
                <a:gd name="T17" fmla="*/ 49 h 243"/>
                <a:gd name="T18" fmla="*/ 45 w 239"/>
                <a:gd name="T19" fmla="*/ 31 h 243"/>
                <a:gd name="T20" fmla="*/ 46 w 239"/>
                <a:gd name="T21" fmla="*/ 31 h 243"/>
                <a:gd name="T22" fmla="*/ 46 w 239"/>
                <a:gd name="T23" fmla="*/ 31 h 243"/>
                <a:gd name="T24" fmla="*/ 46 w 239"/>
                <a:gd name="T25" fmla="*/ 30 h 243"/>
                <a:gd name="T26" fmla="*/ 46 w 239"/>
                <a:gd name="T27" fmla="*/ 29 h 243"/>
                <a:gd name="T28" fmla="*/ 51 w 239"/>
                <a:gd name="T29" fmla="*/ 12 h 243"/>
                <a:gd name="T30" fmla="*/ 77 w 239"/>
                <a:gd name="T31" fmla="*/ 3 h 243"/>
                <a:gd name="T32" fmla="*/ 132 w 239"/>
                <a:gd name="T33" fmla="*/ 1 h 243"/>
                <a:gd name="T34" fmla="*/ 135 w 239"/>
                <a:gd name="T35" fmla="*/ 1 h 243"/>
                <a:gd name="T36" fmla="*/ 206 w 239"/>
                <a:gd name="T37" fmla="*/ 33 h 243"/>
                <a:gd name="T38" fmla="*/ 235 w 239"/>
                <a:gd name="T39" fmla="*/ 89 h 243"/>
                <a:gd name="T40" fmla="*/ 238 w 239"/>
                <a:gd name="T41" fmla="*/ 124 h 243"/>
                <a:gd name="T42" fmla="*/ 234 w 239"/>
                <a:gd name="T43" fmla="*/ 157 h 243"/>
                <a:gd name="T44" fmla="*/ 226 w 239"/>
                <a:gd name="T45" fmla="*/ 189 h 243"/>
                <a:gd name="T46" fmla="*/ 227 w 239"/>
                <a:gd name="T47" fmla="*/ 189 h 243"/>
                <a:gd name="T48" fmla="*/ 227 w 239"/>
                <a:gd name="T49" fmla="*/ 189 h 243"/>
                <a:gd name="T50" fmla="*/ 227 w 239"/>
                <a:gd name="T51" fmla="*/ 189 h 243"/>
                <a:gd name="T52" fmla="*/ 227 w 239"/>
                <a:gd name="T53" fmla="*/ 189 h 243"/>
                <a:gd name="T54" fmla="*/ 235 w 239"/>
                <a:gd name="T55" fmla="*/ 157 h 243"/>
                <a:gd name="T56" fmla="*/ 239 w 239"/>
                <a:gd name="T57" fmla="*/ 124 h 243"/>
                <a:gd name="T58" fmla="*/ 236 w 239"/>
                <a:gd name="T59" fmla="*/ 89 h 243"/>
                <a:gd name="T60" fmla="*/ 206 w 239"/>
                <a:gd name="T61" fmla="*/ 32 h 243"/>
                <a:gd name="T62" fmla="*/ 135 w 239"/>
                <a:gd name="T63" fmla="*/ 0 h 243"/>
                <a:gd name="T64" fmla="*/ 131 w 239"/>
                <a:gd name="T65" fmla="*/ 0 h 243"/>
                <a:gd name="T66" fmla="*/ 66 w 239"/>
                <a:gd name="T67" fmla="*/ 4 h 243"/>
                <a:gd name="T68" fmla="*/ 50 w 239"/>
                <a:gd name="T69" fmla="*/ 12 h 243"/>
                <a:gd name="T70" fmla="*/ 45 w 239"/>
                <a:gd name="T71" fmla="*/ 29 h 243"/>
                <a:gd name="T72" fmla="*/ 45 w 239"/>
                <a:gd name="T73" fmla="*/ 30 h 243"/>
                <a:gd name="T74" fmla="*/ 46 w 239"/>
                <a:gd name="T75" fmla="*/ 30 h 243"/>
                <a:gd name="T76" fmla="*/ 46 w 239"/>
                <a:gd name="T77" fmla="*/ 30 h 243"/>
                <a:gd name="T78" fmla="*/ 45 w 239"/>
                <a:gd name="T79" fmla="*/ 30 h 243"/>
                <a:gd name="T80" fmla="*/ 8 w 239"/>
                <a:gd name="T81" fmla="*/ 49 h 243"/>
                <a:gd name="T82" fmla="*/ 1 w 239"/>
                <a:gd name="T83" fmla="*/ 91 h 243"/>
                <a:gd name="T84" fmla="*/ 1 w 239"/>
                <a:gd name="T85" fmla="*/ 113 h 243"/>
                <a:gd name="T86" fmla="*/ 1 w 239"/>
                <a:gd name="T87" fmla="*/ 126 h 243"/>
                <a:gd name="T88" fmla="*/ 0 w 239"/>
                <a:gd name="T89" fmla="*/ 139 h 243"/>
                <a:gd name="T90" fmla="*/ 30 w 239"/>
                <a:gd name="T91" fmla="*/ 216 h 243"/>
                <a:gd name="T92" fmla="*/ 116 w 239"/>
                <a:gd name="T93" fmla="*/ 243 h 243"/>
                <a:gd name="T94" fmla="*/ 227 w 239"/>
                <a:gd name="T95" fmla="*/ 189 h 243"/>
                <a:gd name="T96" fmla="*/ 227 w 239"/>
                <a:gd name="T97" fmla="*/ 189 h 243"/>
                <a:gd name="T98" fmla="*/ 227 w 239"/>
                <a:gd name="T99" fmla="*/ 18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9" h="243">
                  <a:moveTo>
                    <a:pt x="227" y="189"/>
                  </a:moveTo>
                  <a:cubicBezTo>
                    <a:pt x="227" y="189"/>
                    <a:pt x="227" y="189"/>
                    <a:pt x="227" y="189"/>
                  </a:cubicBezTo>
                  <a:cubicBezTo>
                    <a:pt x="201" y="225"/>
                    <a:pt x="164" y="242"/>
                    <a:pt x="116" y="242"/>
                  </a:cubicBezTo>
                  <a:cubicBezTo>
                    <a:pt x="79" y="242"/>
                    <a:pt x="50" y="233"/>
                    <a:pt x="31" y="216"/>
                  </a:cubicBezTo>
                  <a:cubicBezTo>
                    <a:pt x="11" y="198"/>
                    <a:pt x="1" y="173"/>
                    <a:pt x="1" y="139"/>
                  </a:cubicBezTo>
                  <a:cubicBezTo>
                    <a:pt x="1" y="135"/>
                    <a:pt x="1" y="130"/>
                    <a:pt x="1" y="126"/>
                  </a:cubicBezTo>
                  <a:cubicBezTo>
                    <a:pt x="2" y="122"/>
                    <a:pt x="2" y="117"/>
                    <a:pt x="2" y="113"/>
                  </a:cubicBezTo>
                  <a:cubicBezTo>
                    <a:pt x="2" y="105"/>
                    <a:pt x="2" y="98"/>
                    <a:pt x="2" y="91"/>
                  </a:cubicBezTo>
                  <a:cubicBezTo>
                    <a:pt x="2" y="75"/>
                    <a:pt x="3" y="60"/>
                    <a:pt x="9" y="49"/>
                  </a:cubicBezTo>
                  <a:cubicBezTo>
                    <a:pt x="14" y="38"/>
                    <a:pt x="25" y="31"/>
                    <a:pt x="45" y="31"/>
                  </a:cubicBezTo>
                  <a:cubicBezTo>
                    <a:pt x="45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29"/>
                    <a:pt x="46" y="29"/>
                  </a:cubicBezTo>
                  <a:cubicBezTo>
                    <a:pt x="46" y="21"/>
                    <a:pt x="48" y="16"/>
                    <a:pt x="51" y="12"/>
                  </a:cubicBezTo>
                  <a:cubicBezTo>
                    <a:pt x="56" y="6"/>
                    <a:pt x="64" y="4"/>
                    <a:pt x="77" y="3"/>
                  </a:cubicBezTo>
                  <a:cubicBezTo>
                    <a:pt x="91" y="2"/>
                    <a:pt x="109" y="2"/>
                    <a:pt x="132" y="1"/>
                  </a:cubicBezTo>
                  <a:cubicBezTo>
                    <a:pt x="133" y="1"/>
                    <a:pt x="134" y="1"/>
                    <a:pt x="135" y="1"/>
                  </a:cubicBezTo>
                  <a:cubicBezTo>
                    <a:pt x="165" y="1"/>
                    <a:pt x="189" y="15"/>
                    <a:pt x="206" y="33"/>
                  </a:cubicBezTo>
                  <a:cubicBezTo>
                    <a:pt x="223" y="51"/>
                    <a:pt x="233" y="73"/>
                    <a:pt x="235" y="89"/>
                  </a:cubicBezTo>
                  <a:cubicBezTo>
                    <a:pt x="238" y="103"/>
                    <a:pt x="238" y="115"/>
                    <a:pt x="238" y="124"/>
                  </a:cubicBezTo>
                  <a:cubicBezTo>
                    <a:pt x="238" y="138"/>
                    <a:pt x="237" y="147"/>
                    <a:pt x="234" y="157"/>
                  </a:cubicBezTo>
                  <a:cubicBezTo>
                    <a:pt x="232" y="167"/>
                    <a:pt x="229" y="176"/>
                    <a:pt x="226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9" y="176"/>
                    <a:pt x="232" y="167"/>
                    <a:pt x="235" y="157"/>
                  </a:cubicBezTo>
                  <a:cubicBezTo>
                    <a:pt x="237" y="148"/>
                    <a:pt x="239" y="138"/>
                    <a:pt x="239" y="124"/>
                  </a:cubicBezTo>
                  <a:cubicBezTo>
                    <a:pt x="239" y="114"/>
                    <a:pt x="238" y="103"/>
                    <a:pt x="236" y="89"/>
                  </a:cubicBezTo>
                  <a:cubicBezTo>
                    <a:pt x="233" y="73"/>
                    <a:pt x="223" y="51"/>
                    <a:pt x="206" y="32"/>
                  </a:cubicBezTo>
                  <a:cubicBezTo>
                    <a:pt x="189" y="14"/>
                    <a:pt x="165" y="0"/>
                    <a:pt x="135" y="0"/>
                  </a:cubicBezTo>
                  <a:cubicBezTo>
                    <a:pt x="134" y="0"/>
                    <a:pt x="133" y="0"/>
                    <a:pt x="131" y="0"/>
                  </a:cubicBezTo>
                  <a:cubicBezTo>
                    <a:pt x="101" y="1"/>
                    <a:pt x="79" y="1"/>
                    <a:pt x="66" y="4"/>
                  </a:cubicBezTo>
                  <a:cubicBezTo>
                    <a:pt x="59" y="5"/>
                    <a:pt x="54" y="8"/>
                    <a:pt x="50" y="12"/>
                  </a:cubicBezTo>
                  <a:cubicBezTo>
                    <a:pt x="47" y="15"/>
                    <a:pt x="45" y="21"/>
                    <a:pt x="45" y="29"/>
                  </a:cubicBezTo>
                  <a:cubicBezTo>
                    <a:pt x="45" y="29"/>
                    <a:pt x="45" y="30"/>
                    <a:pt x="45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5" y="30"/>
                    <a:pt x="45" y="30"/>
                  </a:cubicBezTo>
                  <a:cubicBezTo>
                    <a:pt x="25" y="30"/>
                    <a:pt x="14" y="37"/>
                    <a:pt x="8" y="49"/>
                  </a:cubicBezTo>
                  <a:cubicBezTo>
                    <a:pt x="2" y="60"/>
                    <a:pt x="1" y="75"/>
                    <a:pt x="1" y="91"/>
                  </a:cubicBezTo>
                  <a:cubicBezTo>
                    <a:pt x="1" y="98"/>
                    <a:pt x="1" y="105"/>
                    <a:pt x="1" y="113"/>
                  </a:cubicBezTo>
                  <a:cubicBezTo>
                    <a:pt x="1" y="117"/>
                    <a:pt x="1" y="122"/>
                    <a:pt x="1" y="126"/>
                  </a:cubicBezTo>
                  <a:cubicBezTo>
                    <a:pt x="0" y="130"/>
                    <a:pt x="0" y="135"/>
                    <a:pt x="0" y="139"/>
                  </a:cubicBezTo>
                  <a:cubicBezTo>
                    <a:pt x="0" y="173"/>
                    <a:pt x="11" y="199"/>
                    <a:pt x="30" y="216"/>
                  </a:cubicBezTo>
                  <a:cubicBezTo>
                    <a:pt x="50" y="234"/>
                    <a:pt x="79" y="243"/>
                    <a:pt x="116" y="243"/>
                  </a:cubicBezTo>
                  <a:cubicBezTo>
                    <a:pt x="164" y="243"/>
                    <a:pt x="201" y="225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lose/>
                </a:path>
              </a:pathLst>
            </a:custGeom>
            <a:solidFill>
              <a:srgbClr val="2319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" name="Freeform 3110">
              <a:extLst>
                <a:ext uri="{FF2B5EF4-FFF2-40B4-BE49-F238E27FC236}">
                  <a16:creationId xmlns:a16="http://schemas.microsoft.com/office/drawing/2014/main" id="{BBB6E046-08E2-8769-595D-6DD65CB3D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513" y="3373438"/>
              <a:ext cx="107950" cy="136525"/>
            </a:xfrm>
            <a:custGeom>
              <a:avLst/>
              <a:gdLst>
                <a:gd name="T0" fmla="*/ 2 w 68"/>
                <a:gd name="T1" fmla="*/ 86 h 86"/>
                <a:gd name="T2" fmla="*/ 60 w 68"/>
                <a:gd name="T3" fmla="*/ 86 h 86"/>
                <a:gd name="T4" fmla="*/ 68 w 68"/>
                <a:gd name="T5" fmla="*/ 0 h 86"/>
                <a:gd name="T6" fmla="*/ 0 w 68"/>
                <a:gd name="T7" fmla="*/ 0 h 86"/>
                <a:gd name="T8" fmla="*/ 2 w 6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2" y="86"/>
                  </a:moveTo>
                  <a:lnTo>
                    <a:pt x="60" y="86"/>
                  </a:lnTo>
                  <a:lnTo>
                    <a:pt x="68" y="0"/>
                  </a:lnTo>
                  <a:lnTo>
                    <a:pt x="0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" name="Freeform 3111">
              <a:extLst>
                <a:ext uri="{FF2B5EF4-FFF2-40B4-BE49-F238E27FC236}">
                  <a16:creationId xmlns:a16="http://schemas.microsoft.com/office/drawing/2014/main" id="{13B9B612-D4C8-7304-97E6-7CC5C9B6C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600" y="3362325"/>
              <a:ext cx="107950" cy="147638"/>
            </a:xfrm>
            <a:custGeom>
              <a:avLst/>
              <a:gdLst>
                <a:gd name="T0" fmla="*/ 30 w 68"/>
                <a:gd name="T1" fmla="*/ 0 h 93"/>
                <a:gd name="T2" fmla="*/ 66 w 68"/>
                <a:gd name="T3" fmla="*/ 9 h 93"/>
                <a:gd name="T4" fmla="*/ 68 w 68"/>
                <a:gd name="T5" fmla="*/ 91 h 93"/>
                <a:gd name="T6" fmla="*/ 0 w 68"/>
                <a:gd name="T7" fmla="*/ 93 h 93"/>
                <a:gd name="T8" fmla="*/ 12 w 68"/>
                <a:gd name="T9" fmla="*/ 42 h 93"/>
                <a:gd name="T10" fmla="*/ 30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0" y="0"/>
                  </a:moveTo>
                  <a:lnTo>
                    <a:pt x="66" y="9"/>
                  </a:lnTo>
                  <a:lnTo>
                    <a:pt x="68" y="91"/>
                  </a:lnTo>
                  <a:lnTo>
                    <a:pt x="0" y="93"/>
                  </a:lnTo>
                  <a:lnTo>
                    <a:pt x="12" y="4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" name="Freeform 3112">
              <a:extLst>
                <a:ext uri="{FF2B5EF4-FFF2-40B4-BE49-F238E27FC236}">
                  <a16:creationId xmlns:a16="http://schemas.microsoft.com/office/drawing/2014/main" id="{830FD959-B0FD-363D-BC4A-5286DAB04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900" y="3362325"/>
              <a:ext cx="107950" cy="147638"/>
            </a:xfrm>
            <a:custGeom>
              <a:avLst/>
              <a:gdLst>
                <a:gd name="T0" fmla="*/ 37 w 68"/>
                <a:gd name="T1" fmla="*/ 0 h 93"/>
                <a:gd name="T2" fmla="*/ 2 w 68"/>
                <a:gd name="T3" fmla="*/ 9 h 93"/>
                <a:gd name="T4" fmla="*/ 0 w 68"/>
                <a:gd name="T5" fmla="*/ 91 h 93"/>
                <a:gd name="T6" fmla="*/ 68 w 68"/>
                <a:gd name="T7" fmla="*/ 93 h 93"/>
                <a:gd name="T8" fmla="*/ 56 w 68"/>
                <a:gd name="T9" fmla="*/ 42 h 93"/>
                <a:gd name="T10" fmla="*/ 37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7" y="0"/>
                  </a:moveTo>
                  <a:lnTo>
                    <a:pt x="2" y="9"/>
                  </a:lnTo>
                  <a:lnTo>
                    <a:pt x="0" y="91"/>
                  </a:lnTo>
                  <a:lnTo>
                    <a:pt x="68" y="93"/>
                  </a:lnTo>
                  <a:lnTo>
                    <a:pt x="56" y="4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" name="Freeform 3113">
              <a:extLst>
                <a:ext uri="{FF2B5EF4-FFF2-40B4-BE49-F238E27FC236}">
                  <a16:creationId xmlns:a16="http://schemas.microsoft.com/office/drawing/2014/main" id="{7662929A-D64C-7FD3-28BF-7B058F698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8388" y="3322638"/>
              <a:ext cx="66675" cy="76200"/>
            </a:xfrm>
            <a:custGeom>
              <a:avLst/>
              <a:gdLst>
                <a:gd name="T0" fmla="*/ 3 w 81"/>
                <a:gd name="T1" fmla="*/ 0 h 94"/>
                <a:gd name="T2" fmla="*/ 0 w 81"/>
                <a:gd name="T3" fmla="*/ 36 h 94"/>
                <a:gd name="T4" fmla="*/ 7 w 81"/>
                <a:gd name="T5" fmla="*/ 85 h 94"/>
                <a:gd name="T6" fmla="*/ 72 w 81"/>
                <a:gd name="T7" fmla="*/ 89 h 94"/>
                <a:gd name="T8" fmla="*/ 80 w 81"/>
                <a:gd name="T9" fmla="*/ 35 h 94"/>
                <a:gd name="T10" fmla="*/ 74 w 81"/>
                <a:gd name="T11" fmla="*/ 3 h 94"/>
                <a:gd name="T12" fmla="*/ 48 w 81"/>
                <a:gd name="T13" fmla="*/ 1 h 94"/>
                <a:gd name="T14" fmla="*/ 3 w 81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94">
                  <a:moveTo>
                    <a:pt x="3" y="0"/>
                  </a:moveTo>
                  <a:cubicBezTo>
                    <a:pt x="3" y="0"/>
                    <a:pt x="7" y="30"/>
                    <a:pt x="0" y="36"/>
                  </a:cubicBezTo>
                  <a:cubicBezTo>
                    <a:pt x="0" y="36"/>
                    <a:pt x="3" y="76"/>
                    <a:pt x="7" y="85"/>
                  </a:cubicBezTo>
                  <a:cubicBezTo>
                    <a:pt x="11" y="94"/>
                    <a:pt x="53" y="92"/>
                    <a:pt x="72" y="89"/>
                  </a:cubicBezTo>
                  <a:cubicBezTo>
                    <a:pt x="72" y="89"/>
                    <a:pt x="81" y="39"/>
                    <a:pt x="80" y="35"/>
                  </a:cubicBezTo>
                  <a:cubicBezTo>
                    <a:pt x="80" y="35"/>
                    <a:pt x="74" y="15"/>
                    <a:pt x="74" y="3"/>
                  </a:cubicBezTo>
                  <a:cubicBezTo>
                    <a:pt x="48" y="1"/>
                    <a:pt x="48" y="1"/>
                    <a:pt x="48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" name="Freeform 3114">
              <a:extLst>
                <a:ext uri="{FF2B5EF4-FFF2-40B4-BE49-F238E27FC236}">
                  <a16:creationId xmlns:a16="http://schemas.microsoft.com/office/drawing/2014/main" id="{B1C2BBDA-EAC5-80B4-CCE1-D7D0390EA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3322638"/>
              <a:ext cx="36513" cy="74613"/>
            </a:xfrm>
            <a:custGeom>
              <a:avLst/>
              <a:gdLst>
                <a:gd name="T0" fmla="*/ 0 w 45"/>
                <a:gd name="T1" fmla="*/ 92 h 92"/>
                <a:gd name="T2" fmla="*/ 36 w 45"/>
                <a:gd name="T3" fmla="*/ 89 h 92"/>
                <a:gd name="T4" fmla="*/ 44 w 45"/>
                <a:gd name="T5" fmla="*/ 35 h 92"/>
                <a:gd name="T6" fmla="*/ 39 w 45"/>
                <a:gd name="T7" fmla="*/ 4 h 92"/>
                <a:gd name="T8" fmla="*/ 12 w 45"/>
                <a:gd name="T9" fmla="*/ 1 h 92"/>
                <a:gd name="T10" fmla="*/ 0 w 45"/>
                <a:gd name="T11" fmla="*/ 0 h 92"/>
                <a:gd name="T12" fmla="*/ 0 w 45"/>
                <a:gd name="T1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92">
                  <a:moveTo>
                    <a:pt x="0" y="92"/>
                  </a:moveTo>
                  <a:cubicBezTo>
                    <a:pt x="12" y="92"/>
                    <a:pt x="27" y="91"/>
                    <a:pt x="36" y="89"/>
                  </a:cubicBezTo>
                  <a:cubicBezTo>
                    <a:pt x="36" y="89"/>
                    <a:pt x="45" y="39"/>
                    <a:pt x="44" y="35"/>
                  </a:cubicBezTo>
                  <a:cubicBezTo>
                    <a:pt x="44" y="35"/>
                    <a:pt x="39" y="16"/>
                    <a:pt x="39" y="4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2"/>
                  </a:lnTo>
                  <a:close/>
                </a:path>
              </a:pathLst>
            </a:custGeom>
            <a:solidFill>
              <a:srgbClr val="F2BA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" name="Freeform 3115">
              <a:extLst>
                <a:ext uri="{FF2B5EF4-FFF2-40B4-BE49-F238E27FC236}">
                  <a16:creationId xmlns:a16="http://schemas.microsoft.com/office/drawing/2014/main" id="{7A61FBD1-2219-060E-2677-2B73ADB53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3321050"/>
              <a:ext cx="53975" cy="26988"/>
            </a:xfrm>
            <a:custGeom>
              <a:avLst/>
              <a:gdLst>
                <a:gd name="T0" fmla="*/ 0 w 67"/>
                <a:gd name="T1" fmla="*/ 8 h 34"/>
                <a:gd name="T2" fmla="*/ 33 w 67"/>
                <a:gd name="T3" fmla="*/ 32 h 34"/>
                <a:gd name="T4" fmla="*/ 67 w 67"/>
                <a:gd name="T5" fmla="*/ 7 h 34"/>
                <a:gd name="T6" fmla="*/ 48 w 67"/>
                <a:gd name="T7" fmla="*/ 2 h 34"/>
                <a:gd name="T8" fmla="*/ 9 w 67"/>
                <a:gd name="T9" fmla="*/ 0 h 34"/>
                <a:gd name="T10" fmla="*/ 0 w 67"/>
                <a:gd name="T11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34">
                  <a:moveTo>
                    <a:pt x="0" y="8"/>
                  </a:moveTo>
                  <a:cubicBezTo>
                    <a:pt x="0" y="8"/>
                    <a:pt x="21" y="34"/>
                    <a:pt x="33" y="32"/>
                  </a:cubicBezTo>
                  <a:cubicBezTo>
                    <a:pt x="45" y="31"/>
                    <a:pt x="67" y="7"/>
                    <a:pt x="67" y="7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" name="Freeform 3116">
              <a:extLst>
                <a:ext uri="{FF2B5EF4-FFF2-40B4-BE49-F238E27FC236}">
                  <a16:creationId xmlns:a16="http://schemas.microsoft.com/office/drawing/2014/main" id="{CCF4F4F3-85DD-6EFD-52B3-150AE96D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151188"/>
              <a:ext cx="188913" cy="184150"/>
            </a:xfrm>
            <a:custGeom>
              <a:avLst/>
              <a:gdLst>
                <a:gd name="T0" fmla="*/ 33 w 233"/>
                <a:gd name="T1" fmla="*/ 144 h 227"/>
                <a:gd name="T2" fmla="*/ 120 w 233"/>
                <a:gd name="T3" fmla="*/ 227 h 227"/>
                <a:gd name="T4" fmla="*/ 203 w 233"/>
                <a:gd name="T5" fmla="*/ 145 h 227"/>
                <a:gd name="T6" fmla="*/ 229 w 233"/>
                <a:gd name="T7" fmla="*/ 122 h 227"/>
                <a:gd name="T8" fmla="*/ 210 w 233"/>
                <a:gd name="T9" fmla="*/ 95 h 227"/>
                <a:gd name="T10" fmla="*/ 182 w 233"/>
                <a:gd name="T11" fmla="*/ 24 h 227"/>
                <a:gd name="T12" fmla="*/ 121 w 233"/>
                <a:gd name="T13" fmla="*/ 25 h 227"/>
                <a:gd name="T14" fmla="*/ 116 w 233"/>
                <a:gd name="T15" fmla="*/ 27 h 227"/>
                <a:gd name="T16" fmla="*/ 134 w 233"/>
                <a:gd name="T17" fmla="*/ 30 h 227"/>
                <a:gd name="T18" fmla="*/ 91 w 233"/>
                <a:gd name="T19" fmla="*/ 23 h 227"/>
                <a:gd name="T20" fmla="*/ 53 w 233"/>
                <a:gd name="T21" fmla="*/ 1 h 227"/>
                <a:gd name="T22" fmla="*/ 35 w 233"/>
                <a:gd name="T23" fmla="*/ 35 h 227"/>
                <a:gd name="T24" fmla="*/ 34 w 233"/>
                <a:gd name="T25" fmla="*/ 84 h 227"/>
                <a:gd name="T26" fmla="*/ 30 w 233"/>
                <a:gd name="T27" fmla="*/ 97 h 227"/>
                <a:gd name="T28" fmla="*/ 7 w 233"/>
                <a:gd name="T29" fmla="*/ 93 h 227"/>
                <a:gd name="T30" fmla="*/ 9 w 233"/>
                <a:gd name="T31" fmla="*/ 130 h 227"/>
                <a:gd name="T32" fmla="*/ 33 w 233"/>
                <a:gd name="T33" fmla="*/ 14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3" h="227">
                  <a:moveTo>
                    <a:pt x="33" y="144"/>
                  </a:moveTo>
                  <a:cubicBezTo>
                    <a:pt x="33" y="144"/>
                    <a:pt x="42" y="217"/>
                    <a:pt x="120" y="227"/>
                  </a:cubicBezTo>
                  <a:cubicBezTo>
                    <a:pt x="120" y="227"/>
                    <a:pt x="184" y="224"/>
                    <a:pt x="203" y="145"/>
                  </a:cubicBezTo>
                  <a:cubicBezTo>
                    <a:pt x="203" y="145"/>
                    <a:pt x="225" y="146"/>
                    <a:pt x="229" y="122"/>
                  </a:cubicBezTo>
                  <a:cubicBezTo>
                    <a:pt x="233" y="98"/>
                    <a:pt x="223" y="81"/>
                    <a:pt x="210" y="95"/>
                  </a:cubicBezTo>
                  <a:cubicBezTo>
                    <a:pt x="210" y="95"/>
                    <a:pt x="212" y="33"/>
                    <a:pt x="182" y="24"/>
                  </a:cubicBezTo>
                  <a:cubicBezTo>
                    <a:pt x="153" y="15"/>
                    <a:pt x="125" y="23"/>
                    <a:pt x="121" y="25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6" y="27"/>
                    <a:pt x="128" y="30"/>
                    <a:pt x="134" y="30"/>
                  </a:cubicBezTo>
                  <a:cubicBezTo>
                    <a:pt x="134" y="30"/>
                    <a:pt x="115" y="36"/>
                    <a:pt x="91" y="23"/>
                  </a:cubicBezTo>
                  <a:cubicBezTo>
                    <a:pt x="68" y="9"/>
                    <a:pt x="57" y="0"/>
                    <a:pt x="53" y="1"/>
                  </a:cubicBezTo>
                  <a:cubicBezTo>
                    <a:pt x="49" y="2"/>
                    <a:pt x="34" y="27"/>
                    <a:pt x="35" y="35"/>
                  </a:cubicBezTo>
                  <a:cubicBezTo>
                    <a:pt x="36" y="43"/>
                    <a:pt x="38" y="73"/>
                    <a:pt x="34" y="84"/>
                  </a:cubicBezTo>
                  <a:cubicBezTo>
                    <a:pt x="30" y="95"/>
                    <a:pt x="30" y="97"/>
                    <a:pt x="30" y="97"/>
                  </a:cubicBezTo>
                  <a:cubicBezTo>
                    <a:pt x="30" y="97"/>
                    <a:pt x="12" y="89"/>
                    <a:pt x="7" y="93"/>
                  </a:cubicBezTo>
                  <a:cubicBezTo>
                    <a:pt x="1" y="97"/>
                    <a:pt x="0" y="116"/>
                    <a:pt x="9" y="130"/>
                  </a:cubicBezTo>
                  <a:cubicBezTo>
                    <a:pt x="19" y="144"/>
                    <a:pt x="33" y="144"/>
                    <a:pt x="33" y="144"/>
                  </a:cubicBez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" name="Freeform 3117">
              <a:extLst>
                <a:ext uri="{FF2B5EF4-FFF2-40B4-BE49-F238E27FC236}">
                  <a16:creationId xmlns:a16="http://schemas.microsoft.com/office/drawing/2014/main" id="{6DCE9B66-E8FD-5852-253A-8B26F429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3287713"/>
              <a:ext cx="44450" cy="12700"/>
            </a:xfrm>
            <a:custGeom>
              <a:avLst/>
              <a:gdLst>
                <a:gd name="T0" fmla="*/ 0 w 55"/>
                <a:gd name="T1" fmla="*/ 0 h 16"/>
                <a:gd name="T2" fmla="*/ 55 w 55"/>
                <a:gd name="T3" fmla="*/ 1 h 16"/>
                <a:gd name="T4" fmla="*/ 28 w 55"/>
                <a:gd name="T5" fmla="*/ 13 h 16"/>
                <a:gd name="T6" fmla="*/ 0 w 55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16">
                  <a:moveTo>
                    <a:pt x="0" y="0"/>
                  </a:moveTo>
                  <a:cubicBezTo>
                    <a:pt x="0" y="0"/>
                    <a:pt x="33" y="16"/>
                    <a:pt x="55" y="1"/>
                  </a:cubicBezTo>
                  <a:cubicBezTo>
                    <a:pt x="55" y="1"/>
                    <a:pt x="37" y="13"/>
                    <a:pt x="28" y="13"/>
                  </a:cubicBezTo>
                  <a:cubicBezTo>
                    <a:pt x="20" y="13"/>
                    <a:pt x="8" y="10"/>
                    <a:pt x="0" y="0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" name="Freeform 3118">
              <a:extLst>
                <a:ext uri="{FF2B5EF4-FFF2-40B4-BE49-F238E27FC236}">
                  <a16:creationId xmlns:a16="http://schemas.microsoft.com/office/drawing/2014/main" id="{1192CCA1-4C88-11C8-8E4A-8F8DA17E9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263" y="3263900"/>
              <a:ext cx="30163" cy="12700"/>
            </a:xfrm>
            <a:custGeom>
              <a:avLst/>
              <a:gdLst>
                <a:gd name="T0" fmla="*/ 0 w 36"/>
                <a:gd name="T1" fmla="*/ 2 h 16"/>
                <a:gd name="T2" fmla="*/ 18 w 36"/>
                <a:gd name="T3" fmla="*/ 15 h 16"/>
                <a:gd name="T4" fmla="*/ 35 w 36"/>
                <a:gd name="T5" fmla="*/ 1 h 16"/>
                <a:gd name="T6" fmla="*/ 0 w 36"/>
                <a:gd name="T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6">
                  <a:moveTo>
                    <a:pt x="0" y="2"/>
                  </a:moveTo>
                  <a:cubicBezTo>
                    <a:pt x="0" y="2"/>
                    <a:pt x="9" y="16"/>
                    <a:pt x="18" y="15"/>
                  </a:cubicBezTo>
                  <a:cubicBezTo>
                    <a:pt x="28" y="14"/>
                    <a:pt x="34" y="3"/>
                    <a:pt x="35" y="1"/>
                  </a:cubicBezTo>
                  <a:cubicBezTo>
                    <a:pt x="36" y="0"/>
                    <a:pt x="21" y="10"/>
                    <a:pt x="0" y="2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" name="Freeform 3119">
              <a:extLst>
                <a:ext uri="{FF2B5EF4-FFF2-40B4-BE49-F238E27FC236}">
                  <a16:creationId xmlns:a16="http://schemas.microsoft.com/office/drawing/2014/main" id="{64DB2596-1C55-1E36-A558-B192B7224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4750" y="3235325"/>
              <a:ext cx="15875" cy="15875"/>
            </a:xfrm>
            <a:custGeom>
              <a:avLst/>
              <a:gdLst>
                <a:gd name="T0" fmla="*/ 0 w 18"/>
                <a:gd name="T1" fmla="*/ 18 h 18"/>
                <a:gd name="T2" fmla="*/ 9 w 18"/>
                <a:gd name="T3" fmla="*/ 0 h 18"/>
                <a:gd name="T4" fmla="*/ 17 w 18"/>
                <a:gd name="T5" fmla="*/ 5 h 18"/>
                <a:gd name="T6" fmla="*/ 8 w 18"/>
                <a:gd name="T7" fmla="*/ 3 h 18"/>
                <a:gd name="T8" fmla="*/ 7 w 18"/>
                <a:gd name="T9" fmla="*/ 9 h 18"/>
                <a:gd name="T10" fmla="*/ 12 w 18"/>
                <a:gd name="T11" fmla="*/ 9 h 18"/>
                <a:gd name="T12" fmla="*/ 7 w 18"/>
                <a:gd name="T13" fmla="*/ 12 h 18"/>
                <a:gd name="T14" fmla="*/ 0 w 18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8">
                  <a:moveTo>
                    <a:pt x="0" y="18"/>
                  </a:moveTo>
                  <a:cubicBezTo>
                    <a:pt x="0" y="18"/>
                    <a:pt x="1" y="1"/>
                    <a:pt x="9" y="0"/>
                  </a:cubicBezTo>
                  <a:cubicBezTo>
                    <a:pt x="18" y="0"/>
                    <a:pt x="17" y="5"/>
                    <a:pt x="17" y="5"/>
                  </a:cubicBezTo>
                  <a:cubicBezTo>
                    <a:pt x="17" y="5"/>
                    <a:pt x="10" y="1"/>
                    <a:pt x="8" y="3"/>
                  </a:cubicBezTo>
                  <a:cubicBezTo>
                    <a:pt x="8" y="5"/>
                    <a:pt x="5" y="9"/>
                    <a:pt x="7" y="9"/>
                  </a:cubicBezTo>
                  <a:cubicBezTo>
                    <a:pt x="9" y="9"/>
                    <a:pt x="12" y="9"/>
                    <a:pt x="12" y="9"/>
                  </a:cubicBezTo>
                  <a:cubicBezTo>
                    <a:pt x="12" y="9"/>
                    <a:pt x="10" y="12"/>
                    <a:pt x="7" y="12"/>
                  </a:cubicBezTo>
                  <a:cubicBezTo>
                    <a:pt x="5" y="13"/>
                    <a:pt x="3" y="15"/>
                    <a:pt x="0" y="18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" name="Freeform 3120">
              <a:extLst>
                <a:ext uri="{FF2B5EF4-FFF2-40B4-BE49-F238E27FC236}">
                  <a16:creationId xmlns:a16="http://schemas.microsoft.com/office/drawing/2014/main" id="{B9A9B027-5714-AE05-0772-A9E4E5A2F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5" y="3235325"/>
              <a:ext cx="14288" cy="15875"/>
            </a:xfrm>
            <a:custGeom>
              <a:avLst/>
              <a:gdLst>
                <a:gd name="T0" fmla="*/ 18 w 18"/>
                <a:gd name="T1" fmla="*/ 18 h 18"/>
                <a:gd name="T2" fmla="*/ 8 w 18"/>
                <a:gd name="T3" fmla="*/ 0 h 18"/>
                <a:gd name="T4" fmla="*/ 1 w 18"/>
                <a:gd name="T5" fmla="*/ 5 h 18"/>
                <a:gd name="T6" fmla="*/ 10 w 18"/>
                <a:gd name="T7" fmla="*/ 3 h 18"/>
                <a:gd name="T8" fmla="*/ 11 w 18"/>
                <a:gd name="T9" fmla="*/ 9 h 18"/>
                <a:gd name="T10" fmla="*/ 6 w 18"/>
                <a:gd name="T11" fmla="*/ 9 h 18"/>
                <a:gd name="T12" fmla="*/ 11 w 18"/>
                <a:gd name="T13" fmla="*/ 12 h 18"/>
                <a:gd name="T14" fmla="*/ 18 w 18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8">
                  <a:moveTo>
                    <a:pt x="18" y="18"/>
                  </a:moveTo>
                  <a:cubicBezTo>
                    <a:pt x="18" y="18"/>
                    <a:pt x="17" y="0"/>
                    <a:pt x="8" y="0"/>
                  </a:cubicBezTo>
                  <a:cubicBezTo>
                    <a:pt x="0" y="0"/>
                    <a:pt x="1" y="5"/>
                    <a:pt x="1" y="5"/>
                  </a:cubicBezTo>
                  <a:cubicBezTo>
                    <a:pt x="1" y="5"/>
                    <a:pt x="8" y="1"/>
                    <a:pt x="10" y="3"/>
                  </a:cubicBezTo>
                  <a:cubicBezTo>
                    <a:pt x="10" y="5"/>
                    <a:pt x="13" y="9"/>
                    <a:pt x="11" y="9"/>
                  </a:cubicBezTo>
                  <a:cubicBezTo>
                    <a:pt x="9" y="9"/>
                    <a:pt x="6" y="9"/>
                    <a:pt x="6" y="9"/>
                  </a:cubicBezTo>
                  <a:cubicBezTo>
                    <a:pt x="6" y="9"/>
                    <a:pt x="8" y="11"/>
                    <a:pt x="11" y="12"/>
                  </a:cubicBezTo>
                  <a:cubicBezTo>
                    <a:pt x="13" y="13"/>
                    <a:pt x="15" y="15"/>
                    <a:pt x="18" y="18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" name="Freeform 3121">
              <a:extLst>
                <a:ext uri="{FF2B5EF4-FFF2-40B4-BE49-F238E27FC236}">
                  <a16:creationId xmlns:a16="http://schemas.microsoft.com/office/drawing/2014/main" id="{16623B72-9895-189B-C80A-EA9E37FAC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700" y="3351213"/>
              <a:ext cx="57150" cy="158750"/>
            </a:xfrm>
            <a:custGeom>
              <a:avLst/>
              <a:gdLst>
                <a:gd name="T0" fmla="*/ 25 w 36"/>
                <a:gd name="T1" fmla="*/ 0 h 100"/>
                <a:gd name="T2" fmla="*/ 5 w 36"/>
                <a:gd name="T3" fmla="*/ 7 h 100"/>
                <a:gd name="T4" fmla="*/ 0 w 36"/>
                <a:gd name="T5" fmla="*/ 48 h 100"/>
                <a:gd name="T6" fmla="*/ 16 w 36"/>
                <a:gd name="T7" fmla="*/ 48 h 100"/>
                <a:gd name="T8" fmla="*/ 20 w 36"/>
                <a:gd name="T9" fmla="*/ 48 h 100"/>
                <a:gd name="T10" fmla="*/ 0 w 36"/>
                <a:gd name="T11" fmla="*/ 62 h 100"/>
                <a:gd name="T12" fmla="*/ 17 w 36"/>
                <a:gd name="T13" fmla="*/ 100 h 100"/>
                <a:gd name="T14" fmla="*/ 36 w 36"/>
                <a:gd name="T15" fmla="*/ 100 h 100"/>
                <a:gd name="T16" fmla="*/ 31 w 36"/>
                <a:gd name="T17" fmla="*/ 31 h 100"/>
                <a:gd name="T18" fmla="*/ 25 w 3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00">
                  <a:moveTo>
                    <a:pt x="25" y="0"/>
                  </a:moveTo>
                  <a:lnTo>
                    <a:pt x="5" y="7"/>
                  </a:lnTo>
                  <a:lnTo>
                    <a:pt x="0" y="48"/>
                  </a:lnTo>
                  <a:lnTo>
                    <a:pt x="16" y="48"/>
                  </a:lnTo>
                  <a:lnTo>
                    <a:pt x="20" y="48"/>
                  </a:lnTo>
                  <a:lnTo>
                    <a:pt x="0" y="62"/>
                  </a:lnTo>
                  <a:lnTo>
                    <a:pt x="17" y="100"/>
                  </a:lnTo>
                  <a:lnTo>
                    <a:pt x="36" y="100"/>
                  </a:lnTo>
                  <a:lnTo>
                    <a:pt x="31" y="3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" name="Freeform 3122">
              <a:extLst>
                <a:ext uri="{FF2B5EF4-FFF2-40B4-BE49-F238E27FC236}">
                  <a16:creationId xmlns:a16="http://schemas.microsoft.com/office/drawing/2014/main" id="{D441DB2F-258E-A7A4-A63E-DF10E2F62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600" y="3351213"/>
              <a:ext cx="57150" cy="158750"/>
            </a:xfrm>
            <a:custGeom>
              <a:avLst/>
              <a:gdLst>
                <a:gd name="T0" fmla="*/ 10 w 36"/>
                <a:gd name="T1" fmla="*/ 0 h 100"/>
                <a:gd name="T2" fmla="*/ 30 w 36"/>
                <a:gd name="T3" fmla="*/ 7 h 100"/>
                <a:gd name="T4" fmla="*/ 36 w 36"/>
                <a:gd name="T5" fmla="*/ 47 h 100"/>
                <a:gd name="T6" fmla="*/ 16 w 36"/>
                <a:gd name="T7" fmla="*/ 48 h 100"/>
                <a:gd name="T8" fmla="*/ 36 w 36"/>
                <a:gd name="T9" fmla="*/ 62 h 100"/>
                <a:gd name="T10" fmla="*/ 19 w 36"/>
                <a:gd name="T11" fmla="*/ 100 h 100"/>
                <a:gd name="T12" fmla="*/ 0 w 36"/>
                <a:gd name="T13" fmla="*/ 100 h 100"/>
                <a:gd name="T14" fmla="*/ 5 w 36"/>
                <a:gd name="T15" fmla="*/ 31 h 100"/>
                <a:gd name="T16" fmla="*/ 10 w 36"/>
                <a:gd name="T1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00">
                  <a:moveTo>
                    <a:pt x="10" y="0"/>
                  </a:moveTo>
                  <a:lnTo>
                    <a:pt x="30" y="7"/>
                  </a:lnTo>
                  <a:lnTo>
                    <a:pt x="36" y="47"/>
                  </a:lnTo>
                  <a:lnTo>
                    <a:pt x="16" y="48"/>
                  </a:lnTo>
                  <a:lnTo>
                    <a:pt x="36" y="62"/>
                  </a:lnTo>
                  <a:lnTo>
                    <a:pt x="19" y="100"/>
                  </a:lnTo>
                  <a:lnTo>
                    <a:pt x="0" y="100"/>
                  </a:lnTo>
                  <a:lnTo>
                    <a:pt x="5" y="3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" name="Freeform 3123">
              <a:extLst>
                <a:ext uri="{FF2B5EF4-FFF2-40B4-BE49-F238E27FC236}">
                  <a16:creationId xmlns:a16="http://schemas.microsoft.com/office/drawing/2014/main" id="{16ACE028-34CA-C682-C32F-8F37F499F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838" y="3119438"/>
              <a:ext cx="17463" cy="38100"/>
            </a:xfrm>
            <a:custGeom>
              <a:avLst/>
              <a:gdLst>
                <a:gd name="T0" fmla="*/ 21 w 21"/>
                <a:gd name="T1" fmla="*/ 48 h 48"/>
                <a:gd name="T2" fmla="*/ 15 w 21"/>
                <a:gd name="T3" fmla="*/ 29 h 48"/>
                <a:gd name="T4" fmla="*/ 11 w 21"/>
                <a:gd name="T5" fmla="*/ 18 h 48"/>
                <a:gd name="T6" fmla="*/ 18 w 21"/>
                <a:gd name="T7" fmla="*/ 9 h 48"/>
                <a:gd name="T8" fmla="*/ 9 w 21"/>
                <a:gd name="T9" fmla="*/ 0 h 48"/>
                <a:gd name="T10" fmla="*/ 0 w 21"/>
                <a:gd name="T11" fmla="*/ 9 h 48"/>
                <a:gd name="T12" fmla="*/ 5 w 21"/>
                <a:gd name="T13" fmla="*/ 17 h 48"/>
                <a:gd name="T14" fmla="*/ 3 w 21"/>
                <a:gd name="T15" fmla="*/ 31 h 48"/>
                <a:gd name="T16" fmla="*/ 2 w 21"/>
                <a:gd name="T17" fmla="*/ 48 h 48"/>
                <a:gd name="T18" fmla="*/ 21 w 2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48">
                  <a:moveTo>
                    <a:pt x="21" y="48"/>
                  </a:moveTo>
                  <a:cubicBezTo>
                    <a:pt x="21" y="48"/>
                    <a:pt x="21" y="35"/>
                    <a:pt x="15" y="29"/>
                  </a:cubicBezTo>
                  <a:cubicBezTo>
                    <a:pt x="13" y="26"/>
                    <a:pt x="11" y="21"/>
                    <a:pt x="11" y="18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2" y="16"/>
                    <a:pt x="5" y="17"/>
                  </a:cubicBezTo>
                  <a:cubicBezTo>
                    <a:pt x="4" y="20"/>
                    <a:pt x="2" y="26"/>
                    <a:pt x="3" y="31"/>
                  </a:cubicBezTo>
                  <a:cubicBezTo>
                    <a:pt x="5" y="38"/>
                    <a:pt x="3" y="45"/>
                    <a:pt x="2" y="48"/>
                  </a:cubicBezTo>
                  <a:lnTo>
                    <a:pt x="21" y="48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" name="Freeform 3124">
              <a:extLst>
                <a:ext uri="{FF2B5EF4-FFF2-40B4-BE49-F238E27FC236}">
                  <a16:creationId xmlns:a16="http://schemas.microsoft.com/office/drawing/2014/main" id="{AE94144A-5799-B495-7A4D-DE86A7902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3078163"/>
              <a:ext cx="15875" cy="44450"/>
            </a:xfrm>
            <a:custGeom>
              <a:avLst/>
              <a:gdLst>
                <a:gd name="T0" fmla="*/ 19 w 20"/>
                <a:gd name="T1" fmla="*/ 54 h 54"/>
                <a:gd name="T2" fmla="*/ 17 w 20"/>
                <a:gd name="T3" fmla="*/ 53 h 54"/>
                <a:gd name="T4" fmla="*/ 10 w 20"/>
                <a:gd name="T5" fmla="*/ 35 h 54"/>
                <a:gd name="T6" fmla="*/ 0 w 20"/>
                <a:gd name="T7" fmla="*/ 0 h 54"/>
                <a:gd name="T8" fmla="*/ 3 w 20"/>
                <a:gd name="T9" fmla="*/ 0 h 54"/>
                <a:gd name="T10" fmla="*/ 11 w 20"/>
                <a:gd name="T11" fmla="*/ 33 h 54"/>
                <a:gd name="T12" fmla="*/ 19 w 20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4">
                  <a:moveTo>
                    <a:pt x="19" y="54"/>
                  </a:moveTo>
                  <a:cubicBezTo>
                    <a:pt x="17" y="53"/>
                    <a:pt x="17" y="53"/>
                    <a:pt x="17" y="53"/>
                  </a:cubicBezTo>
                  <a:cubicBezTo>
                    <a:pt x="17" y="53"/>
                    <a:pt x="18" y="41"/>
                    <a:pt x="10" y="35"/>
                  </a:cubicBezTo>
                  <a:cubicBezTo>
                    <a:pt x="1" y="29"/>
                    <a:pt x="0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8"/>
                    <a:pt x="4" y="29"/>
                    <a:pt x="11" y="33"/>
                  </a:cubicBezTo>
                  <a:cubicBezTo>
                    <a:pt x="20" y="39"/>
                    <a:pt x="20" y="53"/>
                    <a:pt x="19" y="54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" name="Freeform 3125">
              <a:extLst>
                <a:ext uri="{FF2B5EF4-FFF2-40B4-BE49-F238E27FC236}">
                  <a16:creationId xmlns:a16="http://schemas.microsoft.com/office/drawing/2014/main" id="{2B49E66F-3320-E659-34F1-C73BF76C3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325" y="3025775"/>
              <a:ext cx="300038" cy="117475"/>
            </a:xfrm>
            <a:custGeom>
              <a:avLst/>
              <a:gdLst>
                <a:gd name="T0" fmla="*/ 94 w 189"/>
                <a:gd name="T1" fmla="*/ 74 h 74"/>
                <a:gd name="T2" fmla="*/ 0 w 189"/>
                <a:gd name="T3" fmla="*/ 37 h 74"/>
                <a:gd name="T4" fmla="*/ 93 w 189"/>
                <a:gd name="T5" fmla="*/ 0 h 74"/>
                <a:gd name="T6" fmla="*/ 189 w 189"/>
                <a:gd name="T7" fmla="*/ 35 h 74"/>
                <a:gd name="T8" fmla="*/ 94 w 189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74">
                  <a:moveTo>
                    <a:pt x="94" y="74"/>
                  </a:moveTo>
                  <a:lnTo>
                    <a:pt x="0" y="37"/>
                  </a:lnTo>
                  <a:lnTo>
                    <a:pt x="93" y="0"/>
                  </a:lnTo>
                  <a:lnTo>
                    <a:pt x="189" y="35"/>
                  </a:lnTo>
                  <a:lnTo>
                    <a:pt x="94" y="74"/>
                  </a:lnTo>
                  <a:close/>
                </a:path>
              </a:pathLst>
            </a:custGeom>
            <a:solidFill>
              <a:srgbClr val="0B3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" name="Freeform 3126">
              <a:extLst>
                <a:ext uri="{FF2B5EF4-FFF2-40B4-BE49-F238E27FC236}">
                  <a16:creationId xmlns:a16="http://schemas.microsoft.com/office/drawing/2014/main" id="{6F7D6730-60DB-65E6-A7AC-64EB993D6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170238"/>
              <a:ext cx="0" cy="1588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" name="Freeform 3127">
              <a:extLst>
                <a:ext uri="{FF2B5EF4-FFF2-40B4-BE49-F238E27FC236}">
                  <a16:creationId xmlns:a16="http://schemas.microsoft.com/office/drawing/2014/main" id="{A5CC1D55-DB63-D43D-1F81-B43908177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079750"/>
              <a:ext cx="188913" cy="93663"/>
            </a:xfrm>
            <a:custGeom>
              <a:avLst/>
              <a:gdLst>
                <a:gd name="T0" fmla="*/ 234 w 234"/>
                <a:gd name="T1" fmla="*/ 38 h 117"/>
                <a:gd name="T2" fmla="*/ 117 w 234"/>
                <a:gd name="T3" fmla="*/ 0 h 117"/>
                <a:gd name="T4" fmla="*/ 0 w 234"/>
                <a:gd name="T5" fmla="*/ 38 h 117"/>
                <a:gd name="T6" fmla="*/ 0 w 234"/>
                <a:gd name="T7" fmla="*/ 38 h 117"/>
                <a:gd name="T8" fmla="*/ 0 w 234"/>
                <a:gd name="T9" fmla="*/ 38 h 117"/>
                <a:gd name="T10" fmla="*/ 0 w 234"/>
                <a:gd name="T11" fmla="*/ 113 h 117"/>
                <a:gd name="T12" fmla="*/ 117 w 234"/>
                <a:gd name="T13" fmla="*/ 80 h 117"/>
                <a:gd name="T14" fmla="*/ 234 w 234"/>
                <a:gd name="T15" fmla="*/ 113 h 117"/>
                <a:gd name="T16" fmla="*/ 234 w 234"/>
                <a:gd name="T17" fmla="*/ 114 h 117"/>
                <a:gd name="T18" fmla="*/ 234 w 234"/>
                <a:gd name="T19" fmla="*/ 114 h 117"/>
                <a:gd name="T20" fmla="*/ 234 w 234"/>
                <a:gd name="T21" fmla="*/ 117 h 117"/>
                <a:gd name="T22" fmla="*/ 234 w 234"/>
                <a:gd name="T23" fmla="*/ 38 h 117"/>
                <a:gd name="T24" fmla="*/ 234 w 234"/>
                <a:gd name="T25" fmla="*/ 38 h 117"/>
                <a:gd name="T26" fmla="*/ 234 w 234"/>
                <a:gd name="T27" fmla="*/ 3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117">
                  <a:moveTo>
                    <a:pt x="234" y="38"/>
                  </a:moveTo>
                  <a:cubicBezTo>
                    <a:pt x="234" y="17"/>
                    <a:pt x="182" y="0"/>
                    <a:pt x="117" y="0"/>
                  </a:cubicBezTo>
                  <a:cubicBezTo>
                    <a:pt x="53" y="0"/>
                    <a:pt x="0" y="1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5"/>
                    <a:pt x="53" y="80"/>
                    <a:pt x="117" y="80"/>
                  </a:cubicBezTo>
                  <a:cubicBezTo>
                    <a:pt x="182" y="80"/>
                    <a:pt x="234" y="95"/>
                    <a:pt x="234" y="113"/>
                  </a:cubicBezTo>
                  <a:cubicBezTo>
                    <a:pt x="234" y="114"/>
                    <a:pt x="234" y="114"/>
                    <a:pt x="234" y="114"/>
                  </a:cubicBezTo>
                  <a:cubicBezTo>
                    <a:pt x="234" y="114"/>
                    <a:pt x="234" y="114"/>
                    <a:pt x="234" y="114"/>
                  </a:cubicBezTo>
                  <a:cubicBezTo>
                    <a:pt x="234" y="117"/>
                    <a:pt x="234" y="117"/>
                    <a:pt x="234" y="117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8"/>
                    <a:pt x="234" y="38"/>
                    <a:pt x="234" y="38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" name="Freeform 3128">
              <a:extLst>
                <a:ext uri="{FF2B5EF4-FFF2-40B4-BE49-F238E27FC236}">
                  <a16:creationId xmlns:a16="http://schemas.microsoft.com/office/drawing/2014/main" id="{8C55595C-BF1D-CAC1-47F2-4F10612E1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250" y="3100388"/>
              <a:ext cx="206375" cy="198438"/>
            </a:xfrm>
            <a:custGeom>
              <a:avLst/>
              <a:gdLst>
                <a:gd name="T0" fmla="*/ 238 w 255"/>
                <a:gd name="T1" fmla="*/ 190 h 243"/>
                <a:gd name="T2" fmla="*/ 127 w 255"/>
                <a:gd name="T3" fmla="*/ 243 h 243"/>
                <a:gd name="T4" fmla="*/ 12 w 255"/>
                <a:gd name="T5" fmla="*/ 127 h 243"/>
                <a:gd name="T6" fmla="*/ 57 w 255"/>
                <a:gd name="T7" fmla="*/ 31 h 243"/>
                <a:gd name="T8" fmla="*/ 143 w 255"/>
                <a:gd name="T9" fmla="*/ 2 h 243"/>
                <a:gd name="T10" fmla="*/ 247 w 255"/>
                <a:gd name="T11" fmla="*/ 90 h 243"/>
                <a:gd name="T12" fmla="*/ 238 w 255"/>
                <a:gd name="T13" fmla="*/ 19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5" h="243">
                  <a:moveTo>
                    <a:pt x="238" y="190"/>
                  </a:moveTo>
                  <a:cubicBezTo>
                    <a:pt x="212" y="226"/>
                    <a:pt x="175" y="243"/>
                    <a:pt x="127" y="243"/>
                  </a:cubicBezTo>
                  <a:cubicBezTo>
                    <a:pt x="48" y="243"/>
                    <a:pt x="7" y="203"/>
                    <a:pt x="12" y="127"/>
                  </a:cubicBezTo>
                  <a:cubicBezTo>
                    <a:pt x="15" y="89"/>
                    <a:pt x="0" y="31"/>
                    <a:pt x="57" y="31"/>
                  </a:cubicBezTo>
                  <a:cubicBezTo>
                    <a:pt x="56" y="0"/>
                    <a:pt x="80" y="4"/>
                    <a:pt x="143" y="2"/>
                  </a:cubicBezTo>
                  <a:cubicBezTo>
                    <a:pt x="205" y="0"/>
                    <a:pt x="241" y="58"/>
                    <a:pt x="247" y="90"/>
                  </a:cubicBezTo>
                  <a:cubicBezTo>
                    <a:pt x="255" y="145"/>
                    <a:pt x="244" y="156"/>
                    <a:pt x="238" y="190"/>
                  </a:cubicBez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" name="Freeform 3129">
              <a:extLst>
                <a:ext uri="{FF2B5EF4-FFF2-40B4-BE49-F238E27FC236}">
                  <a16:creationId xmlns:a16="http://schemas.microsoft.com/office/drawing/2014/main" id="{DD49AE92-A15B-7AA9-8FEB-A134C107D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88" y="3101975"/>
              <a:ext cx="195263" cy="196850"/>
            </a:xfrm>
            <a:custGeom>
              <a:avLst/>
              <a:gdLst>
                <a:gd name="T0" fmla="*/ 227 w 239"/>
                <a:gd name="T1" fmla="*/ 189 h 243"/>
                <a:gd name="T2" fmla="*/ 227 w 239"/>
                <a:gd name="T3" fmla="*/ 189 h 243"/>
                <a:gd name="T4" fmla="*/ 116 w 239"/>
                <a:gd name="T5" fmla="*/ 242 h 243"/>
                <a:gd name="T6" fmla="*/ 31 w 239"/>
                <a:gd name="T7" fmla="*/ 216 h 243"/>
                <a:gd name="T8" fmla="*/ 1 w 239"/>
                <a:gd name="T9" fmla="*/ 139 h 243"/>
                <a:gd name="T10" fmla="*/ 2 w 239"/>
                <a:gd name="T11" fmla="*/ 126 h 243"/>
                <a:gd name="T12" fmla="*/ 2 w 239"/>
                <a:gd name="T13" fmla="*/ 113 h 243"/>
                <a:gd name="T14" fmla="*/ 2 w 239"/>
                <a:gd name="T15" fmla="*/ 91 h 243"/>
                <a:gd name="T16" fmla="*/ 9 w 239"/>
                <a:gd name="T17" fmla="*/ 49 h 243"/>
                <a:gd name="T18" fmla="*/ 45 w 239"/>
                <a:gd name="T19" fmla="*/ 31 h 243"/>
                <a:gd name="T20" fmla="*/ 46 w 239"/>
                <a:gd name="T21" fmla="*/ 31 h 243"/>
                <a:gd name="T22" fmla="*/ 46 w 239"/>
                <a:gd name="T23" fmla="*/ 31 h 243"/>
                <a:gd name="T24" fmla="*/ 46 w 239"/>
                <a:gd name="T25" fmla="*/ 30 h 243"/>
                <a:gd name="T26" fmla="*/ 46 w 239"/>
                <a:gd name="T27" fmla="*/ 29 h 243"/>
                <a:gd name="T28" fmla="*/ 51 w 239"/>
                <a:gd name="T29" fmla="*/ 12 h 243"/>
                <a:gd name="T30" fmla="*/ 77 w 239"/>
                <a:gd name="T31" fmla="*/ 3 h 243"/>
                <a:gd name="T32" fmla="*/ 132 w 239"/>
                <a:gd name="T33" fmla="*/ 1 h 243"/>
                <a:gd name="T34" fmla="*/ 135 w 239"/>
                <a:gd name="T35" fmla="*/ 1 h 243"/>
                <a:gd name="T36" fmla="*/ 206 w 239"/>
                <a:gd name="T37" fmla="*/ 33 h 243"/>
                <a:gd name="T38" fmla="*/ 235 w 239"/>
                <a:gd name="T39" fmla="*/ 89 h 243"/>
                <a:gd name="T40" fmla="*/ 238 w 239"/>
                <a:gd name="T41" fmla="*/ 124 h 243"/>
                <a:gd name="T42" fmla="*/ 234 w 239"/>
                <a:gd name="T43" fmla="*/ 157 h 243"/>
                <a:gd name="T44" fmla="*/ 226 w 239"/>
                <a:gd name="T45" fmla="*/ 189 h 243"/>
                <a:gd name="T46" fmla="*/ 227 w 239"/>
                <a:gd name="T47" fmla="*/ 189 h 243"/>
                <a:gd name="T48" fmla="*/ 227 w 239"/>
                <a:gd name="T49" fmla="*/ 189 h 243"/>
                <a:gd name="T50" fmla="*/ 227 w 239"/>
                <a:gd name="T51" fmla="*/ 189 h 243"/>
                <a:gd name="T52" fmla="*/ 227 w 239"/>
                <a:gd name="T53" fmla="*/ 189 h 243"/>
                <a:gd name="T54" fmla="*/ 235 w 239"/>
                <a:gd name="T55" fmla="*/ 157 h 243"/>
                <a:gd name="T56" fmla="*/ 239 w 239"/>
                <a:gd name="T57" fmla="*/ 124 h 243"/>
                <a:gd name="T58" fmla="*/ 236 w 239"/>
                <a:gd name="T59" fmla="*/ 89 h 243"/>
                <a:gd name="T60" fmla="*/ 206 w 239"/>
                <a:gd name="T61" fmla="*/ 33 h 243"/>
                <a:gd name="T62" fmla="*/ 135 w 239"/>
                <a:gd name="T63" fmla="*/ 0 h 243"/>
                <a:gd name="T64" fmla="*/ 131 w 239"/>
                <a:gd name="T65" fmla="*/ 0 h 243"/>
                <a:gd name="T66" fmla="*/ 66 w 239"/>
                <a:gd name="T67" fmla="*/ 4 h 243"/>
                <a:gd name="T68" fmla="*/ 50 w 239"/>
                <a:gd name="T69" fmla="*/ 12 h 243"/>
                <a:gd name="T70" fmla="*/ 45 w 239"/>
                <a:gd name="T71" fmla="*/ 29 h 243"/>
                <a:gd name="T72" fmla="*/ 45 w 239"/>
                <a:gd name="T73" fmla="*/ 30 h 243"/>
                <a:gd name="T74" fmla="*/ 46 w 239"/>
                <a:gd name="T75" fmla="*/ 30 h 243"/>
                <a:gd name="T76" fmla="*/ 46 w 239"/>
                <a:gd name="T77" fmla="*/ 30 h 243"/>
                <a:gd name="T78" fmla="*/ 45 w 239"/>
                <a:gd name="T79" fmla="*/ 30 h 243"/>
                <a:gd name="T80" fmla="*/ 8 w 239"/>
                <a:gd name="T81" fmla="*/ 49 h 243"/>
                <a:gd name="T82" fmla="*/ 1 w 239"/>
                <a:gd name="T83" fmla="*/ 91 h 243"/>
                <a:gd name="T84" fmla="*/ 1 w 239"/>
                <a:gd name="T85" fmla="*/ 113 h 243"/>
                <a:gd name="T86" fmla="*/ 1 w 239"/>
                <a:gd name="T87" fmla="*/ 126 h 243"/>
                <a:gd name="T88" fmla="*/ 0 w 239"/>
                <a:gd name="T89" fmla="*/ 139 h 243"/>
                <a:gd name="T90" fmla="*/ 30 w 239"/>
                <a:gd name="T91" fmla="*/ 216 h 243"/>
                <a:gd name="T92" fmla="*/ 116 w 239"/>
                <a:gd name="T93" fmla="*/ 243 h 243"/>
                <a:gd name="T94" fmla="*/ 227 w 239"/>
                <a:gd name="T95" fmla="*/ 189 h 243"/>
                <a:gd name="T96" fmla="*/ 227 w 239"/>
                <a:gd name="T97" fmla="*/ 189 h 243"/>
                <a:gd name="T98" fmla="*/ 227 w 239"/>
                <a:gd name="T99" fmla="*/ 189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9" h="243">
                  <a:moveTo>
                    <a:pt x="227" y="189"/>
                  </a:moveTo>
                  <a:cubicBezTo>
                    <a:pt x="227" y="189"/>
                    <a:pt x="227" y="189"/>
                    <a:pt x="227" y="189"/>
                  </a:cubicBezTo>
                  <a:cubicBezTo>
                    <a:pt x="201" y="225"/>
                    <a:pt x="164" y="242"/>
                    <a:pt x="116" y="242"/>
                  </a:cubicBezTo>
                  <a:cubicBezTo>
                    <a:pt x="79" y="242"/>
                    <a:pt x="50" y="233"/>
                    <a:pt x="31" y="216"/>
                  </a:cubicBezTo>
                  <a:cubicBezTo>
                    <a:pt x="11" y="199"/>
                    <a:pt x="1" y="173"/>
                    <a:pt x="1" y="139"/>
                  </a:cubicBezTo>
                  <a:cubicBezTo>
                    <a:pt x="1" y="135"/>
                    <a:pt x="1" y="131"/>
                    <a:pt x="2" y="126"/>
                  </a:cubicBezTo>
                  <a:cubicBezTo>
                    <a:pt x="2" y="122"/>
                    <a:pt x="2" y="118"/>
                    <a:pt x="2" y="113"/>
                  </a:cubicBezTo>
                  <a:cubicBezTo>
                    <a:pt x="2" y="106"/>
                    <a:pt x="2" y="98"/>
                    <a:pt x="2" y="91"/>
                  </a:cubicBezTo>
                  <a:cubicBezTo>
                    <a:pt x="2" y="76"/>
                    <a:pt x="3" y="60"/>
                    <a:pt x="9" y="49"/>
                  </a:cubicBezTo>
                  <a:cubicBezTo>
                    <a:pt x="14" y="38"/>
                    <a:pt x="25" y="31"/>
                    <a:pt x="45" y="31"/>
                  </a:cubicBezTo>
                  <a:cubicBezTo>
                    <a:pt x="45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29"/>
                    <a:pt x="46" y="29"/>
                  </a:cubicBezTo>
                  <a:cubicBezTo>
                    <a:pt x="46" y="21"/>
                    <a:pt x="48" y="16"/>
                    <a:pt x="51" y="12"/>
                  </a:cubicBezTo>
                  <a:cubicBezTo>
                    <a:pt x="56" y="7"/>
                    <a:pt x="64" y="4"/>
                    <a:pt x="77" y="3"/>
                  </a:cubicBezTo>
                  <a:cubicBezTo>
                    <a:pt x="91" y="2"/>
                    <a:pt x="109" y="2"/>
                    <a:pt x="132" y="1"/>
                  </a:cubicBezTo>
                  <a:cubicBezTo>
                    <a:pt x="133" y="1"/>
                    <a:pt x="134" y="1"/>
                    <a:pt x="135" y="1"/>
                  </a:cubicBezTo>
                  <a:cubicBezTo>
                    <a:pt x="165" y="1"/>
                    <a:pt x="189" y="15"/>
                    <a:pt x="206" y="33"/>
                  </a:cubicBezTo>
                  <a:cubicBezTo>
                    <a:pt x="223" y="51"/>
                    <a:pt x="233" y="73"/>
                    <a:pt x="235" y="89"/>
                  </a:cubicBezTo>
                  <a:cubicBezTo>
                    <a:pt x="238" y="103"/>
                    <a:pt x="238" y="115"/>
                    <a:pt x="238" y="124"/>
                  </a:cubicBezTo>
                  <a:cubicBezTo>
                    <a:pt x="238" y="138"/>
                    <a:pt x="237" y="148"/>
                    <a:pt x="234" y="157"/>
                  </a:cubicBezTo>
                  <a:cubicBezTo>
                    <a:pt x="232" y="167"/>
                    <a:pt x="229" y="176"/>
                    <a:pt x="226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9" y="177"/>
                    <a:pt x="232" y="167"/>
                    <a:pt x="235" y="157"/>
                  </a:cubicBezTo>
                  <a:cubicBezTo>
                    <a:pt x="237" y="148"/>
                    <a:pt x="239" y="138"/>
                    <a:pt x="239" y="124"/>
                  </a:cubicBezTo>
                  <a:cubicBezTo>
                    <a:pt x="239" y="115"/>
                    <a:pt x="238" y="103"/>
                    <a:pt x="236" y="89"/>
                  </a:cubicBezTo>
                  <a:cubicBezTo>
                    <a:pt x="233" y="73"/>
                    <a:pt x="223" y="51"/>
                    <a:pt x="206" y="33"/>
                  </a:cubicBezTo>
                  <a:cubicBezTo>
                    <a:pt x="189" y="15"/>
                    <a:pt x="165" y="0"/>
                    <a:pt x="135" y="0"/>
                  </a:cubicBezTo>
                  <a:cubicBezTo>
                    <a:pt x="134" y="0"/>
                    <a:pt x="133" y="0"/>
                    <a:pt x="131" y="0"/>
                  </a:cubicBezTo>
                  <a:cubicBezTo>
                    <a:pt x="101" y="1"/>
                    <a:pt x="79" y="1"/>
                    <a:pt x="66" y="4"/>
                  </a:cubicBezTo>
                  <a:cubicBezTo>
                    <a:pt x="59" y="5"/>
                    <a:pt x="54" y="8"/>
                    <a:pt x="50" y="12"/>
                  </a:cubicBezTo>
                  <a:cubicBezTo>
                    <a:pt x="47" y="16"/>
                    <a:pt x="45" y="21"/>
                    <a:pt x="45" y="29"/>
                  </a:cubicBezTo>
                  <a:cubicBezTo>
                    <a:pt x="45" y="29"/>
                    <a:pt x="45" y="30"/>
                    <a:pt x="45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5" y="30"/>
                    <a:pt x="45" y="30"/>
                  </a:cubicBezTo>
                  <a:cubicBezTo>
                    <a:pt x="25" y="30"/>
                    <a:pt x="14" y="38"/>
                    <a:pt x="8" y="49"/>
                  </a:cubicBezTo>
                  <a:cubicBezTo>
                    <a:pt x="2" y="60"/>
                    <a:pt x="1" y="75"/>
                    <a:pt x="1" y="91"/>
                  </a:cubicBezTo>
                  <a:cubicBezTo>
                    <a:pt x="1" y="98"/>
                    <a:pt x="1" y="106"/>
                    <a:pt x="1" y="113"/>
                  </a:cubicBezTo>
                  <a:cubicBezTo>
                    <a:pt x="1" y="117"/>
                    <a:pt x="1" y="122"/>
                    <a:pt x="1" y="126"/>
                  </a:cubicBezTo>
                  <a:cubicBezTo>
                    <a:pt x="0" y="131"/>
                    <a:pt x="0" y="135"/>
                    <a:pt x="0" y="139"/>
                  </a:cubicBezTo>
                  <a:cubicBezTo>
                    <a:pt x="0" y="173"/>
                    <a:pt x="11" y="199"/>
                    <a:pt x="30" y="216"/>
                  </a:cubicBezTo>
                  <a:cubicBezTo>
                    <a:pt x="50" y="234"/>
                    <a:pt x="79" y="243"/>
                    <a:pt x="116" y="243"/>
                  </a:cubicBezTo>
                  <a:cubicBezTo>
                    <a:pt x="164" y="243"/>
                    <a:pt x="201" y="226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ubicBezTo>
                    <a:pt x="227" y="189"/>
                    <a:pt x="227" y="189"/>
                    <a:pt x="227" y="189"/>
                  </a:cubicBezTo>
                  <a:close/>
                </a:path>
              </a:pathLst>
            </a:custGeom>
            <a:solidFill>
              <a:srgbClr val="2319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" name="Freeform 3130">
              <a:extLst>
                <a:ext uri="{FF2B5EF4-FFF2-40B4-BE49-F238E27FC236}">
                  <a16:creationId xmlns:a16="http://schemas.microsoft.com/office/drawing/2014/main" id="{0A87D7D6-19E9-9539-142F-6BD2396C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400" y="3370263"/>
              <a:ext cx="107950" cy="136525"/>
            </a:xfrm>
            <a:custGeom>
              <a:avLst/>
              <a:gdLst>
                <a:gd name="T0" fmla="*/ 2 w 68"/>
                <a:gd name="T1" fmla="*/ 86 h 86"/>
                <a:gd name="T2" fmla="*/ 59 w 68"/>
                <a:gd name="T3" fmla="*/ 86 h 86"/>
                <a:gd name="T4" fmla="*/ 68 w 68"/>
                <a:gd name="T5" fmla="*/ 0 h 86"/>
                <a:gd name="T6" fmla="*/ 0 w 68"/>
                <a:gd name="T7" fmla="*/ 0 h 86"/>
                <a:gd name="T8" fmla="*/ 2 w 6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2" y="86"/>
                  </a:moveTo>
                  <a:lnTo>
                    <a:pt x="59" y="86"/>
                  </a:lnTo>
                  <a:lnTo>
                    <a:pt x="68" y="0"/>
                  </a:lnTo>
                  <a:lnTo>
                    <a:pt x="0" y="0"/>
                  </a:lnTo>
                  <a:lnTo>
                    <a:pt x="2" y="8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" name="Freeform 3131">
              <a:extLst>
                <a:ext uri="{FF2B5EF4-FFF2-40B4-BE49-F238E27FC236}">
                  <a16:creationId xmlns:a16="http://schemas.microsoft.com/office/drawing/2014/main" id="{815A172E-070B-4C1E-1DE8-62E5235A1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400" y="3370263"/>
              <a:ext cx="107950" cy="136525"/>
            </a:xfrm>
            <a:custGeom>
              <a:avLst/>
              <a:gdLst>
                <a:gd name="T0" fmla="*/ 2 w 68"/>
                <a:gd name="T1" fmla="*/ 86 h 86"/>
                <a:gd name="T2" fmla="*/ 59 w 68"/>
                <a:gd name="T3" fmla="*/ 86 h 86"/>
                <a:gd name="T4" fmla="*/ 68 w 68"/>
                <a:gd name="T5" fmla="*/ 0 h 86"/>
                <a:gd name="T6" fmla="*/ 0 w 68"/>
                <a:gd name="T7" fmla="*/ 0 h 86"/>
                <a:gd name="T8" fmla="*/ 2 w 6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2" y="86"/>
                  </a:moveTo>
                  <a:lnTo>
                    <a:pt x="59" y="86"/>
                  </a:lnTo>
                  <a:lnTo>
                    <a:pt x="68" y="0"/>
                  </a:lnTo>
                  <a:lnTo>
                    <a:pt x="0" y="0"/>
                  </a:lnTo>
                  <a:lnTo>
                    <a:pt x="2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" name="Freeform 3132">
              <a:extLst>
                <a:ext uri="{FF2B5EF4-FFF2-40B4-BE49-F238E27FC236}">
                  <a16:creationId xmlns:a16="http://schemas.microsoft.com/office/drawing/2014/main" id="{B19F8835-71A3-AFB5-ED9B-D09739EB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59150"/>
              <a:ext cx="107950" cy="147638"/>
            </a:xfrm>
            <a:custGeom>
              <a:avLst/>
              <a:gdLst>
                <a:gd name="T0" fmla="*/ 30 w 68"/>
                <a:gd name="T1" fmla="*/ 0 h 93"/>
                <a:gd name="T2" fmla="*/ 65 w 68"/>
                <a:gd name="T3" fmla="*/ 9 h 93"/>
                <a:gd name="T4" fmla="*/ 68 w 68"/>
                <a:gd name="T5" fmla="*/ 91 h 93"/>
                <a:gd name="T6" fmla="*/ 0 w 68"/>
                <a:gd name="T7" fmla="*/ 93 h 93"/>
                <a:gd name="T8" fmla="*/ 12 w 68"/>
                <a:gd name="T9" fmla="*/ 41 h 93"/>
                <a:gd name="T10" fmla="*/ 30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0" y="0"/>
                  </a:moveTo>
                  <a:lnTo>
                    <a:pt x="65" y="9"/>
                  </a:lnTo>
                  <a:lnTo>
                    <a:pt x="68" y="91"/>
                  </a:lnTo>
                  <a:lnTo>
                    <a:pt x="0" y="93"/>
                  </a:lnTo>
                  <a:lnTo>
                    <a:pt x="12" y="4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" name="Freeform 3133">
              <a:extLst>
                <a:ext uri="{FF2B5EF4-FFF2-40B4-BE49-F238E27FC236}">
                  <a16:creationId xmlns:a16="http://schemas.microsoft.com/office/drawing/2014/main" id="{2B821365-EE46-5DD8-D078-1D9F8BC1A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59150"/>
              <a:ext cx="107950" cy="147638"/>
            </a:xfrm>
            <a:custGeom>
              <a:avLst/>
              <a:gdLst>
                <a:gd name="T0" fmla="*/ 30 w 68"/>
                <a:gd name="T1" fmla="*/ 0 h 93"/>
                <a:gd name="T2" fmla="*/ 65 w 68"/>
                <a:gd name="T3" fmla="*/ 9 h 93"/>
                <a:gd name="T4" fmla="*/ 68 w 68"/>
                <a:gd name="T5" fmla="*/ 91 h 93"/>
                <a:gd name="T6" fmla="*/ 0 w 68"/>
                <a:gd name="T7" fmla="*/ 93 h 93"/>
                <a:gd name="T8" fmla="*/ 12 w 68"/>
                <a:gd name="T9" fmla="*/ 41 h 93"/>
                <a:gd name="T10" fmla="*/ 30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0" y="0"/>
                  </a:moveTo>
                  <a:lnTo>
                    <a:pt x="65" y="9"/>
                  </a:lnTo>
                  <a:lnTo>
                    <a:pt x="68" y="91"/>
                  </a:lnTo>
                  <a:lnTo>
                    <a:pt x="0" y="93"/>
                  </a:lnTo>
                  <a:lnTo>
                    <a:pt x="12" y="41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" name="Freeform 3134">
              <a:extLst>
                <a:ext uri="{FF2B5EF4-FFF2-40B4-BE49-F238E27FC236}">
                  <a16:creationId xmlns:a16="http://schemas.microsoft.com/office/drawing/2014/main" id="{E1F12574-A0E2-DC3E-E344-5DDD2C09D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359150"/>
              <a:ext cx="107950" cy="147638"/>
            </a:xfrm>
            <a:custGeom>
              <a:avLst/>
              <a:gdLst>
                <a:gd name="T0" fmla="*/ 37 w 68"/>
                <a:gd name="T1" fmla="*/ 0 h 93"/>
                <a:gd name="T2" fmla="*/ 2 w 68"/>
                <a:gd name="T3" fmla="*/ 9 h 93"/>
                <a:gd name="T4" fmla="*/ 0 w 68"/>
                <a:gd name="T5" fmla="*/ 92 h 93"/>
                <a:gd name="T6" fmla="*/ 68 w 68"/>
                <a:gd name="T7" fmla="*/ 93 h 93"/>
                <a:gd name="T8" fmla="*/ 56 w 68"/>
                <a:gd name="T9" fmla="*/ 42 h 93"/>
                <a:gd name="T10" fmla="*/ 37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7" y="0"/>
                  </a:moveTo>
                  <a:lnTo>
                    <a:pt x="2" y="9"/>
                  </a:lnTo>
                  <a:lnTo>
                    <a:pt x="0" y="92"/>
                  </a:lnTo>
                  <a:lnTo>
                    <a:pt x="68" y="93"/>
                  </a:lnTo>
                  <a:lnTo>
                    <a:pt x="56" y="4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" name="Freeform 3135">
              <a:extLst>
                <a:ext uri="{FF2B5EF4-FFF2-40B4-BE49-F238E27FC236}">
                  <a16:creationId xmlns:a16="http://schemas.microsoft.com/office/drawing/2014/main" id="{F728E661-935A-10B9-9AB3-BCB969B9D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359150"/>
              <a:ext cx="107950" cy="147638"/>
            </a:xfrm>
            <a:custGeom>
              <a:avLst/>
              <a:gdLst>
                <a:gd name="T0" fmla="*/ 37 w 68"/>
                <a:gd name="T1" fmla="*/ 0 h 93"/>
                <a:gd name="T2" fmla="*/ 2 w 68"/>
                <a:gd name="T3" fmla="*/ 9 h 93"/>
                <a:gd name="T4" fmla="*/ 0 w 68"/>
                <a:gd name="T5" fmla="*/ 92 h 93"/>
                <a:gd name="T6" fmla="*/ 68 w 68"/>
                <a:gd name="T7" fmla="*/ 93 h 93"/>
                <a:gd name="T8" fmla="*/ 56 w 68"/>
                <a:gd name="T9" fmla="*/ 42 h 93"/>
                <a:gd name="T10" fmla="*/ 37 w 68"/>
                <a:gd name="T1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93">
                  <a:moveTo>
                    <a:pt x="37" y="0"/>
                  </a:moveTo>
                  <a:lnTo>
                    <a:pt x="2" y="9"/>
                  </a:lnTo>
                  <a:lnTo>
                    <a:pt x="0" y="92"/>
                  </a:lnTo>
                  <a:lnTo>
                    <a:pt x="68" y="93"/>
                  </a:lnTo>
                  <a:lnTo>
                    <a:pt x="56" y="42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" name="Freeform 3136">
              <a:extLst>
                <a:ext uri="{FF2B5EF4-FFF2-40B4-BE49-F238E27FC236}">
                  <a16:creationId xmlns:a16="http://schemas.microsoft.com/office/drawing/2014/main" id="{2DF8E636-AEA5-D989-2CF3-51620C968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3319463"/>
              <a:ext cx="66675" cy="77788"/>
            </a:xfrm>
            <a:custGeom>
              <a:avLst/>
              <a:gdLst>
                <a:gd name="T0" fmla="*/ 3 w 81"/>
                <a:gd name="T1" fmla="*/ 0 h 95"/>
                <a:gd name="T2" fmla="*/ 0 w 81"/>
                <a:gd name="T3" fmla="*/ 36 h 95"/>
                <a:gd name="T4" fmla="*/ 7 w 81"/>
                <a:gd name="T5" fmla="*/ 85 h 95"/>
                <a:gd name="T6" fmla="*/ 72 w 81"/>
                <a:gd name="T7" fmla="*/ 89 h 95"/>
                <a:gd name="T8" fmla="*/ 80 w 81"/>
                <a:gd name="T9" fmla="*/ 35 h 95"/>
                <a:gd name="T10" fmla="*/ 74 w 81"/>
                <a:gd name="T11" fmla="*/ 3 h 95"/>
                <a:gd name="T12" fmla="*/ 48 w 81"/>
                <a:gd name="T13" fmla="*/ 1 h 95"/>
                <a:gd name="T14" fmla="*/ 3 w 81"/>
                <a:gd name="T15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95">
                  <a:moveTo>
                    <a:pt x="3" y="0"/>
                  </a:moveTo>
                  <a:cubicBezTo>
                    <a:pt x="3" y="0"/>
                    <a:pt x="7" y="30"/>
                    <a:pt x="0" y="36"/>
                  </a:cubicBezTo>
                  <a:cubicBezTo>
                    <a:pt x="0" y="36"/>
                    <a:pt x="3" y="76"/>
                    <a:pt x="7" y="85"/>
                  </a:cubicBezTo>
                  <a:cubicBezTo>
                    <a:pt x="11" y="95"/>
                    <a:pt x="53" y="93"/>
                    <a:pt x="72" y="89"/>
                  </a:cubicBezTo>
                  <a:cubicBezTo>
                    <a:pt x="72" y="89"/>
                    <a:pt x="81" y="40"/>
                    <a:pt x="80" y="35"/>
                  </a:cubicBezTo>
                  <a:cubicBezTo>
                    <a:pt x="80" y="35"/>
                    <a:pt x="74" y="15"/>
                    <a:pt x="74" y="3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" name="Freeform 3137">
              <a:extLst>
                <a:ext uri="{FF2B5EF4-FFF2-40B4-BE49-F238E27FC236}">
                  <a16:creationId xmlns:a16="http://schemas.microsoft.com/office/drawing/2014/main" id="{0EA0DD15-EB34-1DCE-9BAF-20BB0E071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438" y="3321050"/>
              <a:ext cx="36513" cy="73025"/>
            </a:xfrm>
            <a:custGeom>
              <a:avLst/>
              <a:gdLst>
                <a:gd name="T0" fmla="*/ 0 w 45"/>
                <a:gd name="T1" fmla="*/ 91 h 91"/>
                <a:gd name="T2" fmla="*/ 36 w 45"/>
                <a:gd name="T3" fmla="*/ 88 h 91"/>
                <a:gd name="T4" fmla="*/ 44 w 45"/>
                <a:gd name="T5" fmla="*/ 34 h 91"/>
                <a:gd name="T6" fmla="*/ 39 w 45"/>
                <a:gd name="T7" fmla="*/ 3 h 91"/>
                <a:gd name="T8" fmla="*/ 12 w 45"/>
                <a:gd name="T9" fmla="*/ 0 h 91"/>
                <a:gd name="T10" fmla="*/ 0 w 45"/>
                <a:gd name="T11" fmla="*/ 0 h 91"/>
                <a:gd name="T12" fmla="*/ 0 w 45"/>
                <a:gd name="T1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91">
                  <a:moveTo>
                    <a:pt x="0" y="91"/>
                  </a:moveTo>
                  <a:cubicBezTo>
                    <a:pt x="12" y="91"/>
                    <a:pt x="27" y="90"/>
                    <a:pt x="36" y="88"/>
                  </a:cubicBezTo>
                  <a:cubicBezTo>
                    <a:pt x="36" y="88"/>
                    <a:pt x="45" y="39"/>
                    <a:pt x="44" y="34"/>
                  </a:cubicBezTo>
                  <a:cubicBezTo>
                    <a:pt x="44" y="34"/>
                    <a:pt x="39" y="15"/>
                    <a:pt x="39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1"/>
                  </a:lnTo>
                  <a:close/>
                </a:path>
              </a:pathLst>
            </a:custGeom>
            <a:solidFill>
              <a:srgbClr val="F2BA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" name="Freeform 3138">
              <a:extLst>
                <a:ext uri="{FF2B5EF4-FFF2-40B4-BE49-F238E27FC236}">
                  <a16:creationId xmlns:a16="http://schemas.microsoft.com/office/drawing/2014/main" id="{7D5B8B39-DF17-2B3C-BE66-68C2E73CD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625" y="3316288"/>
              <a:ext cx="55563" cy="28575"/>
            </a:xfrm>
            <a:custGeom>
              <a:avLst/>
              <a:gdLst>
                <a:gd name="T0" fmla="*/ 0 w 67"/>
                <a:gd name="T1" fmla="*/ 9 h 34"/>
                <a:gd name="T2" fmla="*/ 33 w 67"/>
                <a:gd name="T3" fmla="*/ 33 h 34"/>
                <a:gd name="T4" fmla="*/ 67 w 67"/>
                <a:gd name="T5" fmla="*/ 7 h 34"/>
                <a:gd name="T6" fmla="*/ 48 w 67"/>
                <a:gd name="T7" fmla="*/ 2 h 34"/>
                <a:gd name="T8" fmla="*/ 9 w 67"/>
                <a:gd name="T9" fmla="*/ 0 h 34"/>
                <a:gd name="T10" fmla="*/ 0 w 67"/>
                <a:gd name="T11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34">
                  <a:moveTo>
                    <a:pt x="0" y="9"/>
                  </a:moveTo>
                  <a:cubicBezTo>
                    <a:pt x="0" y="9"/>
                    <a:pt x="21" y="34"/>
                    <a:pt x="33" y="33"/>
                  </a:cubicBezTo>
                  <a:cubicBezTo>
                    <a:pt x="45" y="31"/>
                    <a:pt x="67" y="7"/>
                    <a:pt x="67" y="7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" name="Freeform 3139">
              <a:extLst>
                <a:ext uri="{FF2B5EF4-FFF2-40B4-BE49-F238E27FC236}">
                  <a16:creationId xmlns:a16="http://schemas.microsoft.com/office/drawing/2014/main" id="{B15C6CC0-1B55-DFBF-31EF-D5AFC4E18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775" y="3148013"/>
              <a:ext cx="188913" cy="184150"/>
            </a:xfrm>
            <a:custGeom>
              <a:avLst/>
              <a:gdLst>
                <a:gd name="T0" fmla="*/ 33 w 233"/>
                <a:gd name="T1" fmla="*/ 143 h 226"/>
                <a:gd name="T2" fmla="*/ 120 w 233"/>
                <a:gd name="T3" fmla="*/ 226 h 226"/>
                <a:gd name="T4" fmla="*/ 203 w 233"/>
                <a:gd name="T5" fmla="*/ 144 h 226"/>
                <a:gd name="T6" fmla="*/ 229 w 233"/>
                <a:gd name="T7" fmla="*/ 121 h 226"/>
                <a:gd name="T8" fmla="*/ 210 w 233"/>
                <a:gd name="T9" fmla="*/ 95 h 226"/>
                <a:gd name="T10" fmla="*/ 182 w 233"/>
                <a:gd name="T11" fmla="*/ 24 h 226"/>
                <a:gd name="T12" fmla="*/ 121 w 233"/>
                <a:gd name="T13" fmla="*/ 24 h 226"/>
                <a:gd name="T14" fmla="*/ 116 w 233"/>
                <a:gd name="T15" fmla="*/ 26 h 226"/>
                <a:gd name="T16" fmla="*/ 134 w 233"/>
                <a:gd name="T17" fmla="*/ 29 h 226"/>
                <a:gd name="T18" fmla="*/ 91 w 233"/>
                <a:gd name="T19" fmla="*/ 22 h 226"/>
                <a:gd name="T20" fmla="*/ 53 w 233"/>
                <a:gd name="T21" fmla="*/ 1 h 226"/>
                <a:gd name="T22" fmla="*/ 35 w 233"/>
                <a:gd name="T23" fmla="*/ 34 h 226"/>
                <a:gd name="T24" fmla="*/ 34 w 233"/>
                <a:gd name="T25" fmla="*/ 83 h 226"/>
                <a:gd name="T26" fmla="*/ 30 w 233"/>
                <a:gd name="T27" fmla="*/ 96 h 226"/>
                <a:gd name="T28" fmla="*/ 7 w 233"/>
                <a:gd name="T29" fmla="*/ 92 h 226"/>
                <a:gd name="T30" fmla="*/ 9 w 233"/>
                <a:gd name="T31" fmla="*/ 129 h 226"/>
                <a:gd name="T32" fmla="*/ 33 w 233"/>
                <a:gd name="T33" fmla="*/ 14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3" h="226">
                  <a:moveTo>
                    <a:pt x="33" y="143"/>
                  </a:moveTo>
                  <a:cubicBezTo>
                    <a:pt x="33" y="143"/>
                    <a:pt x="42" y="216"/>
                    <a:pt x="120" y="226"/>
                  </a:cubicBezTo>
                  <a:cubicBezTo>
                    <a:pt x="120" y="226"/>
                    <a:pt x="184" y="224"/>
                    <a:pt x="203" y="144"/>
                  </a:cubicBezTo>
                  <a:cubicBezTo>
                    <a:pt x="203" y="144"/>
                    <a:pt x="226" y="145"/>
                    <a:pt x="229" y="121"/>
                  </a:cubicBezTo>
                  <a:cubicBezTo>
                    <a:pt x="233" y="98"/>
                    <a:pt x="223" y="80"/>
                    <a:pt x="210" y="95"/>
                  </a:cubicBezTo>
                  <a:cubicBezTo>
                    <a:pt x="210" y="95"/>
                    <a:pt x="212" y="33"/>
                    <a:pt x="182" y="24"/>
                  </a:cubicBezTo>
                  <a:cubicBezTo>
                    <a:pt x="153" y="15"/>
                    <a:pt x="125" y="22"/>
                    <a:pt x="121" y="24"/>
                  </a:cubicBezTo>
                  <a:cubicBezTo>
                    <a:pt x="116" y="26"/>
                    <a:pt x="116" y="26"/>
                    <a:pt x="116" y="26"/>
                  </a:cubicBezTo>
                  <a:cubicBezTo>
                    <a:pt x="116" y="26"/>
                    <a:pt x="128" y="30"/>
                    <a:pt x="134" y="29"/>
                  </a:cubicBezTo>
                  <a:cubicBezTo>
                    <a:pt x="134" y="29"/>
                    <a:pt x="115" y="35"/>
                    <a:pt x="91" y="22"/>
                  </a:cubicBezTo>
                  <a:cubicBezTo>
                    <a:pt x="68" y="9"/>
                    <a:pt x="57" y="0"/>
                    <a:pt x="53" y="1"/>
                  </a:cubicBezTo>
                  <a:cubicBezTo>
                    <a:pt x="49" y="1"/>
                    <a:pt x="34" y="26"/>
                    <a:pt x="35" y="34"/>
                  </a:cubicBezTo>
                  <a:cubicBezTo>
                    <a:pt x="36" y="42"/>
                    <a:pt x="38" y="72"/>
                    <a:pt x="34" y="83"/>
                  </a:cubicBezTo>
                  <a:cubicBezTo>
                    <a:pt x="30" y="94"/>
                    <a:pt x="30" y="96"/>
                    <a:pt x="30" y="96"/>
                  </a:cubicBezTo>
                  <a:cubicBezTo>
                    <a:pt x="30" y="96"/>
                    <a:pt x="12" y="88"/>
                    <a:pt x="7" y="92"/>
                  </a:cubicBezTo>
                  <a:cubicBezTo>
                    <a:pt x="1" y="96"/>
                    <a:pt x="0" y="115"/>
                    <a:pt x="9" y="129"/>
                  </a:cubicBezTo>
                  <a:cubicBezTo>
                    <a:pt x="19" y="144"/>
                    <a:pt x="33" y="143"/>
                    <a:pt x="33" y="143"/>
                  </a:cubicBez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" name="Freeform 3140">
              <a:extLst>
                <a:ext uri="{FF2B5EF4-FFF2-40B4-BE49-F238E27FC236}">
                  <a16:creationId xmlns:a16="http://schemas.microsoft.com/office/drawing/2014/main" id="{82F634AE-58BD-A25F-6AA2-C34A87F16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3284538"/>
              <a:ext cx="44450" cy="12700"/>
            </a:xfrm>
            <a:custGeom>
              <a:avLst/>
              <a:gdLst>
                <a:gd name="T0" fmla="*/ 0 w 55"/>
                <a:gd name="T1" fmla="*/ 0 h 17"/>
                <a:gd name="T2" fmla="*/ 55 w 55"/>
                <a:gd name="T3" fmla="*/ 2 h 17"/>
                <a:gd name="T4" fmla="*/ 28 w 55"/>
                <a:gd name="T5" fmla="*/ 13 h 17"/>
                <a:gd name="T6" fmla="*/ 0 w 55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17">
                  <a:moveTo>
                    <a:pt x="0" y="0"/>
                  </a:moveTo>
                  <a:cubicBezTo>
                    <a:pt x="0" y="0"/>
                    <a:pt x="33" y="17"/>
                    <a:pt x="55" y="2"/>
                  </a:cubicBezTo>
                  <a:cubicBezTo>
                    <a:pt x="55" y="2"/>
                    <a:pt x="37" y="14"/>
                    <a:pt x="28" y="13"/>
                  </a:cubicBezTo>
                  <a:cubicBezTo>
                    <a:pt x="20" y="13"/>
                    <a:pt x="8" y="10"/>
                    <a:pt x="0" y="0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" name="Freeform 3141">
              <a:extLst>
                <a:ext uri="{FF2B5EF4-FFF2-40B4-BE49-F238E27FC236}">
                  <a16:creationId xmlns:a16="http://schemas.microsoft.com/office/drawing/2014/main" id="{CB8E904F-3FBF-9DF0-B4E2-3F369E4AE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50" y="3260725"/>
              <a:ext cx="28575" cy="12700"/>
            </a:xfrm>
            <a:custGeom>
              <a:avLst/>
              <a:gdLst>
                <a:gd name="T0" fmla="*/ 0 w 36"/>
                <a:gd name="T1" fmla="*/ 2 h 16"/>
                <a:gd name="T2" fmla="*/ 18 w 36"/>
                <a:gd name="T3" fmla="*/ 15 h 16"/>
                <a:gd name="T4" fmla="*/ 35 w 36"/>
                <a:gd name="T5" fmla="*/ 2 h 16"/>
                <a:gd name="T6" fmla="*/ 0 w 36"/>
                <a:gd name="T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6">
                  <a:moveTo>
                    <a:pt x="0" y="2"/>
                  </a:moveTo>
                  <a:cubicBezTo>
                    <a:pt x="0" y="2"/>
                    <a:pt x="9" y="16"/>
                    <a:pt x="18" y="15"/>
                  </a:cubicBezTo>
                  <a:cubicBezTo>
                    <a:pt x="28" y="14"/>
                    <a:pt x="34" y="3"/>
                    <a:pt x="35" y="2"/>
                  </a:cubicBezTo>
                  <a:cubicBezTo>
                    <a:pt x="36" y="0"/>
                    <a:pt x="21" y="11"/>
                    <a:pt x="0" y="2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" name="Freeform 3142">
              <a:extLst>
                <a:ext uri="{FF2B5EF4-FFF2-40B4-BE49-F238E27FC236}">
                  <a16:creationId xmlns:a16="http://schemas.microsoft.com/office/drawing/2014/main" id="{505128DF-C343-B3BA-D4C8-50AAA0345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638" y="3232150"/>
              <a:ext cx="15875" cy="15875"/>
            </a:xfrm>
            <a:custGeom>
              <a:avLst/>
              <a:gdLst>
                <a:gd name="T0" fmla="*/ 0 w 18"/>
                <a:gd name="T1" fmla="*/ 19 h 19"/>
                <a:gd name="T2" fmla="*/ 9 w 18"/>
                <a:gd name="T3" fmla="*/ 1 h 19"/>
                <a:gd name="T4" fmla="*/ 17 w 18"/>
                <a:gd name="T5" fmla="*/ 5 h 19"/>
                <a:gd name="T6" fmla="*/ 8 w 18"/>
                <a:gd name="T7" fmla="*/ 3 h 19"/>
                <a:gd name="T8" fmla="*/ 7 w 18"/>
                <a:gd name="T9" fmla="*/ 9 h 19"/>
                <a:gd name="T10" fmla="*/ 12 w 18"/>
                <a:gd name="T11" fmla="*/ 10 h 19"/>
                <a:gd name="T12" fmla="*/ 7 w 18"/>
                <a:gd name="T13" fmla="*/ 13 h 19"/>
                <a:gd name="T14" fmla="*/ 0 w 18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9">
                  <a:moveTo>
                    <a:pt x="0" y="19"/>
                  </a:moveTo>
                  <a:cubicBezTo>
                    <a:pt x="0" y="19"/>
                    <a:pt x="1" y="1"/>
                    <a:pt x="9" y="1"/>
                  </a:cubicBezTo>
                  <a:cubicBezTo>
                    <a:pt x="18" y="0"/>
                    <a:pt x="17" y="5"/>
                    <a:pt x="17" y="5"/>
                  </a:cubicBezTo>
                  <a:cubicBezTo>
                    <a:pt x="17" y="5"/>
                    <a:pt x="10" y="2"/>
                    <a:pt x="8" y="3"/>
                  </a:cubicBezTo>
                  <a:cubicBezTo>
                    <a:pt x="8" y="5"/>
                    <a:pt x="5" y="9"/>
                    <a:pt x="7" y="9"/>
                  </a:cubicBezTo>
                  <a:cubicBezTo>
                    <a:pt x="9" y="10"/>
                    <a:pt x="12" y="10"/>
                    <a:pt x="12" y="10"/>
                  </a:cubicBezTo>
                  <a:cubicBezTo>
                    <a:pt x="12" y="10"/>
                    <a:pt x="10" y="12"/>
                    <a:pt x="7" y="13"/>
                  </a:cubicBezTo>
                  <a:cubicBezTo>
                    <a:pt x="5" y="13"/>
                    <a:pt x="3" y="16"/>
                    <a:pt x="0" y="19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" name="Freeform 3143">
              <a:extLst>
                <a:ext uri="{FF2B5EF4-FFF2-40B4-BE49-F238E27FC236}">
                  <a16:creationId xmlns:a16="http://schemas.microsoft.com/office/drawing/2014/main" id="{699A0D18-1561-6868-C64C-35B0D5940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3232150"/>
              <a:ext cx="14288" cy="15875"/>
            </a:xfrm>
            <a:custGeom>
              <a:avLst/>
              <a:gdLst>
                <a:gd name="T0" fmla="*/ 18 w 18"/>
                <a:gd name="T1" fmla="*/ 18 h 18"/>
                <a:gd name="T2" fmla="*/ 8 w 18"/>
                <a:gd name="T3" fmla="*/ 0 h 18"/>
                <a:gd name="T4" fmla="*/ 1 w 18"/>
                <a:gd name="T5" fmla="*/ 5 h 18"/>
                <a:gd name="T6" fmla="*/ 10 w 18"/>
                <a:gd name="T7" fmla="*/ 3 h 18"/>
                <a:gd name="T8" fmla="*/ 11 w 18"/>
                <a:gd name="T9" fmla="*/ 9 h 18"/>
                <a:gd name="T10" fmla="*/ 6 w 18"/>
                <a:gd name="T11" fmla="*/ 9 h 18"/>
                <a:gd name="T12" fmla="*/ 11 w 18"/>
                <a:gd name="T13" fmla="*/ 12 h 18"/>
                <a:gd name="T14" fmla="*/ 18 w 18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8">
                  <a:moveTo>
                    <a:pt x="18" y="18"/>
                  </a:moveTo>
                  <a:cubicBezTo>
                    <a:pt x="18" y="18"/>
                    <a:pt x="17" y="1"/>
                    <a:pt x="8" y="0"/>
                  </a:cubicBezTo>
                  <a:cubicBezTo>
                    <a:pt x="0" y="0"/>
                    <a:pt x="1" y="5"/>
                    <a:pt x="1" y="5"/>
                  </a:cubicBezTo>
                  <a:cubicBezTo>
                    <a:pt x="1" y="5"/>
                    <a:pt x="8" y="1"/>
                    <a:pt x="10" y="3"/>
                  </a:cubicBezTo>
                  <a:cubicBezTo>
                    <a:pt x="10" y="5"/>
                    <a:pt x="13" y="9"/>
                    <a:pt x="11" y="9"/>
                  </a:cubicBezTo>
                  <a:cubicBezTo>
                    <a:pt x="9" y="9"/>
                    <a:pt x="6" y="9"/>
                    <a:pt x="6" y="9"/>
                  </a:cubicBezTo>
                  <a:cubicBezTo>
                    <a:pt x="6" y="9"/>
                    <a:pt x="8" y="12"/>
                    <a:pt x="11" y="12"/>
                  </a:cubicBezTo>
                  <a:cubicBezTo>
                    <a:pt x="13" y="13"/>
                    <a:pt x="15" y="15"/>
                    <a:pt x="18" y="18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" name="Freeform 3144">
              <a:extLst>
                <a:ext uri="{FF2B5EF4-FFF2-40B4-BE49-F238E27FC236}">
                  <a16:creationId xmlns:a16="http://schemas.microsoft.com/office/drawing/2014/main" id="{6DA74718-2E98-AF7A-9E50-45C6404E0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588" y="3348038"/>
              <a:ext cx="57150" cy="158750"/>
            </a:xfrm>
            <a:custGeom>
              <a:avLst/>
              <a:gdLst>
                <a:gd name="T0" fmla="*/ 25 w 36"/>
                <a:gd name="T1" fmla="*/ 0 h 100"/>
                <a:gd name="T2" fmla="*/ 5 w 36"/>
                <a:gd name="T3" fmla="*/ 7 h 100"/>
                <a:gd name="T4" fmla="*/ 0 w 36"/>
                <a:gd name="T5" fmla="*/ 47 h 100"/>
                <a:gd name="T6" fmla="*/ 16 w 36"/>
                <a:gd name="T7" fmla="*/ 47 h 100"/>
                <a:gd name="T8" fmla="*/ 20 w 36"/>
                <a:gd name="T9" fmla="*/ 47 h 100"/>
                <a:gd name="T10" fmla="*/ 0 w 36"/>
                <a:gd name="T11" fmla="*/ 62 h 100"/>
                <a:gd name="T12" fmla="*/ 17 w 36"/>
                <a:gd name="T13" fmla="*/ 100 h 100"/>
                <a:gd name="T14" fmla="*/ 36 w 36"/>
                <a:gd name="T15" fmla="*/ 100 h 100"/>
                <a:gd name="T16" fmla="*/ 31 w 36"/>
                <a:gd name="T17" fmla="*/ 31 h 100"/>
                <a:gd name="T18" fmla="*/ 25 w 3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00">
                  <a:moveTo>
                    <a:pt x="25" y="0"/>
                  </a:moveTo>
                  <a:lnTo>
                    <a:pt x="5" y="7"/>
                  </a:lnTo>
                  <a:lnTo>
                    <a:pt x="0" y="47"/>
                  </a:lnTo>
                  <a:lnTo>
                    <a:pt x="16" y="47"/>
                  </a:lnTo>
                  <a:lnTo>
                    <a:pt x="20" y="47"/>
                  </a:lnTo>
                  <a:lnTo>
                    <a:pt x="0" y="62"/>
                  </a:lnTo>
                  <a:lnTo>
                    <a:pt x="17" y="100"/>
                  </a:lnTo>
                  <a:lnTo>
                    <a:pt x="36" y="100"/>
                  </a:lnTo>
                  <a:lnTo>
                    <a:pt x="31" y="3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" name="Freeform 3145">
              <a:extLst>
                <a:ext uri="{FF2B5EF4-FFF2-40B4-BE49-F238E27FC236}">
                  <a16:creationId xmlns:a16="http://schemas.microsoft.com/office/drawing/2014/main" id="{25BFE6B4-B1D5-F8B6-E987-A6551E958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588" y="3348038"/>
              <a:ext cx="57150" cy="158750"/>
            </a:xfrm>
            <a:custGeom>
              <a:avLst/>
              <a:gdLst>
                <a:gd name="T0" fmla="*/ 25 w 36"/>
                <a:gd name="T1" fmla="*/ 0 h 100"/>
                <a:gd name="T2" fmla="*/ 5 w 36"/>
                <a:gd name="T3" fmla="*/ 7 h 100"/>
                <a:gd name="T4" fmla="*/ 0 w 36"/>
                <a:gd name="T5" fmla="*/ 47 h 100"/>
                <a:gd name="T6" fmla="*/ 16 w 36"/>
                <a:gd name="T7" fmla="*/ 47 h 100"/>
                <a:gd name="T8" fmla="*/ 20 w 36"/>
                <a:gd name="T9" fmla="*/ 47 h 100"/>
                <a:gd name="T10" fmla="*/ 0 w 36"/>
                <a:gd name="T11" fmla="*/ 62 h 100"/>
                <a:gd name="T12" fmla="*/ 17 w 36"/>
                <a:gd name="T13" fmla="*/ 100 h 100"/>
                <a:gd name="T14" fmla="*/ 36 w 36"/>
                <a:gd name="T15" fmla="*/ 100 h 100"/>
                <a:gd name="T16" fmla="*/ 31 w 36"/>
                <a:gd name="T17" fmla="*/ 31 h 100"/>
                <a:gd name="T18" fmla="*/ 25 w 3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00">
                  <a:moveTo>
                    <a:pt x="25" y="0"/>
                  </a:moveTo>
                  <a:lnTo>
                    <a:pt x="5" y="7"/>
                  </a:lnTo>
                  <a:lnTo>
                    <a:pt x="0" y="47"/>
                  </a:lnTo>
                  <a:lnTo>
                    <a:pt x="16" y="47"/>
                  </a:lnTo>
                  <a:lnTo>
                    <a:pt x="20" y="47"/>
                  </a:lnTo>
                  <a:lnTo>
                    <a:pt x="0" y="62"/>
                  </a:lnTo>
                  <a:lnTo>
                    <a:pt x="17" y="100"/>
                  </a:lnTo>
                  <a:lnTo>
                    <a:pt x="36" y="100"/>
                  </a:lnTo>
                  <a:lnTo>
                    <a:pt x="31" y="31"/>
                  </a:lnTo>
                  <a:lnTo>
                    <a:pt x="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" name="Freeform 3146">
              <a:extLst>
                <a:ext uri="{FF2B5EF4-FFF2-40B4-BE49-F238E27FC236}">
                  <a16:creationId xmlns:a16="http://schemas.microsoft.com/office/drawing/2014/main" id="{E3634609-02DC-78A1-8D08-69A399999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48038"/>
              <a:ext cx="57150" cy="158750"/>
            </a:xfrm>
            <a:custGeom>
              <a:avLst/>
              <a:gdLst>
                <a:gd name="T0" fmla="*/ 10 w 36"/>
                <a:gd name="T1" fmla="*/ 0 h 100"/>
                <a:gd name="T2" fmla="*/ 30 w 36"/>
                <a:gd name="T3" fmla="*/ 7 h 100"/>
                <a:gd name="T4" fmla="*/ 36 w 36"/>
                <a:gd name="T5" fmla="*/ 47 h 100"/>
                <a:gd name="T6" fmla="*/ 16 w 36"/>
                <a:gd name="T7" fmla="*/ 47 h 100"/>
                <a:gd name="T8" fmla="*/ 36 w 36"/>
                <a:gd name="T9" fmla="*/ 62 h 100"/>
                <a:gd name="T10" fmla="*/ 18 w 36"/>
                <a:gd name="T11" fmla="*/ 100 h 100"/>
                <a:gd name="T12" fmla="*/ 0 w 36"/>
                <a:gd name="T13" fmla="*/ 100 h 100"/>
                <a:gd name="T14" fmla="*/ 5 w 36"/>
                <a:gd name="T15" fmla="*/ 31 h 100"/>
                <a:gd name="T16" fmla="*/ 10 w 36"/>
                <a:gd name="T1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00">
                  <a:moveTo>
                    <a:pt x="10" y="0"/>
                  </a:moveTo>
                  <a:lnTo>
                    <a:pt x="30" y="7"/>
                  </a:lnTo>
                  <a:lnTo>
                    <a:pt x="36" y="47"/>
                  </a:lnTo>
                  <a:lnTo>
                    <a:pt x="16" y="47"/>
                  </a:lnTo>
                  <a:lnTo>
                    <a:pt x="36" y="62"/>
                  </a:lnTo>
                  <a:lnTo>
                    <a:pt x="18" y="100"/>
                  </a:lnTo>
                  <a:lnTo>
                    <a:pt x="0" y="100"/>
                  </a:lnTo>
                  <a:lnTo>
                    <a:pt x="5" y="3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" name="Freeform 3147">
              <a:extLst>
                <a:ext uri="{FF2B5EF4-FFF2-40B4-BE49-F238E27FC236}">
                  <a16:creationId xmlns:a16="http://schemas.microsoft.com/office/drawing/2014/main" id="{DBCE5373-9701-4F1A-2C84-75AD5DBB1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488" y="3348038"/>
              <a:ext cx="57150" cy="158750"/>
            </a:xfrm>
            <a:custGeom>
              <a:avLst/>
              <a:gdLst>
                <a:gd name="T0" fmla="*/ 10 w 36"/>
                <a:gd name="T1" fmla="*/ 0 h 100"/>
                <a:gd name="T2" fmla="*/ 30 w 36"/>
                <a:gd name="T3" fmla="*/ 7 h 100"/>
                <a:gd name="T4" fmla="*/ 36 w 36"/>
                <a:gd name="T5" fmla="*/ 47 h 100"/>
                <a:gd name="T6" fmla="*/ 16 w 36"/>
                <a:gd name="T7" fmla="*/ 47 h 100"/>
                <a:gd name="T8" fmla="*/ 36 w 36"/>
                <a:gd name="T9" fmla="*/ 62 h 100"/>
                <a:gd name="T10" fmla="*/ 18 w 36"/>
                <a:gd name="T11" fmla="*/ 100 h 100"/>
                <a:gd name="T12" fmla="*/ 0 w 36"/>
                <a:gd name="T13" fmla="*/ 100 h 100"/>
                <a:gd name="T14" fmla="*/ 5 w 36"/>
                <a:gd name="T15" fmla="*/ 31 h 100"/>
                <a:gd name="T16" fmla="*/ 10 w 36"/>
                <a:gd name="T1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100">
                  <a:moveTo>
                    <a:pt x="10" y="0"/>
                  </a:moveTo>
                  <a:lnTo>
                    <a:pt x="30" y="7"/>
                  </a:lnTo>
                  <a:lnTo>
                    <a:pt x="36" y="47"/>
                  </a:lnTo>
                  <a:lnTo>
                    <a:pt x="16" y="47"/>
                  </a:lnTo>
                  <a:lnTo>
                    <a:pt x="36" y="62"/>
                  </a:lnTo>
                  <a:lnTo>
                    <a:pt x="18" y="100"/>
                  </a:lnTo>
                  <a:lnTo>
                    <a:pt x="0" y="100"/>
                  </a:lnTo>
                  <a:lnTo>
                    <a:pt x="5" y="31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" name="Freeform 3148">
              <a:extLst>
                <a:ext uri="{FF2B5EF4-FFF2-40B4-BE49-F238E27FC236}">
                  <a16:creationId xmlns:a16="http://schemas.microsoft.com/office/drawing/2014/main" id="{61400899-88A1-3741-37CB-DA429335B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725" y="3116263"/>
              <a:ext cx="17463" cy="38100"/>
            </a:xfrm>
            <a:custGeom>
              <a:avLst/>
              <a:gdLst>
                <a:gd name="T0" fmla="*/ 21 w 21"/>
                <a:gd name="T1" fmla="*/ 48 h 48"/>
                <a:gd name="T2" fmla="*/ 15 w 21"/>
                <a:gd name="T3" fmla="*/ 29 h 48"/>
                <a:gd name="T4" fmla="*/ 11 w 21"/>
                <a:gd name="T5" fmla="*/ 18 h 48"/>
                <a:gd name="T6" fmla="*/ 18 w 21"/>
                <a:gd name="T7" fmla="*/ 10 h 48"/>
                <a:gd name="T8" fmla="*/ 9 w 21"/>
                <a:gd name="T9" fmla="*/ 0 h 48"/>
                <a:gd name="T10" fmla="*/ 0 w 21"/>
                <a:gd name="T11" fmla="*/ 10 h 48"/>
                <a:gd name="T12" fmla="*/ 5 w 21"/>
                <a:gd name="T13" fmla="*/ 18 h 48"/>
                <a:gd name="T14" fmla="*/ 3 w 21"/>
                <a:gd name="T15" fmla="*/ 31 h 48"/>
                <a:gd name="T16" fmla="*/ 2 w 21"/>
                <a:gd name="T17" fmla="*/ 48 h 48"/>
                <a:gd name="T18" fmla="*/ 21 w 2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48">
                  <a:moveTo>
                    <a:pt x="21" y="48"/>
                  </a:moveTo>
                  <a:cubicBezTo>
                    <a:pt x="21" y="48"/>
                    <a:pt x="21" y="36"/>
                    <a:pt x="15" y="29"/>
                  </a:cubicBezTo>
                  <a:cubicBezTo>
                    <a:pt x="13" y="26"/>
                    <a:pt x="11" y="22"/>
                    <a:pt x="11" y="18"/>
                  </a:cubicBezTo>
                  <a:cubicBezTo>
                    <a:pt x="15" y="17"/>
                    <a:pt x="18" y="14"/>
                    <a:pt x="18" y="10"/>
                  </a:cubicBezTo>
                  <a:cubicBezTo>
                    <a:pt x="18" y="5"/>
                    <a:pt x="14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3"/>
                    <a:pt x="2" y="16"/>
                    <a:pt x="5" y="18"/>
                  </a:cubicBezTo>
                  <a:cubicBezTo>
                    <a:pt x="4" y="21"/>
                    <a:pt x="2" y="26"/>
                    <a:pt x="3" y="31"/>
                  </a:cubicBezTo>
                  <a:cubicBezTo>
                    <a:pt x="5" y="38"/>
                    <a:pt x="3" y="45"/>
                    <a:pt x="2" y="48"/>
                  </a:cubicBezTo>
                  <a:lnTo>
                    <a:pt x="21" y="48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" name="Freeform 3149">
              <a:extLst>
                <a:ext uri="{FF2B5EF4-FFF2-40B4-BE49-F238E27FC236}">
                  <a16:creationId xmlns:a16="http://schemas.microsoft.com/office/drawing/2014/main" id="{ADCD0F4F-A31F-F320-B08D-4E7014FF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375" y="3074988"/>
              <a:ext cx="15875" cy="44450"/>
            </a:xfrm>
            <a:custGeom>
              <a:avLst/>
              <a:gdLst>
                <a:gd name="T0" fmla="*/ 19 w 20"/>
                <a:gd name="T1" fmla="*/ 54 h 54"/>
                <a:gd name="T2" fmla="*/ 17 w 20"/>
                <a:gd name="T3" fmla="*/ 54 h 54"/>
                <a:gd name="T4" fmla="*/ 10 w 20"/>
                <a:gd name="T5" fmla="*/ 36 h 54"/>
                <a:gd name="T6" fmla="*/ 0 w 20"/>
                <a:gd name="T7" fmla="*/ 0 h 54"/>
                <a:gd name="T8" fmla="*/ 3 w 20"/>
                <a:gd name="T9" fmla="*/ 0 h 54"/>
                <a:gd name="T10" fmla="*/ 11 w 20"/>
                <a:gd name="T11" fmla="*/ 34 h 54"/>
                <a:gd name="T12" fmla="*/ 19 w 20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4">
                  <a:moveTo>
                    <a:pt x="19" y="54"/>
                  </a:moveTo>
                  <a:cubicBezTo>
                    <a:pt x="17" y="54"/>
                    <a:pt x="17" y="54"/>
                    <a:pt x="17" y="54"/>
                  </a:cubicBezTo>
                  <a:cubicBezTo>
                    <a:pt x="17" y="54"/>
                    <a:pt x="18" y="41"/>
                    <a:pt x="10" y="36"/>
                  </a:cubicBezTo>
                  <a:cubicBezTo>
                    <a:pt x="1" y="30"/>
                    <a:pt x="0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8"/>
                    <a:pt x="4" y="29"/>
                    <a:pt x="11" y="34"/>
                  </a:cubicBezTo>
                  <a:cubicBezTo>
                    <a:pt x="20" y="40"/>
                    <a:pt x="20" y="53"/>
                    <a:pt x="19" y="54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" name="Freeform 3150">
              <a:extLst>
                <a:ext uri="{FF2B5EF4-FFF2-40B4-BE49-F238E27FC236}">
                  <a16:creationId xmlns:a16="http://schemas.microsoft.com/office/drawing/2014/main" id="{FD5E9847-07CC-5977-35D3-41F747982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213" y="3022600"/>
              <a:ext cx="300038" cy="115888"/>
            </a:xfrm>
            <a:custGeom>
              <a:avLst/>
              <a:gdLst>
                <a:gd name="T0" fmla="*/ 94 w 189"/>
                <a:gd name="T1" fmla="*/ 73 h 73"/>
                <a:gd name="T2" fmla="*/ 0 w 189"/>
                <a:gd name="T3" fmla="*/ 38 h 73"/>
                <a:gd name="T4" fmla="*/ 93 w 189"/>
                <a:gd name="T5" fmla="*/ 0 h 73"/>
                <a:gd name="T6" fmla="*/ 189 w 189"/>
                <a:gd name="T7" fmla="*/ 35 h 73"/>
                <a:gd name="T8" fmla="*/ 94 w 189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73">
                  <a:moveTo>
                    <a:pt x="94" y="73"/>
                  </a:moveTo>
                  <a:lnTo>
                    <a:pt x="0" y="38"/>
                  </a:lnTo>
                  <a:lnTo>
                    <a:pt x="93" y="0"/>
                  </a:lnTo>
                  <a:lnTo>
                    <a:pt x="189" y="35"/>
                  </a:lnTo>
                  <a:lnTo>
                    <a:pt x="94" y="73"/>
                  </a:lnTo>
                  <a:close/>
                </a:path>
              </a:pathLst>
            </a:custGeom>
            <a:solidFill>
              <a:srgbClr val="0B3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" name="Freeform 3151">
              <a:extLst>
                <a:ext uri="{FF2B5EF4-FFF2-40B4-BE49-F238E27FC236}">
                  <a16:creationId xmlns:a16="http://schemas.microsoft.com/office/drawing/2014/main" id="{D00069B8-8CAD-D4F4-DC88-7927B9DFB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88" y="31686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" name="Freeform 3152">
              <a:extLst>
                <a:ext uri="{FF2B5EF4-FFF2-40B4-BE49-F238E27FC236}">
                  <a16:creationId xmlns:a16="http://schemas.microsoft.com/office/drawing/2014/main" id="{99BDABF7-DCB9-D521-82C6-C0010805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188" y="3076575"/>
              <a:ext cx="190500" cy="93663"/>
            </a:xfrm>
            <a:custGeom>
              <a:avLst/>
              <a:gdLst>
                <a:gd name="T0" fmla="*/ 234 w 234"/>
                <a:gd name="T1" fmla="*/ 37 h 116"/>
                <a:gd name="T2" fmla="*/ 117 w 234"/>
                <a:gd name="T3" fmla="*/ 0 h 116"/>
                <a:gd name="T4" fmla="*/ 0 w 234"/>
                <a:gd name="T5" fmla="*/ 37 h 116"/>
                <a:gd name="T6" fmla="*/ 0 w 234"/>
                <a:gd name="T7" fmla="*/ 38 h 116"/>
                <a:gd name="T8" fmla="*/ 0 w 234"/>
                <a:gd name="T9" fmla="*/ 38 h 116"/>
                <a:gd name="T10" fmla="*/ 0 w 234"/>
                <a:gd name="T11" fmla="*/ 113 h 116"/>
                <a:gd name="T12" fmla="*/ 117 w 234"/>
                <a:gd name="T13" fmla="*/ 80 h 116"/>
                <a:gd name="T14" fmla="*/ 234 w 234"/>
                <a:gd name="T15" fmla="*/ 113 h 116"/>
                <a:gd name="T16" fmla="*/ 234 w 234"/>
                <a:gd name="T17" fmla="*/ 113 h 116"/>
                <a:gd name="T18" fmla="*/ 234 w 234"/>
                <a:gd name="T19" fmla="*/ 113 h 116"/>
                <a:gd name="T20" fmla="*/ 234 w 234"/>
                <a:gd name="T21" fmla="*/ 116 h 116"/>
                <a:gd name="T22" fmla="*/ 234 w 234"/>
                <a:gd name="T23" fmla="*/ 38 h 116"/>
                <a:gd name="T24" fmla="*/ 234 w 234"/>
                <a:gd name="T25" fmla="*/ 38 h 116"/>
                <a:gd name="T26" fmla="*/ 234 w 234"/>
                <a:gd name="T27" fmla="*/ 3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116">
                  <a:moveTo>
                    <a:pt x="234" y="37"/>
                  </a:moveTo>
                  <a:cubicBezTo>
                    <a:pt x="234" y="16"/>
                    <a:pt x="182" y="0"/>
                    <a:pt x="117" y="0"/>
                  </a:cubicBezTo>
                  <a:cubicBezTo>
                    <a:pt x="53" y="0"/>
                    <a:pt x="0" y="16"/>
                    <a:pt x="0" y="37"/>
                  </a:cubicBezTo>
                  <a:cubicBezTo>
                    <a:pt x="0" y="37"/>
                    <a:pt x="0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4"/>
                    <a:pt x="53" y="80"/>
                    <a:pt x="117" y="80"/>
                  </a:cubicBezTo>
                  <a:cubicBezTo>
                    <a:pt x="182" y="80"/>
                    <a:pt x="234" y="94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4" y="116"/>
                    <a:pt x="234" y="116"/>
                    <a:pt x="234" y="116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8"/>
                    <a:pt x="234" y="38"/>
                    <a:pt x="234" y="38"/>
                  </a:cubicBezTo>
                  <a:cubicBezTo>
                    <a:pt x="234" y="37"/>
                    <a:pt x="234" y="37"/>
                    <a:pt x="234" y="37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" name="Freeform 3153">
              <a:extLst>
                <a:ext uri="{FF2B5EF4-FFF2-40B4-BE49-F238E27FC236}">
                  <a16:creationId xmlns:a16="http://schemas.microsoft.com/office/drawing/2014/main" id="{6570A75C-22D5-E1B5-0865-E180B9ACA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975" y="2919413"/>
              <a:ext cx="298450" cy="285750"/>
            </a:xfrm>
            <a:custGeom>
              <a:avLst/>
              <a:gdLst>
                <a:gd name="T0" fmla="*/ 344 w 369"/>
                <a:gd name="T1" fmla="*/ 275 h 352"/>
                <a:gd name="T2" fmla="*/ 183 w 369"/>
                <a:gd name="T3" fmla="*/ 352 h 352"/>
                <a:gd name="T4" fmla="*/ 18 w 369"/>
                <a:gd name="T5" fmla="*/ 184 h 352"/>
                <a:gd name="T6" fmla="*/ 82 w 369"/>
                <a:gd name="T7" fmla="*/ 46 h 352"/>
                <a:gd name="T8" fmla="*/ 206 w 369"/>
                <a:gd name="T9" fmla="*/ 3 h 352"/>
                <a:gd name="T10" fmla="*/ 356 w 369"/>
                <a:gd name="T11" fmla="*/ 130 h 352"/>
                <a:gd name="T12" fmla="*/ 344 w 369"/>
                <a:gd name="T13" fmla="*/ 27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9" h="352">
                  <a:moveTo>
                    <a:pt x="344" y="275"/>
                  </a:moveTo>
                  <a:cubicBezTo>
                    <a:pt x="307" y="328"/>
                    <a:pt x="253" y="352"/>
                    <a:pt x="183" y="352"/>
                  </a:cubicBezTo>
                  <a:cubicBezTo>
                    <a:pt x="70" y="352"/>
                    <a:pt x="10" y="294"/>
                    <a:pt x="18" y="184"/>
                  </a:cubicBezTo>
                  <a:cubicBezTo>
                    <a:pt x="22" y="129"/>
                    <a:pt x="0" y="45"/>
                    <a:pt x="82" y="46"/>
                  </a:cubicBezTo>
                  <a:cubicBezTo>
                    <a:pt x="81" y="0"/>
                    <a:pt x="116" y="6"/>
                    <a:pt x="206" y="3"/>
                  </a:cubicBezTo>
                  <a:cubicBezTo>
                    <a:pt x="296" y="0"/>
                    <a:pt x="349" y="84"/>
                    <a:pt x="356" y="130"/>
                  </a:cubicBezTo>
                  <a:cubicBezTo>
                    <a:pt x="369" y="210"/>
                    <a:pt x="353" y="226"/>
                    <a:pt x="344" y="275"/>
                  </a:cubicBez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" name="Freeform 3154">
              <a:extLst>
                <a:ext uri="{FF2B5EF4-FFF2-40B4-BE49-F238E27FC236}">
                  <a16:creationId xmlns:a16="http://schemas.microsoft.com/office/drawing/2014/main" id="{3620A836-30D0-C96D-66D3-FAB20B3A3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2921000"/>
              <a:ext cx="280988" cy="284163"/>
            </a:xfrm>
            <a:custGeom>
              <a:avLst/>
              <a:gdLst>
                <a:gd name="T0" fmla="*/ 328 w 346"/>
                <a:gd name="T1" fmla="*/ 273 h 351"/>
                <a:gd name="T2" fmla="*/ 327 w 346"/>
                <a:gd name="T3" fmla="*/ 273 h 351"/>
                <a:gd name="T4" fmla="*/ 167 w 346"/>
                <a:gd name="T5" fmla="*/ 350 h 351"/>
                <a:gd name="T6" fmla="*/ 44 w 346"/>
                <a:gd name="T7" fmla="*/ 312 h 351"/>
                <a:gd name="T8" fmla="*/ 1 w 346"/>
                <a:gd name="T9" fmla="*/ 201 h 351"/>
                <a:gd name="T10" fmla="*/ 2 w 346"/>
                <a:gd name="T11" fmla="*/ 182 h 351"/>
                <a:gd name="T12" fmla="*/ 2 w 346"/>
                <a:gd name="T13" fmla="*/ 163 h 351"/>
                <a:gd name="T14" fmla="*/ 2 w 346"/>
                <a:gd name="T15" fmla="*/ 131 h 351"/>
                <a:gd name="T16" fmla="*/ 12 w 346"/>
                <a:gd name="T17" fmla="*/ 71 h 351"/>
                <a:gd name="T18" fmla="*/ 65 w 346"/>
                <a:gd name="T19" fmla="*/ 44 h 351"/>
                <a:gd name="T20" fmla="*/ 66 w 346"/>
                <a:gd name="T21" fmla="*/ 44 h 351"/>
                <a:gd name="T22" fmla="*/ 67 w 346"/>
                <a:gd name="T23" fmla="*/ 44 h 351"/>
                <a:gd name="T24" fmla="*/ 67 w 346"/>
                <a:gd name="T25" fmla="*/ 44 h 351"/>
                <a:gd name="T26" fmla="*/ 67 w 346"/>
                <a:gd name="T27" fmla="*/ 42 h 351"/>
                <a:gd name="T28" fmla="*/ 73 w 346"/>
                <a:gd name="T29" fmla="*/ 17 h 351"/>
                <a:gd name="T30" fmla="*/ 112 w 346"/>
                <a:gd name="T31" fmla="*/ 4 h 351"/>
                <a:gd name="T32" fmla="*/ 190 w 346"/>
                <a:gd name="T33" fmla="*/ 1 h 351"/>
                <a:gd name="T34" fmla="*/ 195 w 346"/>
                <a:gd name="T35" fmla="*/ 1 h 351"/>
                <a:gd name="T36" fmla="*/ 297 w 346"/>
                <a:gd name="T37" fmla="*/ 48 h 351"/>
                <a:gd name="T38" fmla="*/ 340 w 346"/>
                <a:gd name="T39" fmla="*/ 128 h 351"/>
                <a:gd name="T40" fmla="*/ 345 w 346"/>
                <a:gd name="T41" fmla="*/ 180 h 351"/>
                <a:gd name="T42" fmla="*/ 339 w 346"/>
                <a:gd name="T43" fmla="*/ 227 h 351"/>
                <a:gd name="T44" fmla="*/ 327 w 346"/>
                <a:gd name="T45" fmla="*/ 273 h 351"/>
                <a:gd name="T46" fmla="*/ 328 w 346"/>
                <a:gd name="T47" fmla="*/ 273 h 351"/>
                <a:gd name="T48" fmla="*/ 327 w 346"/>
                <a:gd name="T49" fmla="*/ 273 h 351"/>
                <a:gd name="T50" fmla="*/ 328 w 346"/>
                <a:gd name="T51" fmla="*/ 273 h 351"/>
                <a:gd name="T52" fmla="*/ 328 w 346"/>
                <a:gd name="T53" fmla="*/ 273 h 351"/>
                <a:gd name="T54" fmla="*/ 339 w 346"/>
                <a:gd name="T55" fmla="*/ 227 h 351"/>
                <a:gd name="T56" fmla="*/ 346 w 346"/>
                <a:gd name="T57" fmla="*/ 180 h 351"/>
                <a:gd name="T58" fmla="*/ 341 w 346"/>
                <a:gd name="T59" fmla="*/ 128 h 351"/>
                <a:gd name="T60" fmla="*/ 298 w 346"/>
                <a:gd name="T61" fmla="*/ 47 h 351"/>
                <a:gd name="T62" fmla="*/ 195 w 346"/>
                <a:gd name="T63" fmla="*/ 0 h 351"/>
                <a:gd name="T64" fmla="*/ 190 w 346"/>
                <a:gd name="T65" fmla="*/ 1 h 351"/>
                <a:gd name="T66" fmla="*/ 95 w 346"/>
                <a:gd name="T67" fmla="*/ 6 h 351"/>
                <a:gd name="T68" fmla="*/ 73 w 346"/>
                <a:gd name="T69" fmla="*/ 17 h 351"/>
                <a:gd name="T70" fmla="*/ 66 w 346"/>
                <a:gd name="T71" fmla="*/ 42 h 351"/>
                <a:gd name="T72" fmla="*/ 66 w 346"/>
                <a:gd name="T73" fmla="*/ 44 h 351"/>
                <a:gd name="T74" fmla="*/ 66 w 346"/>
                <a:gd name="T75" fmla="*/ 44 h 351"/>
                <a:gd name="T76" fmla="*/ 66 w 346"/>
                <a:gd name="T77" fmla="*/ 43 h 351"/>
                <a:gd name="T78" fmla="*/ 65 w 346"/>
                <a:gd name="T79" fmla="*/ 43 h 351"/>
                <a:gd name="T80" fmla="*/ 11 w 346"/>
                <a:gd name="T81" fmla="*/ 71 h 351"/>
                <a:gd name="T82" fmla="*/ 1 w 346"/>
                <a:gd name="T83" fmla="*/ 131 h 351"/>
                <a:gd name="T84" fmla="*/ 2 w 346"/>
                <a:gd name="T85" fmla="*/ 163 h 351"/>
                <a:gd name="T86" fmla="*/ 1 w 346"/>
                <a:gd name="T87" fmla="*/ 182 h 351"/>
                <a:gd name="T88" fmla="*/ 0 w 346"/>
                <a:gd name="T89" fmla="*/ 201 h 351"/>
                <a:gd name="T90" fmla="*/ 44 w 346"/>
                <a:gd name="T91" fmla="*/ 313 h 351"/>
                <a:gd name="T92" fmla="*/ 167 w 346"/>
                <a:gd name="T93" fmla="*/ 351 h 351"/>
                <a:gd name="T94" fmla="*/ 328 w 346"/>
                <a:gd name="T95" fmla="*/ 273 h 351"/>
                <a:gd name="T96" fmla="*/ 328 w 346"/>
                <a:gd name="T97" fmla="*/ 273 h 351"/>
                <a:gd name="T98" fmla="*/ 328 w 346"/>
                <a:gd name="T99" fmla="*/ 273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6" h="351">
                  <a:moveTo>
                    <a:pt x="328" y="273"/>
                  </a:moveTo>
                  <a:cubicBezTo>
                    <a:pt x="327" y="273"/>
                    <a:pt x="327" y="273"/>
                    <a:pt x="327" y="273"/>
                  </a:cubicBezTo>
                  <a:cubicBezTo>
                    <a:pt x="290" y="325"/>
                    <a:pt x="237" y="350"/>
                    <a:pt x="167" y="350"/>
                  </a:cubicBezTo>
                  <a:cubicBezTo>
                    <a:pt x="114" y="350"/>
                    <a:pt x="72" y="337"/>
                    <a:pt x="44" y="312"/>
                  </a:cubicBezTo>
                  <a:cubicBezTo>
                    <a:pt x="16" y="287"/>
                    <a:pt x="1" y="250"/>
                    <a:pt x="1" y="201"/>
                  </a:cubicBezTo>
                  <a:cubicBezTo>
                    <a:pt x="1" y="195"/>
                    <a:pt x="1" y="189"/>
                    <a:pt x="2" y="182"/>
                  </a:cubicBezTo>
                  <a:cubicBezTo>
                    <a:pt x="2" y="176"/>
                    <a:pt x="2" y="170"/>
                    <a:pt x="2" y="163"/>
                  </a:cubicBezTo>
                  <a:cubicBezTo>
                    <a:pt x="2" y="153"/>
                    <a:pt x="2" y="142"/>
                    <a:pt x="2" y="131"/>
                  </a:cubicBezTo>
                  <a:cubicBezTo>
                    <a:pt x="2" y="109"/>
                    <a:pt x="4" y="87"/>
                    <a:pt x="12" y="71"/>
                  </a:cubicBezTo>
                  <a:cubicBezTo>
                    <a:pt x="21" y="55"/>
                    <a:pt x="36" y="44"/>
                    <a:pt x="65" y="44"/>
                  </a:cubicBezTo>
                  <a:cubicBezTo>
                    <a:pt x="65" y="44"/>
                    <a:pt x="66" y="44"/>
                    <a:pt x="66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43"/>
                    <a:pt x="67" y="42"/>
                    <a:pt x="67" y="42"/>
                  </a:cubicBezTo>
                  <a:cubicBezTo>
                    <a:pt x="67" y="31"/>
                    <a:pt x="69" y="23"/>
                    <a:pt x="73" y="17"/>
                  </a:cubicBezTo>
                  <a:cubicBezTo>
                    <a:pt x="80" y="9"/>
                    <a:pt x="93" y="6"/>
                    <a:pt x="112" y="4"/>
                  </a:cubicBezTo>
                  <a:cubicBezTo>
                    <a:pt x="131" y="2"/>
                    <a:pt x="157" y="2"/>
                    <a:pt x="190" y="1"/>
                  </a:cubicBezTo>
                  <a:cubicBezTo>
                    <a:pt x="192" y="1"/>
                    <a:pt x="193" y="1"/>
                    <a:pt x="195" y="1"/>
                  </a:cubicBezTo>
                  <a:cubicBezTo>
                    <a:pt x="238" y="1"/>
                    <a:pt x="273" y="22"/>
                    <a:pt x="297" y="48"/>
                  </a:cubicBezTo>
                  <a:cubicBezTo>
                    <a:pt x="322" y="74"/>
                    <a:pt x="336" y="106"/>
                    <a:pt x="340" y="128"/>
                  </a:cubicBezTo>
                  <a:cubicBezTo>
                    <a:pt x="343" y="149"/>
                    <a:pt x="345" y="166"/>
                    <a:pt x="345" y="180"/>
                  </a:cubicBezTo>
                  <a:cubicBezTo>
                    <a:pt x="345" y="199"/>
                    <a:pt x="342" y="213"/>
                    <a:pt x="339" y="227"/>
                  </a:cubicBezTo>
                  <a:cubicBezTo>
                    <a:pt x="335" y="241"/>
                    <a:pt x="331" y="255"/>
                    <a:pt x="327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7" y="273"/>
                    <a:pt x="327" y="273"/>
                    <a:pt x="327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31" y="255"/>
                    <a:pt x="336" y="241"/>
                    <a:pt x="339" y="227"/>
                  </a:cubicBezTo>
                  <a:cubicBezTo>
                    <a:pt x="343" y="213"/>
                    <a:pt x="346" y="199"/>
                    <a:pt x="346" y="180"/>
                  </a:cubicBezTo>
                  <a:cubicBezTo>
                    <a:pt x="346" y="166"/>
                    <a:pt x="344" y="149"/>
                    <a:pt x="341" y="128"/>
                  </a:cubicBezTo>
                  <a:cubicBezTo>
                    <a:pt x="337" y="105"/>
                    <a:pt x="322" y="73"/>
                    <a:pt x="298" y="47"/>
                  </a:cubicBezTo>
                  <a:cubicBezTo>
                    <a:pt x="273" y="21"/>
                    <a:pt x="238" y="0"/>
                    <a:pt x="195" y="0"/>
                  </a:cubicBezTo>
                  <a:cubicBezTo>
                    <a:pt x="193" y="0"/>
                    <a:pt x="192" y="0"/>
                    <a:pt x="190" y="1"/>
                  </a:cubicBezTo>
                  <a:cubicBezTo>
                    <a:pt x="146" y="2"/>
                    <a:pt x="115" y="1"/>
                    <a:pt x="95" y="6"/>
                  </a:cubicBezTo>
                  <a:cubicBezTo>
                    <a:pt x="85" y="8"/>
                    <a:pt x="78" y="11"/>
                    <a:pt x="73" y="17"/>
                  </a:cubicBezTo>
                  <a:cubicBezTo>
                    <a:pt x="68" y="23"/>
                    <a:pt x="66" y="31"/>
                    <a:pt x="66" y="42"/>
                  </a:cubicBezTo>
                  <a:cubicBezTo>
                    <a:pt x="66" y="42"/>
                    <a:pt x="66" y="43"/>
                    <a:pt x="66" y="44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6" y="43"/>
                    <a:pt x="65" y="43"/>
                    <a:pt x="65" y="43"/>
                  </a:cubicBezTo>
                  <a:cubicBezTo>
                    <a:pt x="36" y="43"/>
                    <a:pt x="20" y="54"/>
                    <a:pt x="11" y="71"/>
                  </a:cubicBezTo>
                  <a:cubicBezTo>
                    <a:pt x="3" y="87"/>
                    <a:pt x="1" y="109"/>
                    <a:pt x="1" y="131"/>
                  </a:cubicBezTo>
                  <a:cubicBezTo>
                    <a:pt x="1" y="142"/>
                    <a:pt x="2" y="153"/>
                    <a:pt x="2" y="163"/>
                  </a:cubicBezTo>
                  <a:cubicBezTo>
                    <a:pt x="2" y="170"/>
                    <a:pt x="2" y="176"/>
                    <a:pt x="1" y="182"/>
                  </a:cubicBezTo>
                  <a:cubicBezTo>
                    <a:pt x="1" y="189"/>
                    <a:pt x="0" y="195"/>
                    <a:pt x="0" y="201"/>
                  </a:cubicBezTo>
                  <a:cubicBezTo>
                    <a:pt x="0" y="250"/>
                    <a:pt x="15" y="287"/>
                    <a:pt x="44" y="313"/>
                  </a:cubicBezTo>
                  <a:cubicBezTo>
                    <a:pt x="72" y="338"/>
                    <a:pt x="114" y="351"/>
                    <a:pt x="167" y="351"/>
                  </a:cubicBezTo>
                  <a:cubicBezTo>
                    <a:pt x="237" y="351"/>
                    <a:pt x="291" y="326"/>
                    <a:pt x="328" y="273"/>
                  </a:cubicBezTo>
                  <a:cubicBezTo>
                    <a:pt x="328" y="273"/>
                    <a:pt x="328" y="273"/>
                    <a:pt x="328" y="273"/>
                  </a:cubicBezTo>
                  <a:cubicBezTo>
                    <a:pt x="328" y="273"/>
                    <a:pt x="328" y="273"/>
                    <a:pt x="328" y="273"/>
                  </a:cubicBezTo>
                  <a:close/>
                </a:path>
              </a:pathLst>
            </a:custGeom>
            <a:solidFill>
              <a:srgbClr val="2319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" name="Freeform 3155">
              <a:extLst>
                <a:ext uri="{FF2B5EF4-FFF2-40B4-BE49-F238E27FC236}">
                  <a16:creationId xmlns:a16="http://schemas.microsoft.com/office/drawing/2014/main" id="{30952A72-3BC1-93AD-0AE7-8373EDC25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525" y="3308350"/>
              <a:ext cx="157163" cy="196850"/>
            </a:xfrm>
            <a:custGeom>
              <a:avLst/>
              <a:gdLst>
                <a:gd name="T0" fmla="*/ 2 w 99"/>
                <a:gd name="T1" fmla="*/ 124 h 124"/>
                <a:gd name="T2" fmla="*/ 86 w 99"/>
                <a:gd name="T3" fmla="*/ 124 h 124"/>
                <a:gd name="T4" fmla="*/ 99 w 99"/>
                <a:gd name="T5" fmla="*/ 0 h 124"/>
                <a:gd name="T6" fmla="*/ 0 w 99"/>
                <a:gd name="T7" fmla="*/ 0 h 124"/>
                <a:gd name="T8" fmla="*/ 2 w 99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24">
                  <a:moveTo>
                    <a:pt x="2" y="124"/>
                  </a:moveTo>
                  <a:lnTo>
                    <a:pt x="86" y="124"/>
                  </a:lnTo>
                  <a:lnTo>
                    <a:pt x="99" y="0"/>
                  </a:lnTo>
                  <a:lnTo>
                    <a:pt x="0" y="0"/>
                  </a:lnTo>
                  <a:lnTo>
                    <a:pt x="2" y="124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" name="Freeform 3156">
              <a:extLst>
                <a:ext uri="{FF2B5EF4-FFF2-40B4-BE49-F238E27FC236}">
                  <a16:creationId xmlns:a16="http://schemas.microsoft.com/office/drawing/2014/main" id="{04F8A90B-EFFD-66E1-19FB-2FF85870D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525" y="3308350"/>
              <a:ext cx="157163" cy="196850"/>
            </a:xfrm>
            <a:custGeom>
              <a:avLst/>
              <a:gdLst>
                <a:gd name="T0" fmla="*/ 2 w 99"/>
                <a:gd name="T1" fmla="*/ 124 h 124"/>
                <a:gd name="T2" fmla="*/ 86 w 99"/>
                <a:gd name="T3" fmla="*/ 124 h 124"/>
                <a:gd name="T4" fmla="*/ 99 w 99"/>
                <a:gd name="T5" fmla="*/ 0 h 124"/>
                <a:gd name="T6" fmla="*/ 0 w 99"/>
                <a:gd name="T7" fmla="*/ 0 h 124"/>
                <a:gd name="T8" fmla="*/ 2 w 99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24">
                  <a:moveTo>
                    <a:pt x="2" y="124"/>
                  </a:moveTo>
                  <a:lnTo>
                    <a:pt x="86" y="124"/>
                  </a:lnTo>
                  <a:lnTo>
                    <a:pt x="99" y="0"/>
                  </a:lnTo>
                  <a:lnTo>
                    <a:pt x="0" y="0"/>
                  </a:lnTo>
                  <a:lnTo>
                    <a:pt x="2" y="1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" name="Freeform 3157">
              <a:extLst>
                <a:ext uri="{FF2B5EF4-FFF2-40B4-BE49-F238E27FC236}">
                  <a16:creationId xmlns:a16="http://schemas.microsoft.com/office/drawing/2014/main" id="{A0B43F38-AE38-CF59-423D-08F065A5C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92475"/>
              <a:ext cx="155575" cy="212725"/>
            </a:xfrm>
            <a:custGeom>
              <a:avLst/>
              <a:gdLst>
                <a:gd name="T0" fmla="*/ 43 w 98"/>
                <a:gd name="T1" fmla="*/ 0 h 134"/>
                <a:gd name="T2" fmla="*/ 94 w 98"/>
                <a:gd name="T3" fmla="*/ 13 h 134"/>
                <a:gd name="T4" fmla="*/ 98 w 98"/>
                <a:gd name="T5" fmla="*/ 132 h 134"/>
                <a:gd name="T6" fmla="*/ 0 w 98"/>
                <a:gd name="T7" fmla="*/ 134 h 134"/>
                <a:gd name="T8" fmla="*/ 16 w 98"/>
                <a:gd name="T9" fmla="*/ 60 h 134"/>
                <a:gd name="T10" fmla="*/ 43 w 98"/>
                <a:gd name="T1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134">
                  <a:moveTo>
                    <a:pt x="43" y="0"/>
                  </a:moveTo>
                  <a:lnTo>
                    <a:pt x="94" y="13"/>
                  </a:lnTo>
                  <a:lnTo>
                    <a:pt x="98" y="132"/>
                  </a:lnTo>
                  <a:lnTo>
                    <a:pt x="0" y="134"/>
                  </a:lnTo>
                  <a:lnTo>
                    <a:pt x="16" y="6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" name="Freeform 3158">
              <a:extLst>
                <a:ext uri="{FF2B5EF4-FFF2-40B4-BE49-F238E27FC236}">
                  <a16:creationId xmlns:a16="http://schemas.microsoft.com/office/drawing/2014/main" id="{73609687-9790-478B-60D5-D3FFA96FA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92475"/>
              <a:ext cx="155575" cy="212725"/>
            </a:xfrm>
            <a:custGeom>
              <a:avLst/>
              <a:gdLst>
                <a:gd name="T0" fmla="*/ 43 w 98"/>
                <a:gd name="T1" fmla="*/ 0 h 134"/>
                <a:gd name="T2" fmla="*/ 94 w 98"/>
                <a:gd name="T3" fmla="*/ 13 h 134"/>
                <a:gd name="T4" fmla="*/ 98 w 98"/>
                <a:gd name="T5" fmla="*/ 132 h 134"/>
                <a:gd name="T6" fmla="*/ 0 w 98"/>
                <a:gd name="T7" fmla="*/ 134 h 134"/>
                <a:gd name="T8" fmla="*/ 16 w 98"/>
                <a:gd name="T9" fmla="*/ 60 h 134"/>
                <a:gd name="T10" fmla="*/ 43 w 98"/>
                <a:gd name="T1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134">
                  <a:moveTo>
                    <a:pt x="43" y="0"/>
                  </a:moveTo>
                  <a:lnTo>
                    <a:pt x="94" y="13"/>
                  </a:lnTo>
                  <a:lnTo>
                    <a:pt x="98" y="132"/>
                  </a:lnTo>
                  <a:lnTo>
                    <a:pt x="0" y="134"/>
                  </a:lnTo>
                  <a:lnTo>
                    <a:pt x="16" y="6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" name="Freeform 3159">
              <a:extLst>
                <a:ext uri="{FF2B5EF4-FFF2-40B4-BE49-F238E27FC236}">
                  <a16:creationId xmlns:a16="http://schemas.microsoft.com/office/drawing/2014/main" id="{5153601C-9CEA-2338-D6C2-80B85ACD2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988" y="3292475"/>
              <a:ext cx="157163" cy="212725"/>
            </a:xfrm>
            <a:custGeom>
              <a:avLst/>
              <a:gdLst>
                <a:gd name="T0" fmla="*/ 55 w 99"/>
                <a:gd name="T1" fmla="*/ 0 h 134"/>
                <a:gd name="T2" fmla="*/ 4 w 99"/>
                <a:gd name="T3" fmla="*/ 13 h 134"/>
                <a:gd name="T4" fmla="*/ 0 w 99"/>
                <a:gd name="T5" fmla="*/ 132 h 134"/>
                <a:gd name="T6" fmla="*/ 99 w 99"/>
                <a:gd name="T7" fmla="*/ 134 h 134"/>
                <a:gd name="T8" fmla="*/ 82 w 99"/>
                <a:gd name="T9" fmla="*/ 60 h 134"/>
                <a:gd name="T10" fmla="*/ 55 w 99"/>
                <a:gd name="T11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134">
                  <a:moveTo>
                    <a:pt x="55" y="0"/>
                  </a:moveTo>
                  <a:lnTo>
                    <a:pt x="4" y="13"/>
                  </a:lnTo>
                  <a:lnTo>
                    <a:pt x="0" y="132"/>
                  </a:lnTo>
                  <a:lnTo>
                    <a:pt x="99" y="134"/>
                  </a:lnTo>
                  <a:lnTo>
                    <a:pt x="82" y="6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" name="Freeform 3160">
              <a:extLst>
                <a:ext uri="{FF2B5EF4-FFF2-40B4-BE49-F238E27FC236}">
                  <a16:creationId xmlns:a16="http://schemas.microsoft.com/office/drawing/2014/main" id="{317B496B-2DE1-FE13-1F69-F88289344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338" y="3235325"/>
              <a:ext cx="95250" cy="111125"/>
            </a:xfrm>
            <a:custGeom>
              <a:avLst/>
              <a:gdLst>
                <a:gd name="T0" fmla="*/ 4 w 116"/>
                <a:gd name="T1" fmla="*/ 0 h 137"/>
                <a:gd name="T2" fmla="*/ 0 w 116"/>
                <a:gd name="T3" fmla="*/ 52 h 137"/>
                <a:gd name="T4" fmla="*/ 10 w 116"/>
                <a:gd name="T5" fmla="*/ 124 h 137"/>
                <a:gd name="T6" fmla="*/ 103 w 116"/>
                <a:gd name="T7" fmla="*/ 129 h 137"/>
                <a:gd name="T8" fmla="*/ 115 w 116"/>
                <a:gd name="T9" fmla="*/ 51 h 137"/>
                <a:gd name="T10" fmla="*/ 107 w 116"/>
                <a:gd name="T11" fmla="*/ 5 h 137"/>
                <a:gd name="T12" fmla="*/ 69 w 116"/>
                <a:gd name="T13" fmla="*/ 2 h 137"/>
                <a:gd name="T14" fmla="*/ 4 w 116"/>
                <a:gd name="T1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137">
                  <a:moveTo>
                    <a:pt x="4" y="0"/>
                  </a:moveTo>
                  <a:cubicBezTo>
                    <a:pt x="4" y="0"/>
                    <a:pt x="10" y="44"/>
                    <a:pt x="0" y="52"/>
                  </a:cubicBezTo>
                  <a:cubicBezTo>
                    <a:pt x="0" y="52"/>
                    <a:pt x="4" y="110"/>
                    <a:pt x="10" y="124"/>
                  </a:cubicBezTo>
                  <a:cubicBezTo>
                    <a:pt x="16" y="137"/>
                    <a:pt x="77" y="134"/>
                    <a:pt x="103" y="129"/>
                  </a:cubicBezTo>
                  <a:cubicBezTo>
                    <a:pt x="103" y="129"/>
                    <a:pt x="116" y="58"/>
                    <a:pt x="115" y="51"/>
                  </a:cubicBezTo>
                  <a:cubicBezTo>
                    <a:pt x="115" y="51"/>
                    <a:pt x="107" y="22"/>
                    <a:pt x="107" y="5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" name="Freeform 3161">
              <a:extLst>
                <a:ext uri="{FF2B5EF4-FFF2-40B4-BE49-F238E27FC236}">
                  <a16:creationId xmlns:a16="http://schemas.microsoft.com/office/drawing/2014/main" id="{BE207560-92FC-6700-521D-ACE62671B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235325"/>
              <a:ext cx="53975" cy="107950"/>
            </a:xfrm>
            <a:custGeom>
              <a:avLst/>
              <a:gdLst>
                <a:gd name="T0" fmla="*/ 0 w 65"/>
                <a:gd name="T1" fmla="*/ 132 h 132"/>
                <a:gd name="T2" fmla="*/ 52 w 65"/>
                <a:gd name="T3" fmla="*/ 128 h 132"/>
                <a:gd name="T4" fmla="*/ 64 w 65"/>
                <a:gd name="T5" fmla="*/ 50 h 132"/>
                <a:gd name="T6" fmla="*/ 57 w 65"/>
                <a:gd name="T7" fmla="*/ 6 h 132"/>
                <a:gd name="T8" fmla="*/ 18 w 65"/>
                <a:gd name="T9" fmla="*/ 1 h 132"/>
                <a:gd name="T10" fmla="*/ 0 w 65"/>
                <a:gd name="T11" fmla="*/ 0 h 132"/>
                <a:gd name="T12" fmla="*/ 0 w 65"/>
                <a:gd name="T1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32">
                  <a:moveTo>
                    <a:pt x="0" y="132"/>
                  </a:moveTo>
                  <a:cubicBezTo>
                    <a:pt x="19" y="132"/>
                    <a:pt x="39" y="130"/>
                    <a:pt x="52" y="128"/>
                  </a:cubicBezTo>
                  <a:cubicBezTo>
                    <a:pt x="52" y="128"/>
                    <a:pt x="65" y="57"/>
                    <a:pt x="64" y="50"/>
                  </a:cubicBezTo>
                  <a:cubicBezTo>
                    <a:pt x="64" y="50"/>
                    <a:pt x="57" y="23"/>
                    <a:pt x="57" y="6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2"/>
                    <a:pt x="0" y="132"/>
                    <a:pt x="0" y="132"/>
                  </a:cubicBezTo>
                </a:path>
              </a:pathLst>
            </a:custGeom>
            <a:solidFill>
              <a:srgbClr val="F2BA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" name="Freeform 3162">
              <a:extLst>
                <a:ext uri="{FF2B5EF4-FFF2-40B4-BE49-F238E27FC236}">
                  <a16:creationId xmlns:a16="http://schemas.microsoft.com/office/drawing/2014/main" id="{37EE520F-3705-7306-7634-17882F298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863" y="3232150"/>
              <a:ext cx="77788" cy="39688"/>
            </a:xfrm>
            <a:custGeom>
              <a:avLst/>
              <a:gdLst>
                <a:gd name="T0" fmla="*/ 0 w 97"/>
                <a:gd name="T1" fmla="*/ 12 h 49"/>
                <a:gd name="T2" fmla="*/ 48 w 97"/>
                <a:gd name="T3" fmla="*/ 47 h 49"/>
                <a:gd name="T4" fmla="*/ 97 w 97"/>
                <a:gd name="T5" fmla="*/ 11 h 49"/>
                <a:gd name="T6" fmla="*/ 69 w 97"/>
                <a:gd name="T7" fmla="*/ 3 h 49"/>
                <a:gd name="T8" fmla="*/ 13 w 97"/>
                <a:gd name="T9" fmla="*/ 0 h 49"/>
                <a:gd name="T10" fmla="*/ 0 w 97"/>
                <a:gd name="T11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49">
                  <a:moveTo>
                    <a:pt x="0" y="12"/>
                  </a:moveTo>
                  <a:cubicBezTo>
                    <a:pt x="0" y="12"/>
                    <a:pt x="31" y="49"/>
                    <a:pt x="48" y="47"/>
                  </a:cubicBezTo>
                  <a:cubicBezTo>
                    <a:pt x="65" y="45"/>
                    <a:pt x="97" y="11"/>
                    <a:pt x="97" y="1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" name="Freeform 3163">
              <a:extLst>
                <a:ext uri="{FF2B5EF4-FFF2-40B4-BE49-F238E27FC236}">
                  <a16:creationId xmlns:a16="http://schemas.microsoft.com/office/drawing/2014/main" id="{236A4B6D-E12C-8527-3C43-1267ED150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2987675"/>
              <a:ext cx="274638" cy="265113"/>
            </a:xfrm>
            <a:custGeom>
              <a:avLst/>
              <a:gdLst>
                <a:gd name="T0" fmla="*/ 49 w 337"/>
                <a:gd name="T1" fmla="*/ 207 h 327"/>
                <a:gd name="T2" fmla="*/ 174 w 337"/>
                <a:gd name="T3" fmla="*/ 327 h 327"/>
                <a:gd name="T4" fmla="*/ 294 w 337"/>
                <a:gd name="T5" fmla="*/ 208 h 327"/>
                <a:gd name="T6" fmla="*/ 332 w 337"/>
                <a:gd name="T7" fmla="*/ 175 h 327"/>
                <a:gd name="T8" fmla="*/ 303 w 337"/>
                <a:gd name="T9" fmla="*/ 137 h 327"/>
                <a:gd name="T10" fmla="*/ 264 w 337"/>
                <a:gd name="T11" fmla="*/ 34 h 327"/>
                <a:gd name="T12" fmla="*/ 175 w 337"/>
                <a:gd name="T13" fmla="*/ 35 h 327"/>
                <a:gd name="T14" fmla="*/ 169 w 337"/>
                <a:gd name="T15" fmla="*/ 38 h 327"/>
                <a:gd name="T16" fmla="*/ 194 w 337"/>
                <a:gd name="T17" fmla="*/ 42 h 327"/>
                <a:gd name="T18" fmla="*/ 133 w 337"/>
                <a:gd name="T19" fmla="*/ 32 h 327"/>
                <a:gd name="T20" fmla="*/ 77 w 337"/>
                <a:gd name="T21" fmla="*/ 1 h 327"/>
                <a:gd name="T22" fmla="*/ 51 w 337"/>
                <a:gd name="T23" fmla="*/ 49 h 327"/>
                <a:gd name="T24" fmla="*/ 49 w 337"/>
                <a:gd name="T25" fmla="*/ 120 h 327"/>
                <a:gd name="T26" fmla="*/ 43 w 337"/>
                <a:gd name="T27" fmla="*/ 139 h 327"/>
                <a:gd name="T28" fmla="*/ 10 w 337"/>
                <a:gd name="T29" fmla="*/ 133 h 327"/>
                <a:gd name="T30" fmla="*/ 14 w 337"/>
                <a:gd name="T31" fmla="*/ 187 h 327"/>
                <a:gd name="T32" fmla="*/ 49 w 337"/>
                <a:gd name="T33" fmla="*/ 20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27">
                  <a:moveTo>
                    <a:pt x="49" y="207"/>
                  </a:moveTo>
                  <a:cubicBezTo>
                    <a:pt x="49" y="207"/>
                    <a:pt x="61" y="313"/>
                    <a:pt x="174" y="327"/>
                  </a:cubicBezTo>
                  <a:cubicBezTo>
                    <a:pt x="174" y="327"/>
                    <a:pt x="267" y="324"/>
                    <a:pt x="294" y="208"/>
                  </a:cubicBezTo>
                  <a:cubicBezTo>
                    <a:pt x="294" y="208"/>
                    <a:pt x="326" y="210"/>
                    <a:pt x="332" y="175"/>
                  </a:cubicBezTo>
                  <a:cubicBezTo>
                    <a:pt x="337" y="141"/>
                    <a:pt x="322" y="116"/>
                    <a:pt x="303" y="137"/>
                  </a:cubicBezTo>
                  <a:cubicBezTo>
                    <a:pt x="303" y="137"/>
                    <a:pt x="306" y="47"/>
                    <a:pt x="264" y="34"/>
                  </a:cubicBezTo>
                  <a:cubicBezTo>
                    <a:pt x="222" y="21"/>
                    <a:pt x="181" y="33"/>
                    <a:pt x="175" y="35"/>
                  </a:cubicBezTo>
                  <a:cubicBezTo>
                    <a:pt x="169" y="38"/>
                    <a:pt x="169" y="38"/>
                    <a:pt x="169" y="38"/>
                  </a:cubicBezTo>
                  <a:cubicBezTo>
                    <a:pt x="169" y="38"/>
                    <a:pt x="186" y="43"/>
                    <a:pt x="194" y="42"/>
                  </a:cubicBezTo>
                  <a:cubicBezTo>
                    <a:pt x="194" y="42"/>
                    <a:pt x="167" y="51"/>
                    <a:pt x="133" y="32"/>
                  </a:cubicBezTo>
                  <a:cubicBezTo>
                    <a:pt x="98" y="13"/>
                    <a:pt x="82" y="0"/>
                    <a:pt x="77" y="1"/>
                  </a:cubicBezTo>
                  <a:cubicBezTo>
                    <a:pt x="72" y="2"/>
                    <a:pt x="50" y="38"/>
                    <a:pt x="51" y="49"/>
                  </a:cubicBezTo>
                  <a:cubicBezTo>
                    <a:pt x="52" y="61"/>
                    <a:pt x="56" y="104"/>
                    <a:pt x="49" y="120"/>
                  </a:cubicBezTo>
                  <a:cubicBezTo>
                    <a:pt x="43" y="137"/>
                    <a:pt x="43" y="139"/>
                    <a:pt x="43" y="139"/>
                  </a:cubicBezTo>
                  <a:cubicBezTo>
                    <a:pt x="43" y="139"/>
                    <a:pt x="18" y="128"/>
                    <a:pt x="10" y="133"/>
                  </a:cubicBezTo>
                  <a:cubicBezTo>
                    <a:pt x="2" y="139"/>
                    <a:pt x="0" y="166"/>
                    <a:pt x="14" y="187"/>
                  </a:cubicBezTo>
                  <a:cubicBezTo>
                    <a:pt x="28" y="208"/>
                    <a:pt x="49" y="207"/>
                    <a:pt x="49" y="207"/>
                  </a:cubicBez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" name="Freeform 3164">
              <a:extLst>
                <a:ext uri="{FF2B5EF4-FFF2-40B4-BE49-F238E27FC236}">
                  <a16:creationId xmlns:a16="http://schemas.microsoft.com/office/drawing/2014/main" id="{E94D25C6-57C1-9535-26A4-DB217A81E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213" y="3182938"/>
              <a:ext cx="63500" cy="20638"/>
            </a:xfrm>
            <a:custGeom>
              <a:avLst/>
              <a:gdLst>
                <a:gd name="T0" fmla="*/ 0 w 78"/>
                <a:gd name="T1" fmla="*/ 0 h 25"/>
                <a:gd name="T2" fmla="*/ 78 w 78"/>
                <a:gd name="T3" fmla="*/ 3 h 25"/>
                <a:gd name="T4" fmla="*/ 40 w 78"/>
                <a:gd name="T5" fmla="*/ 20 h 25"/>
                <a:gd name="T6" fmla="*/ 0 w 78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25">
                  <a:moveTo>
                    <a:pt x="0" y="0"/>
                  </a:moveTo>
                  <a:cubicBezTo>
                    <a:pt x="0" y="0"/>
                    <a:pt x="47" y="25"/>
                    <a:pt x="78" y="3"/>
                  </a:cubicBezTo>
                  <a:cubicBezTo>
                    <a:pt x="78" y="3"/>
                    <a:pt x="52" y="20"/>
                    <a:pt x="40" y="20"/>
                  </a:cubicBezTo>
                  <a:cubicBezTo>
                    <a:pt x="28" y="19"/>
                    <a:pt x="11" y="15"/>
                    <a:pt x="0" y="0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" name="Freeform 3165">
              <a:extLst>
                <a:ext uri="{FF2B5EF4-FFF2-40B4-BE49-F238E27FC236}">
                  <a16:creationId xmlns:a16="http://schemas.microsoft.com/office/drawing/2014/main" id="{11BC07ED-B8C7-E5FF-B24B-E1BC691BC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3149600"/>
              <a:ext cx="41275" cy="17463"/>
            </a:xfrm>
            <a:custGeom>
              <a:avLst/>
              <a:gdLst>
                <a:gd name="T0" fmla="*/ 0 w 51"/>
                <a:gd name="T1" fmla="*/ 3 h 22"/>
                <a:gd name="T2" fmla="*/ 27 w 51"/>
                <a:gd name="T3" fmla="*/ 21 h 22"/>
                <a:gd name="T4" fmla="*/ 51 w 51"/>
                <a:gd name="T5" fmla="*/ 2 h 22"/>
                <a:gd name="T6" fmla="*/ 0 w 51"/>
                <a:gd name="T7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22">
                  <a:moveTo>
                    <a:pt x="0" y="3"/>
                  </a:moveTo>
                  <a:cubicBezTo>
                    <a:pt x="0" y="3"/>
                    <a:pt x="12" y="22"/>
                    <a:pt x="27" y="21"/>
                  </a:cubicBezTo>
                  <a:cubicBezTo>
                    <a:pt x="41" y="20"/>
                    <a:pt x="50" y="4"/>
                    <a:pt x="51" y="2"/>
                  </a:cubicBezTo>
                  <a:cubicBezTo>
                    <a:pt x="51" y="0"/>
                    <a:pt x="31" y="15"/>
                    <a:pt x="0" y="3"/>
                  </a:cubicBezTo>
                  <a:close/>
                </a:path>
              </a:pathLst>
            </a:custGeom>
            <a:solidFill>
              <a:srgbClr val="CF8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" name="Freeform 3166">
              <a:extLst>
                <a:ext uri="{FF2B5EF4-FFF2-40B4-BE49-F238E27FC236}">
                  <a16:creationId xmlns:a16="http://schemas.microsoft.com/office/drawing/2014/main" id="{F52DFA1A-1218-9B3E-B762-5359051C5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325" y="3109913"/>
              <a:ext cx="20638" cy="22225"/>
            </a:xfrm>
            <a:custGeom>
              <a:avLst/>
              <a:gdLst>
                <a:gd name="T0" fmla="*/ 0 w 26"/>
                <a:gd name="T1" fmla="*/ 27 h 27"/>
                <a:gd name="T2" fmla="*/ 14 w 26"/>
                <a:gd name="T3" fmla="*/ 0 h 27"/>
                <a:gd name="T4" fmla="*/ 24 w 26"/>
                <a:gd name="T5" fmla="*/ 7 h 27"/>
                <a:gd name="T6" fmla="*/ 12 w 26"/>
                <a:gd name="T7" fmla="*/ 4 h 27"/>
                <a:gd name="T8" fmla="*/ 10 w 26"/>
                <a:gd name="T9" fmla="*/ 13 h 27"/>
                <a:gd name="T10" fmla="*/ 18 w 26"/>
                <a:gd name="T11" fmla="*/ 13 h 27"/>
                <a:gd name="T12" fmla="*/ 10 w 26"/>
                <a:gd name="T13" fmla="*/ 18 h 27"/>
                <a:gd name="T14" fmla="*/ 0 w 26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27">
                  <a:moveTo>
                    <a:pt x="0" y="27"/>
                  </a:moveTo>
                  <a:cubicBezTo>
                    <a:pt x="0" y="27"/>
                    <a:pt x="1" y="1"/>
                    <a:pt x="14" y="0"/>
                  </a:cubicBezTo>
                  <a:cubicBezTo>
                    <a:pt x="26" y="0"/>
                    <a:pt x="24" y="7"/>
                    <a:pt x="24" y="7"/>
                  </a:cubicBezTo>
                  <a:cubicBezTo>
                    <a:pt x="24" y="7"/>
                    <a:pt x="15" y="2"/>
                    <a:pt x="12" y="4"/>
                  </a:cubicBezTo>
                  <a:cubicBezTo>
                    <a:pt x="11" y="7"/>
                    <a:pt x="8" y="13"/>
                    <a:pt x="10" y="13"/>
                  </a:cubicBezTo>
                  <a:cubicBezTo>
                    <a:pt x="12" y="13"/>
                    <a:pt x="18" y="13"/>
                    <a:pt x="18" y="13"/>
                  </a:cubicBezTo>
                  <a:cubicBezTo>
                    <a:pt x="18" y="13"/>
                    <a:pt x="14" y="17"/>
                    <a:pt x="10" y="18"/>
                  </a:cubicBezTo>
                  <a:cubicBezTo>
                    <a:pt x="7" y="19"/>
                    <a:pt x="4" y="22"/>
                    <a:pt x="0" y="27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" name="Freeform 3167">
              <a:extLst>
                <a:ext uri="{FF2B5EF4-FFF2-40B4-BE49-F238E27FC236}">
                  <a16:creationId xmlns:a16="http://schemas.microsoft.com/office/drawing/2014/main" id="{1FC693EB-3CF3-81CA-7FED-2FC36B149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375" y="3109913"/>
              <a:ext cx="20638" cy="20638"/>
            </a:xfrm>
            <a:custGeom>
              <a:avLst/>
              <a:gdLst>
                <a:gd name="T0" fmla="*/ 26 w 26"/>
                <a:gd name="T1" fmla="*/ 27 h 27"/>
                <a:gd name="T2" fmla="*/ 13 w 26"/>
                <a:gd name="T3" fmla="*/ 1 h 27"/>
                <a:gd name="T4" fmla="*/ 3 w 26"/>
                <a:gd name="T5" fmla="*/ 8 h 27"/>
                <a:gd name="T6" fmla="*/ 15 w 26"/>
                <a:gd name="T7" fmla="*/ 5 h 27"/>
                <a:gd name="T8" fmla="*/ 17 w 26"/>
                <a:gd name="T9" fmla="*/ 14 h 27"/>
                <a:gd name="T10" fmla="*/ 9 w 26"/>
                <a:gd name="T11" fmla="*/ 14 h 27"/>
                <a:gd name="T12" fmla="*/ 16 w 26"/>
                <a:gd name="T13" fmla="*/ 18 h 27"/>
                <a:gd name="T14" fmla="*/ 26 w 26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27">
                  <a:moveTo>
                    <a:pt x="26" y="27"/>
                  </a:moveTo>
                  <a:cubicBezTo>
                    <a:pt x="26" y="27"/>
                    <a:pt x="26" y="2"/>
                    <a:pt x="13" y="1"/>
                  </a:cubicBezTo>
                  <a:cubicBezTo>
                    <a:pt x="0" y="0"/>
                    <a:pt x="3" y="8"/>
                    <a:pt x="3" y="8"/>
                  </a:cubicBezTo>
                  <a:cubicBezTo>
                    <a:pt x="3" y="8"/>
                    <a:pt x="12" y="3"/>
                    <a:pt x="15" y="5"/>
                  </a:cubicBezTo>
                  <a:cubicBezTo>
                    <a:pt x="15" y="7"/>
                    <a:pt x="19" y="14"/>
                    <a:pt x="17" y="14"/>
                  </a:cubicBezTo>
                  <a:cubicBezTo>
                    <a:pt x="14" y="14"/>
                    <a:pt x="9" y="14"/>
                    <a:pt x="9" y="14"/>
                  </a:cubicBezTo>
                  <a:cubicBezTo>
                    <a:pt x="9" y="14"/>
                    <a:pt x="12" y="17"/>
                    <a:pt x="16" y="18"/>
                  </a:cubicBezTo>
                  <a:cubicBezTo>
                    <a:pt x="20" y="19"/>
                    <a:pt x="23" y="23"/>
                    <a:pt x="26" y="27"/>
                  </a:cubicBezTo>
                  <a:close/>
                </a:path>
              </a:pathLst>
            </a:custGeom>
            <a:solidFill>
              <a:srgbClr val="D99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" name="Freeform 3168">
              <a:extLst>
                <a:ext uri="{FF2B5EF4-FFF2-40B4-BE49-F238E27FC236}">
                  <a16:creationId xmlns:a16="http://schemas.microsoft.com/office/drawing/2014/main" id="{51D19D3E-9C99-BDA8-EA73-AA18AAE14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600" y="3276600"/>
              <a:ext cx="82550" cy="228600"/>
            </a:xfrm>
            <a:custGeom>
              <a:avLst/>
              <a:gdLst>
                <a:gd name="T0" fmla="*/ 37 w 52"/>
                <a:gd name="T1" fmla="*/ 0 h 144"/>
                <a:gd name="T2" fmla="*/ 8 w 52"/>
                <a:gd name="T3" fmla="*/ 10 h 144"/>
                <a:gd name="T4" fmla="*/ 1 w 52"/>
                <a:gd name="T5" fmla="*/ 68 h 144"/>
                <a:gd name="T6" fmla="*/ 23 w 52"/>
                <a:gd name="T7" fmla="*/ 69 h 144"/>
                <a:gd name="T8" fmla="*/ 30 w 52"/>
                <a:gd name="T9" fmla="*/ 69 h 144"/>
                <a:gd name="T10" fmla="*/ 0 w 52"/>
                <a:gd name="T11" fmla="*/ 90 h 144"/>
                <a:gd name="T12" fmla="*/ 25 w 52"/>
                <a:gd name="T13" fmla="*/ 144 h 144"/>
                <a:gd name="T14" fmla="*/ 52 w 52"/>
                <a:gd name="T15" fmla="*/ 144 h 144"/>
                <a:gd name="T16" fmla="*/ 45 w 52"/>
                <a:gd name="T17" fmla="*/ 45 h 144"/>
                <a:gd name="T18" fmla="*/ 37 w 52"/>
                <a:gd name="T19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44">
                  <a:moveTo>
                    <a:pt x="37" y="0"/>
                  </a:moveTo>
                  <a:lnTo>
                    <a:pt x="8" y="10"/>
                  </a:lnTo>
                  <a:lnTo>
                    <a:pt x="1" y="68"/>
                  </a:lnTo>
                  <a:lnTo>
                    <a:pt x="23" y="69"/>
                  </a:lnTo>
                  <a:lnTo>
                    <a:pt x="30" y="69"/>
                  </a:lnTo>
                  <a:lnTo>
                    <a:pt x="0" y="90"/>
                  </a:lnTo>
                  <a:lnTo>
                    <a:pt x="25" y="144"/>
                  </a:lnTo>
                  <a:lnTo>
                    <a:pt x="52" y="144"/>
                  </a:lnTo>
                  <a:lnTo>
                    <a:pt x="45" y="4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" name="Freeform 3169">
              <a:extLst>
                <a:ext uri="{FF2B5EF4-FFF2-40B4-BE49-F238E27FC236}">
                  <a16:creationId xmlns:a16="http://schemas.microsoft.com/office/drawing/2014/main" id="{879C3037-0A9D-8903-B2CC-D66D49BFB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76600"/>
              <a:ext cx="80963" cy="228600"/>
            </a:xfrm>
            <a:custGeom>
              <a:avLst/>
              <a:gdLst>
                <a:gd name="T0" fmla="*/ 14 w 51"/>
                <a:gd name="T1" fmla="*/ 0 h 144"/>
                <a:gd name="T2" fmla="*/ 43 w 51"/>
                <a:gd name="T3" fmla="*/ 9 h 144"/>
                <a:gd name="T4" fmla="*/ 51 w 51"/>
                <a:gd name="T5" fmla="*/ 68 h 144"/>
                <a:gd name="T6" fmla="*/ 22 w 51"/>
                <a:gd name="T7" fmla="*/ 68 h 144"/>
                <a:gd name="T8" fmla="*/ 51 w 51"/>
                <a:gd name="T9" fmla="*/ 89 h 144"/>
                <a:gd name="T10" fmla="*/ 26 w 51"/>
                <a:gd name="T11" fmla="*/ 144 h 144"/>
                <a:gd name="T12" fmla="*/ 0 w 51"/>
                <a:gd name="T13" fmla="*/ 144 h 144"/>
                <a:gd name="T14" fmla="*/ 6 w 51"/>
                <a:gd name="T15" fmla="*/ 44 h 144"/>
                <a:gd name="T16" fmla="*/ 14 w 51"/>
                <a:gd name="T1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144">
                  <a:moveTo>
                    <a:pt x="14" y="0"/>
                  </a:moveTo>
                  <a:lnTo>
                    <a:pt x="43" y="9"/>
                  </a:lnTo>
                  <a:lnTo>
                    <a:pt x="51" y="68"/>
                  </a:lnTo>
                  <a:lnTo>
                    <a:pt x="22" y="68"/>
                  </a:lnTo>
                  <a:lnTo>
                    <a:pt x="51" y="89"/>
                  </a:lnTo>
                  <a:lnTo>
                    <a:pt x="26" y="144"/>
                  </a:lnTo>
                  <a:lnTo>
                    <a:pt x="0" y="144"/>
                  </a:lnTo>
                  <a:lnTo>
                    <a:pt x="6" y="4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" name="Freeform 3170">
              <a:extLst>
                <a:ext uri="{FF2B5EF4-FFF2-40B4-BE49-F238E27FC236}">
                  <a16:creationId xmlns:a16="http://schemas.microsoft.com/office/drawing/2014/main" id="{8B60260A-9F7F-5338-49EE-E907DB6BE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75" y="3276600"/>
              <a:ext cx="80963" cy="228600"/>
            </a:xfrm>
            <a:custGeom>
              <a:avLst/>
              <a:gdLst>
                <a:gd name="T0" fmla="*/ 14 w 51"/>
                <a:gd name="T1" fmla="*/ 0 h 144"/>
                <a:gd name="T2" fmla="*/ 43 w 51"/>
                <a:gd name="T3" fmla="*/ 9 h 144"/>
                <a:gd name="T4" fmla="*/ 51 w 51"/>
                <a:gd name="T5" fmla="*/ 68 h 144"/>
                <a:gd name="T6" fmla="*/ 22 w 51"/>
                <a:gd name="T7" fmla="*/ 68 h 144"/>
                <a:gd name="T8" fmla="*/ 51 w 51"/>
                <a:gd name="T9" fmla="*/ 89 h 144"/>
                <a:gd name="T10" fmla="*/ 26 w 51"/>
                <a:gd name="T11" fmla="*/ 144 h 144"/>
                <a:gd name="T12" fmla="*/ 0 w 51"/>
                <a:gd name="T13" fmla="*/ 144 h 144"/>
                <a:gd name="T14" fmla="*/ 6 w 51"/>
                <a:gd name="T15" fmla="*/ 44 h 144"/>
                <a:gd name="T16" fmla="*/ 14 w 51"/>
                <a:gd name="T1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144">
                  <a:moveTo>
                    <a:pt x="14" y="0"/>
                  </a:moveTo>
                  <a:lnTo>
                    <a:pt x="43" y="9"/>
                  </a:lnTo>
                  <a:lnTo>
                    <a:pt x="51" y="68"/>
                  </a:lnTo>
                  <a:lnTo>
                    <a:pt x="22" y="68"/>
                  </a:lnTo>
                  <a:lnTo>
                    <a:pt x="51" y="89"/>
                  </a:lnTo>
                  <a:lnTo>
                    <a:pt x="26" y="144"/>
                  </a:lnTo>
                  <a:lnTo>
                    <a:pt x="0" y="144"/>
                  </a:lnTo>
                  <a:lnTo>
                    <a:pt x="6" y="4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" name="Freeform 3171">
              <a:extLst>
                <a:ext uri="{FF2B5EF4-FFF2-40B4-BE49-F238E27FC236}">
                  <a16:creationId xmlns:a16="http://schemas.microsoft.com/office/drawing/2014/main" id="{C1539FAF-0DFF-3E8D-63B3-542EECF89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988" y="2941638"/>
              <a:ext cx="23813" cy="55563"/>
            </a:xfrm>
            <a:custGeom>
              <a:avLst/>
              <a:gdLst>
                <a:gd name="T0" fmla="*/ 31 w 31"/>
                <a:gd name="T1" fmla="*/ 69 h 69"/>
                <a:gd name="T2" fmla="*/ 23 w 31"/>
                <a:gd name="T3" fmla="*/ 41 h 69"/>
                <a:gd name="T4" fmla="*/ 17 w 31"/>
                <a:gd name="T5" fmla="*/ 26 h 69"/>
                <a:gd name="T6" fmla="*/ 27 w 31"/>
                <a:gd name="T7" fmla="*/ 13 h 69"/>
                <a:gd name="T8" fmla="*/ 13 w 31"/>
                <a:gd name="T9" fmla="*/ 0 h 69"/>
                <a:gd name="T10" fmla="*/ 0 w 31"/>
                <a:gd name="T11" fmla="*/ 13 h 69"/>
                <a:gd name="T12" fmla="*/ 8 w 31"/>
                <a:gd name="T13" fmla="*/ 25 h 69"/>
                <a:gd name="T14" fmla="*/ 5 w 31"/>
                <a:gd name="T15" fmla="*/ 44 h 69"/>
                <a:gd name="T16" fmla="*/ 3 w 31"/>
                <a:gd name="T17" fmla="*/ 69 h 69"/>
                <a:gd name="T18" fmla="*/ 31 w 31"/>
                <a:gd name="T1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69">
                  <a:moveTo>
                    <a:pt x="31" y="69"/>
                  </a:moveTo>
                  <a:cubicBezTo>
                    <a:pt x="31" y="69"/>
                    <a:pt x="31" y="51"/>
                    <a:pt x="23" y="41"/>
                  </a:cubicBezTo>
                  <a:cubicBezTo>
                    <a:pt x="19" y="37"/>
                    <a:pt x="17" y="31"/>
                    <a:pt x="17" y="26"/>
                  </a:cubicBezTo>
                  <a:cubicBezTo>
                    <a:pt x="22" y="24"/>
                    <a:pt x="27" y="19"/>
                    <a:pt x="27" y="13"/>
                  </a:cubicBezTo>
                  <a:cubicBezTo>
                    <a:pt x="27" y="6"/>
                    <a:pt x="21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8"/>
                    <a:pt x="3" y="23"/>
                    <a:pt x="8" y="25"/>
                  </a:cubicBezTo>
                  <a:cubicBezTo>
                    <a:pt x="6" y="29"/>
                    <a:pt x="3" y="37"/>
                    <a:pt x="5" y="44"/>
                  </a:cubicBezTo>
                  <a:cubicBezTo>
                    <a:pt x="8" y="54"/>
                    <a:pt x="5" y="65"/>
                    <a:pt x="3" y="69"/>
                  </a:cubicBezTo>
                  <a:lnTo>
                    <a:pt x="31" y="69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" name="Freeform 3172">
              <a:extLst>
                <a:ext uri="{FF2B5EF4-FFF2-40B4-BE49-F238E27FC236}">
                  <a16:creationId xmlns:a16="http://schemas.microsoft.com/office/drawing/2014/main" id="{3A99AEE9-6ED1-4B2F-5C47-C6CB4C20C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3" y="2881313"/>
              <a:ext cx="22225" cy="63500"/>
            </a:xfrm>
            <a:custGeom>
              <a:avLst/>
              <a:gdLst>
                <a:gd name="T0" fmla="*/ 28 w 29"/>
                <a:gd name="T1" fmla="*/ 78 h 78"/>
                <a:gd name="T2" fmla="*/ 24 w 29"/>
                <a:gd name="T3" fmla="*/ 78 h 78"/>
                <a:gd name="T4" fmla="*/ 14 w 29"/>
                <a:gd name="T5" fmla="*/ 52 h 78"/>
                <a:gd name="T6" fmla="*/ 0 w 29"/>
                <a:gd name="T7" fmla="*/ 0 h 78"/>
                <a:gd name="T8" fmla="*/ 3 w 29"/>
                <a:gd name="T9" fmla="*/ 0 h 78"/>
                <a:gd name="T10" fmla="*/ 16 w 29"/>
                <a:gd name="T11" fmla="*/ 49 h 78"/>
                <a:gd name="T12" fmla="*/ 28 w 29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78">
                  <a:moveTo>
                    <a:pt x="28" y="78"/>
                  </a:moveTo>
                  <a:cubicBezTo>
                    <a:pt x="24" y="78"/>
                    <a:pt x="24" y="78"/>
                    <a:pt x="24" y="78"/>
                  </a:cubicBezTo>
                  <a:cubicBezTo>
                    <a:pt x="24" y="78"/>
                    <a:pt x="25" y="59"/>
                    <a:pt x="14" y="52"/>
                  </a:cubicBezTo>
                  <a:cubicBezTo>
                    <a:pt x="0" y="43"/>
                    <a:pt x="0" y="2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12"/>
                    <a:pt x="6" y="42"/>
                    <a:pt x="16" y="49"/>
                  </a:cubicBezTo>
                  <a:cubicBezTo>
                    <a:pt x="29" y="57"/>
                    <a:pt x="28" y="77"/>
                    <a:pt x="28" y="78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" name="Freeform 3173">
              <a:extLst>
                <a:ext uri="{FF2B5EF4-FFF2-40B4-BE49-F238E27FC236}">
                  <a16:creationId xmlns:a16="http://schemas.microsoft.com/office/drawing/2014/main" id="{FEE66A72-4E8A-C88A-E663-A548416AB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300" y="2806700"/>
              <a:ext cx="433388" cy="168275"/>
            </a:xfrm>
            <a:custGeom>
              <a:avLst/>
              <a:gdLst>
                <a:gd name="T0" fmla="*/ 136 w 273"/>
                <a:gd name="T1" fmla="*/ 106 h 106"/>
                <a:gd name="T2" fmla="*/ 0 w 273"/>
                <a:gd name="T3" fmla="*/ 54 h 106"/>
                <a:gd name="T4" fmla="*/ 135 w 273"/>
                <a:gd name="T5" fmla="*/ 0 h 106"/>
                <a:gd name="T6" fmla="*/ 273 w 273"/>
                <a:gd name="T7" fmla="*/ 50 h 106"/>
                <a:gd name="T8" fmla="*/ 136 w 273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" h="106">
                  <a:moveTo>
                    <a:pt x="136" y="106"/>
                  </a:moveTo>
                  <a:lnTo>
                    <a:pt x="0" y="54"/>
                  </a:lnTo>
                  <a:lnTo>
                    <a:pt x="135" y="0"/>
                  </a:lnTo>
                  <a:lnTo>
                    <a:pt x="273" y="50"/>
                  </a:lnTo>
                  <a:lnTo>
                    <a:pt x="136" y="106"/>
                  </a:lnTo>
                  <a:close/>
                </a:path>
              </a:pathLst>
            </a:custGeom>
            <a:solidFill>
              <a:srgbClr val="0B30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" name="Freeform 3174">
              <a:extLst>
                <a:ext uri="{FF2B5EF4-FFF2-40B4-BE49-F238E27FC236}">
                  <a16:creationId xmlns:a16="http://schemas.microsoft.com/office/drawing/2014/main" id="{3C4FF9DB-842E-7AEE-959A-547474A5A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3016250"/>
              <a:ext cx="0" cy="1588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" name="Freeform 3175">
              <a:extLst>
                <a:ext uri="{FF2B5EF4-FFF2-40B4-BE49-F238E27FC236}">
                  <a16:creationId xmlns:a16="http://schemas.microsoft.com/office/drawing/2014/main" id="{586FED06-98DC-CFFE-227A-4669CAAE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675" y="2884488"/>
              <a:ext cx="274638" cy="136525"/>
            </a:xfrm>
            <a:custGeom>
              <a:avLst/>
              <a:gdLst>
                <a:gd name="T0" fmla="*/ 339 w 339"/>
                <a:gd name="T1" fmla="*/ 53 h 168"/>
                <a:gd name="T2" fmla="*/ 169 w 339"/>
                <a:gd name="T3" fmla="*/ 0 h 168"/>
                <a:gd name="T4" fmla="*/ 0 w 339"/>
                <a:gd name="T5" fmla="*/ 53 h 168"/>
                <a:gd name="T6" fmla="*/ 0 w 339"/>
                <a:gd name="T7" fmla="*/ 54 h 168"/>
                <a:gd name="T8" fmla="*/ 0 w 339"/>
                <a:gd name="T9" fmla="*/ 54 h 168"/>
                <a:gd name="T10" fmla="*/ 0 w 339"/>
                <a:gd name="T11" fmla="*/ 163 h 168"/>
                <a:gd name="T12" fmla="*/ 169 w 339"/>
                <a:gd name="T13" fmla="*/ 115 h 168"/>
                <a:gd name="T14" fmla="*/ 339 w 339"/>
                <a:gd name="T15" fmla="*/ 163 h 168"/>
                <a:gd name="T16" fmla="*/ 338 w 339"/>
                <a:gd name="T17" fmla="*/ 164 h 168"/>
                <a:gd name="T18" fmla="*/ 339 w 339"/>
                <a:gd name="T19" fmla="*/ 164 h 168"/>
                <a:gd name="T20" fmla="*/ 339 w 339"/>
                <a:gd name="T21" fmla="*/ 168 h 168"/>
                <a:gd name="T22" fmla="*/ 339 w 339"/>
                <a:gd name="T23" fmla="*/ 54 h 168"/>
                <a:gd name="T24" fmla="*/ 338 w 339"/>
                <a:gd name="T25" fmla="*/ 54 h 168"/>
                <a:gd name="T26" fmla="*/ 339 w 339"/>
                <a:gd name="T27" fmla="*/ 5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9" h="168">
                  <a:moveTo>
                    <a:pt x="339" y="53"/>
                  </a:moveTo>
                  <a:cubicBezTo>
                    <a:pt x="339" y="24"/>
                    <a:pt x="263" y="0"/>
                    <a:pt x="169" y="0"/>
                  </a:cubicBezTo>
                  <a:cubicBezTo>
                    <a:pt x="76" y="0"/>
                    <a:pt x="0" y="24"/>
                    <a:pt x="0" y="53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37"/>
                    <a:pt x="76" y="115"/>
                    <a:pt x="169" y="115"/>
                  </a:cubicBezTo>
                  <a:cubicBezTo>
                    <a:pt x="263" y="115"/>
                    <a:pt x="339" y="137"/>
                    <a:pt x="339" y="163"/>
                  </a:cubicBezTo>
                  <a:cubicBezTo>
                    <a:pt x="339" y="163"/>
                    <a:pt x="338" y="163"/>
                    <a:pt x="338" y="164"/>
                  </a:cubicBezTo>
                  <a:cubicBezTo>
                    <a:pt x="339" y="164"/>
                    <a:pt x="339" y="164"/>
                    <a:pt x="339" y="164"/>
                  </a:cubicBezTo>
                  <a:cubicBezTo>
                    <a:pt x="339" y="168"/>
                    <a:pt x="339" y="168"/>
                    <a:pt x="339" y="168"/>
                  </a:cubicBezTo>
                  <a:cubicBezTo>
                    <a:pt x="339" y="54"/>
                    <a:pt x="339" y="54"/>
                    <a:pt x="339" y="54"/>
                  </a:cubicBezTo>
                  <a:cubicBezTo>
                    <a:pt x="338" y="54"/>
                    <a:pt x="338" y="54"/>
                    <a:pt x="338" y="54"/>
                  </a:cubicBezTo>
                  <a:cubicBezTo>
                    <a:pt x="338" y="54"/>
                    <a:pt x="339" y="54"/>
                    <a:pt x="339" y="53"/>
                  </a:cubicBez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" name="Rectangle 3176">
              <a:extLst>
                <a:ext uri="{FF2B5EF4-FFF2-40B4-BE49-F238E27FC236}">
                  <a16:creationId xmlns:a16="http://schemas.microsoft.com/office/drawing/2014/main" id="{206BBDD4-EE14-0FB2-62D5-376206645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3643313"/>
              <a:ext cx="774700" cy="260350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" name="Rectangle 3177">
              <a:extLst>
                <a:ext uri="{FF2B5EF4-FFF2-40B4-BE49-F238E27FC236}">
                  <a16:creationId xmlns:a16="http://schemas.microsoft.com/office/drawing/2014/main" id="{23641600-F9A1-13D7-D6A7-C3F779151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3643313"/>
              <a:ext cx="774700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" name="Rectangle 3178">
              <a:extLst>
                <a:ext uri="{FF2B5EF4-FFF2-40B4-BE49-F238E27FC236}">
                  <a16:creationId xmlns:a16="http://schemas.microsoft.com/office/drawing/2014/main" id="{60D2C582-204F-B093-B7C4-DDBBD403C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3651250"/>
              <a:ext cx="225425" cy="15875"/>
            </a:xfrm>
            <a:prstGeom prst="rect">
              <a:avLst/>
            </a:pr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" name="Freeform 3179">
              <a:extLst>
                <a:ext uri="{FF2B5EF4-FFF2-40B4-BE49-F238E27FC236}">
                  <a16:creationId xmlns:a16="http://schemas.microsoft.com/office/drawing/2014/main" id="{3FA54A8B-5336-D346-379E-E974B7C2F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5" y="3343275"/>
              <a:ext cx="917575" cy="187325"/>
            </a:xfrm>
            <a:custGeom>
              <a:avLst/>
              <a:gdLst>
                <a:gd name="T0" fmla="*/ 285 w 578"/>
                <a:gd name="T1" fmla="*/ 0 h 118"/>
                <a:gd name="T2" fmla="*/ 433 w 578"/>
                <a:gd name="T3" fmla="*/ 34 h 118"/>
                <a:gd name="T4" fmla="*/ 578 w 578"/>
                <a:gd name="T5" fmla="*/ 118 h 118"/>
                <a:gd name="T6" fmla="*/ 289 w 578"/>
                <a:gd name="T7" fmla="*/ 118 h 118"/>
                <a:gd name="T8" fmla="*/ 0 w 578"/>
                <a:gd name="T9" fmla="*/ 118 h 118"/>
                <a:gd name="T10" fmla="*/ 145 w 578"/>
                <a:gd name="T11" fmla="*/ 34 h 118"/>
                <a:gd name="T12" fmla="*/ 285 w 578"/>
                <a:gd name="T1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118">
                  <a:moveTo>
                    <a:pt x="285" y="0"/>
                  </a:moveTo>
                  <a:lnTo>
                    <a:pt x="433" y="34"/>
                  </a:lnTo>
                  <a:lnTo>
                    <a:pt x="578" y="118"/>
                  </a:lnTo>
                  <a:lnTo>
                    <a:pt x="289" y="118"/>
                  </a:lnTo>
                  <a:lnTo>
                    <a:pt x="0" y="118"/>
                  </a:lnTo>
                  <a:lnTo>
                    <a:pt x="145" y="3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" name="Freeform 3180">
              <a:extLst>
                <a:ext uri="{FF2B5EF4-FFF2-40B4-BE49-F238E27FC236}">
                  <a16:creationId xmlns:a16="http://schemas.microsoft.com/office/drawing/2014/main" id="{1FAEC1CD-CC37-B919-03C0-574BD951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5" y="3343275"/>
              <a:ext cx="917575" cy="187325"/>
            </a:xfrm>
            <a:custGeom>
              <a:avLst/>
              <a:gdLst>
                <a:gd name="T0" fmla="*/ 285 w 578"/>
                <a:gd name="T1" fmla="*/ 0 h 118"/>
                <a:gd name="T2" fmla="*/ 433 w 578"/>
                <a:gd name="T3" fmla="*/ 34 h 118"/>
                <a:gd name="T4" fmla="*/ 578 w 578"/>
                <a:gd name="T5" fmla="*/ 118 h 118"/>
                <a:gd name="T6" fmla="*/ 289 w 578"/>
                <a:gd name="T7" fmla="*/ 118 h 118"/>
                <a:gd name="T8" fmla="*/ 0 w 578"/>
                <a:gd name="T9" fmla="*/ 118 h 118"/>
                <a:gd name="T10" fmla="*/ 145 w 578"/>
                <a:gd name="T11" fmla="*/ 34 h 118"/>
                <a:gd name="T12" fmla="*/ 285 w 578"/>
                <a:gd name="T1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8" h="118">
                  <a:moveTo>
                    <a:pt x="285" y="0"/>
                  </a:moveTo>
                  <a:lnTo>
                    <a:pt x="433" y="34"/>
                  </a:lnTo>
                  <a:lnTo>
                    <a:pt x="578" y="118"/>
                  </a:lnTo>
                  <a:lnTo>
                    <a:pt x="289" y="118"/>
                  </a:lnTo>
                  <a:lnTo>
                    <a:pt x="0" y="118"/>
                  </a:lnTo>
                  <a:lnTo>
                    <a:pt x="145" y="34"/>
                  </a:lnTo>
                  <a:lnTo>
                    <a:pt x="2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" name="Rectangle 3181">
              <a:extLst>
                <a:ext uri="{FF2B5EF4-FFF2-40B4-BE49-F238E27FC236}">
                  <a16:creationId xmlns:a16="http://schemas.microsoft.com/office/drawing/2014/main" id="{DF0BDD51-B26A-A334-939A-45E8A682A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5" y="3530600"/>
              <a:ext cx="917575" cy="120650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" name="Rectangle 3182">
              <a:extLst>
                <a:ext uri="{FF2B5EF4-FFF2-40B4-BE49-F238E27FC236}">
                  <a16:creationId xmlns:a16="http://schemas.microsoft.com/office/drawing/2014/main" id="{8A335B14-B814-63D6-86F5-C3F7D9231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5" y="3530600"/>
              <a:ext cx="91757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" name="Rectangle 3183">
              <a:extLst>
                <a:ext uri="{FF2B5EF4-FFF2-40B4-BE49-F238E27FC236}">
                  <a16:creationId xmlns:a16="http://schemas.microsoft.com/office/drawing/2014/main" id="{479179A3-805A-20DA-F167-6A90804DE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3713163"/>
              <a:ext cx="274638" cy="184150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" name="Rectangle 3184">
              <a:extLst>
                <a:ext uri="{FF2B5EF4-FFF2-40B4-BE49-F238E27FC236}">
                  <a16:creationId xmlns:a16="http://schemas.microsoft.com/office/drawing/2014/main" id="{8E04BDB9-A604-C025-7C9D-E2D42846F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3713163"/>
              <a:ext cx="2746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" name="Freeform 3185">
              <a:extLst>
                <a:ext uri="{FF2B5EF4-FFF2-40B4-BE49-F238E27FC236}">
                  <a16:creationId xmlns:a16="http://schemas.microsoft.com/office/drawing/2014/main" id="{C215F9D0-817C-DCC6-50BA-114B6AAFA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275" y="3703638"/>
              <a:ext cx="42863" cy="233363"/>
            </a:xfrm>
            <a:custGeom>
              <a:avLst/>
              <a:gdLst>
                <a:gd name="T0" fmla="*/ 52 w 52"/>
                <a:gd name="T1" fmla="*/ 274 h 287"/>
                <a:gd name="T2" fmla="*/ 40 w 52"/>
                <a:gd name="T3" fmla="*/ 287 h 287"/>
                <a:gd name="T4" fmla="*/ 12 w 52"/>
                <a:gd name="T5" fmla="*/ 287 h 287"/>
                <a:gd name="T6" fmla="*/ 0 w 52"/>
                <a:gd name="T7" fmla="*/ 274 h 287"/>
                <a:gd name="T8" fmla="*/ 0 w 52"/>
                <a:gd name="T9" fmla="*/ 12 h 287"/>
                <a:gd name="T10" fmla="*/ 12 w 52"/>
                <a:gd name="T11" fmla="*/ 0 h 287"/>
                <a:gd name="T12" fmla="*/ 40 w 52"/>
                <a:gd name="T13" fmla="*/ 0 h 287"/>
                <a:gd name="T14" fmla="*/ 52 w 52"/>
                <a:gd name="T15" fmla="*/ 12 h 287"/>
                <a:gd name="T16" fmla="*/ 52 w 52"/>
                <a:gd name="T17" fmla="*/ 27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87">
                  <a:moveTo>
                    <a:pt x="52" y="274"/>
                  </a:moveTo>
                  <a:cubicBezTo>
                    <a:pt x="52" y="281"/>
                    <a:pt x="46" y="287"/>
                    <a:pt x="40" y="287"/>
                  </a:cubicBezTo>
                  <a:cubicBezTo>
                    <a:pt x="12" y="287"/>
                    <a:pt x="12" y="287"/>
                    <a:pt x="12" y="287"/>
                  </a:cubicBezTo>
                  <a:cubicBezTo>
                    <a:pt x="5" y="287"/>
                    <a:pt x="0" y="281"/>
                    <a:pt x="0" y="27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6" y="0"/>
                    <a:pt x="52" y="5"/>
                    <a:pt x="52" y="12"/>
                  </a:cubicBezTo>
                  <a:cubicBezTo>
                    <a:pt x="52" y="274"/>
                    <a:pt x="52" y="274"/>
                    <a:pt x="52" y="274"/>
                  </a:cubicBezTo>
                </a:path>
              </a:pathLst>
            </a:custGeom>
            <a:solidFill>
              <a:srgbClr val="E2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" name="Freeform 3186">
              <a:extLst>
                <a:ext uri="{FF2B5EF4-FFF2-40B4-BE49-F238E27FC236}">
                  <a16:creationId xmlns:a16="http://schemas.microsoft.com/office/drawing/2014/main" id="{2A8619F7-969B-EE61-791C-41BDC178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703638"/>
              <a:ext cx="42863" cy="233363"/>
            </a:xfrm>
            <a:custGeom>
              <a:avLst/>
              <a:gdLst>
                <a:gd name="T0" fmla="*/ 52 w 52"/>
                <a:gd name="T1" fmla="*/ 274 h 287"/>
                <a:gd name="T2" fmla="*/ 40 w 52"/>
                <a:gd name="T3" fmla="*/ 287 h 287"/>
                <a:gd name="T4" fmla="*/ 12 w 52"/>
                <a:gd name="T5" fmla="*/ 287 h 287"/>
                <a:gd name="T6" fmla="*/ 0 w 52"/>
                <a:gd name="T7" fmla="*/ 274 h 287"/>
                <a:gd name="T8" fmla="*/ 0 w 52"/>
                <a:gd name="T9" fmla="*/ 12 h 287"/>
                <a:gd name="T10" fmla="*/ 12 w 52"/>
                <a:gd name="T11" fmla="*/ 0 h 287"/>
                <a:gd name="T12" fmla="*/ 40 w 52"/>
                <a:gd name="T13" fmla="*/ 0 h 287"/>
                <a:gd name="T14" fmla="*/ 52 w 52"/>
                <a:gd name="T15" fmla="*/ 12 h 287"/>
                <a:gd name="T16" fmla="*/ 52 w 52"/>
                <a:gd name="T17" fmla="*/ 27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87">
                  <a:moveTo>
                    <a:pt x="52" y="274"/>
                  </a:moveTo>
                  <a:cubicBezTo>
                    <a:pt x="52" y="281"/>
                    <a:pt x="47" y="287"/>
                    <a:pt x="40" y="287"/>
                  </a:cubicBezTo>
                  <a:cubicBezTo>
                    <a:pt x="12" y="287"/>
                    <a:pt x="12" y="287"/>
                    <a:pt x="12" y="287"/>
                  </a:cubicBezTo>
                  <a:cubicBezTo>
                    <a:pt x="6" y="287"/>
                    <a:pt x="0" y="281"/>
                    <a:pt x="0" y="27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7" y="0"/>
                    <a:pt x="52" y="5"/>
                    <a:pt x="52" y="12"/>
                  </a:cubicBezTo>
                  <a:cubicBezTo>
                    <a:pt x="52" y="274"/>
                    <a:pt x="52" y="274"/>
                    <a:pt x="52" y="274"/>
                  </a:cubicBezTo>
                </a:path>
              </a:pathLst>
            </a:custGeom>
            <a:solidFill>
              <a:srgbClr val="E2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" name="Freeform 3187">
              <a:extLst>
                <a:ext uri="{FF2B5EF4-FFF2-40B4-BE49-F238E27FC236}">
                  <a16:creationId xmlns:a16="http://schemas.microsoft.com/office/drawing/2014/main" id="{1926C9B0-154A-EE2A-EF59-06A7BAB5C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3910013"/>
              <a:ext cx="84138" cy="42863"/>
            </a:xfrm>
            <a:custGeom>
              <a:avLst/>
              <a:gdLst>
                <a:gd name="T0" fmla="*/ 51 w 103"/>
                <a:gd name="T1" fmla="*/ 0 h 52"/>
                <a:gd name="T2" fmla="*/ 0 w 103"/>
                <a:gd name="T3" fmla="*/ 52 h 52"/>
                <a:gd name="T4" fmla="*/ 103 w 103"/>
                <a:gd name="T5" fmla="*/ 52 h 52"/>
                <a:gd name="T6" fmla="*/ 51 w 103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52">
                  <a:moveTo>
                    <a:pt x="51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3" y="23"/>
                    <a:pt x="80" y="0"/>
                    <a:pt x="51" y="0"/>
                  </a:cubicBezTo>
                </a:path>
              </a:pathLst>
            </a:cu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" name="Rectangle 3188">
              <a:extLst>
                <a:ext uri="{FF2B5EF4-FFF2-40B4-BE49-F238E27FC236}">
                  <a16:creationId xmlns:a16="http://schemas.microsoft.com/office/drawing/2014/main" id="{09317428-B652-36CC-8CA5-5982A0A1F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988" y="3687763"/>
              <a:ext cx="363538" cy="301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" name="Rectangle 3189">
              <a:extLst>
                <a:ext uri="{FF2B5EF4-FFF2-40B4-BE49-F238E27FC236}">
                  <a16:creationId xmlns:a16="http://schemas.microsoft.com/office/drawing/2014/main" id="{301749D5-C17A-60C6-B705-BAA85161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988" y="3687763"/>
              <a:ext cx="363538" cy="30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" name="Freeform 3190">
              <a:extLst>
                <a:ext uri="{FF2B5EF4-FFF2-40B4-BE49-F238E27FC236}">
                  <a16:creationId xmlns:a16="http://schemas.microsoft.com/office/drawing/2014/main" id="{A30D9603-C5A6-749F-EB6A-26698A5AF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638" y="3910013"/>
              <a:ext cx="82550" cy="42863"/>
            </a:xfrm>
            <a:custGeom>
              <a:avLst/>
              <a:gdLst>
                <a:gd name="T0" fmla="*/ 52 w 103"/>
                <a:gd name="T1" fmla="*/ 0 h 52"/>
                <a:gd name="T2" fmla="*/ 0 w 103"/>
                <a:gd name="T3" fmla="*/ 52 h 52"/>
                <a:gd name="T4" fmla="*/ 103 w 103"/>
                <a:gd name="T5" fmla="*/ 52 h 52"/>
                <a:gd name="T6" fmla="*/ 52 w 103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" h="52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3" y="23"/>
                    <a:pt x="80" y="0"/>
                    <a:pt x="52" y="0"/>
                  </a:cubicBezTo>
                </a:path>
              </a:pathLst>
            </a:cu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" name="Freeform 3191">
              <a:extLst>
                <a:ext uri="{FF2B5EF4-FFF2-40B4-BE49-F238E27FC236}">
                  <a16:creationId xmlns:a16="http://schemas.microsoft.com/office/drawing/2014/main" id="{F96BE3C3-763E-2B26-E17D-B1D6857AA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388" y="3500438"/>
              <a:ext cx="306388" cy="173038"/>
            </a:xfrm>
            <a:custGeom>
              <a:avLst/>
              <a:gdLst>
                <a:gd name="T0" fmla="*/ 189 w 378"/>
                <a:gd name="T1" fmla="*/ 0 h 214"/>
                <a:gd name="T2" fmla="*/ 0 w 378"/>
                <a:gd name="T3" fmla="*/ 214 h 214"/>
                <a:gd name="T4" fmla="*/ 378 w 378"/>
                <a:gd name="T5" fmla="*/ 214 h 214"/>
                <a:gd name="T6" fmla="*/ 189 w 378"/>
                <a:gd name="T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214">
                  <a:moveTo>
                    <a:pt x="189" y="0"/>
                  </a:moveTo>
                  <a:cubicBezTo>
                    <a:pt x="85" y="0"/>
                    <a:pt x="0" y="96"/>
                    <a:pt x="0" y="214"/>
                  </a:cubicBezTo>
                  <a:cubicBezTo>
                    <a:pt x="378" y="214"/>
                    <a:pt x="378" y="214"/>
                    <a:pt x="378" y="214"/>
                  </a:cubicBezTo>
                  <a:cubicBezTo>
                    <a:pt x="378" y="96"/>
                    <a:pt x="293" y="0"/>
                    <a:pt x="189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" name="Rectangle 3192">
              <a:extLst>
                <a:ext uri="{FF2B5EF4-FFF2-40B4-BE49-F238E27FC236}">
                  <a16:creationId xmlns:a16="http://schemas.microsoft.com/office/drawing/2014/main" id="{C7EFA06D-71E6-32EE-23FB-8FC39202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897313"/>
              <a:ext cx="247650" cy="12700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" name="Rectangle 3193">
              <a:extLst>
                <a:ext uri="{FF2B5EF4-FFF2-40B4-BE49-F238E27FC236}">
                  <a16:creationId xmlns:a16="http://schemas.microsoft.com/office/drawing/2014/main" id="{682A9370-E3C4-A007-0229-5F581E528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897313"/>
              <a:ext cx="247650" cy="1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" name="Rectangle 3194">
              <a:extLst>
                <a:ext uri="{FF2B5EF4-FFF2-40B4-BE49-F238E27FC236}">
                  <a16:creationId xmlns:a16="http://schemas.microsoft.com/office/drawing/2014/main" id="{266FE56B-9E02-279D-A0A2-F28A30091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10013"/>
              <a:ext cx="247650" cy="14288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5" name="Rectangle 3195">
              <a:extLst>
                <a:ext uri="{FF2B5EF4-FFF2-40B4-BE49-F238E27FC236}">
                  <a16:creationId xmlns:a16="http://schemas.microsoft.com/office/drawing/2014/main" id="{14A3AF39-03AF-F18E-D6A6-3EDC81FD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10013"/>
              <a:ext cx="247650" cy="14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" name="Rectangle 3196">
              <a:extLst>
                <a:ext uri="{FF2B5EF4-FFF2-40B4-BE49-F238E27FC236}">
                  <a16:creationId xmlns:a16="http://schemas.microsoft.com/office/drawing/2014/main" id="{D4F039F3-0213-CFAE-C8FC-A43F57DE0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22713"/>
              <a:ext cx="117475" cy="1588"/>
            </a:xfrm>
            <a:prstGeom prst="rect">
              <a:avLst/>
            </a:pr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" name="Rectangle 3197">
              <a:extLst>
                <a:ext uri="{FF2B5EF4-FFF2-40B4-BE49-F238E27FC236}">
                  <a16:creationId xmlns:a16="http://schemas.microsoft.com/office/drawing/2014/main" id="{E7570D4B-6101-DADB-B1E9-542C1E0CA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3922713"/>
              <a:ext cx="117475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" name="Rectangle 3198">
              <a:extLst>
                <a:ext uri="{FF2B5EF4-FFF2-40B4-BE49-F238E27FC236}">
                  <a16:creationId xmlns:a16="http://schemas.microsoft.com/office/drawing/2014/main" id="{56DD115B-160F-82C9-1F48-D8E6CA564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24300"/>
              <a:ext cx="268288" cy="14288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9" name="Rectangle 3199">
              <a:extLst>
                <a:ext uri="{FF2B5EF4-FFF2-40B4-BE49-F238E27FC236}">
                  <a16:creationId xmlns:a16="http://schemas.microsoft.com/office/drawing/2014/main" id="{CA51F925-F360-2120-390C-9C20E723F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24300"/>
              <a:ext cx="268288" cy="14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0" name="Rectangle 3200">
              <a:extLst>
                <a:ext uri="{FF2B5EF4-FFF2-40B4-BE49-F238E27FC236}">
                  <a16:creationId xmlns:a16="http://schemas.microsoft.com/office/drawing/2014/main" id="{96C9B4D6-2EE1-E9E4-8FDD-D7CC861EC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37000"/>
              <a:ext cx="128588" cy="1588"/>
            </a:xfrm>
            <a:prstGeom prst="rect">
              <a:avLst/>
            </a:pr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1" name="Rectangle 3201">
              <a:extLst>
                <a:ext uri="{FF2B5EF4-FFF2-40B4-BE49-F238E27FC236}">
                  <a16:creationId xmlns:a16="http://schemas.microsoft.com/office/drawing/2014/main" id="{CCCBBBB2-8543-BDFF-E550-A0CB27973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025" y="3937000"/>
              <a:ext cx="128588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2" name="Rectangle 3202">
              <a:extLst>
                <a:ext uri="{FF2B5EF4-FFF2-40B4-BE49-F238E27FC236}">
                  <a16:creationId xmlns:a16="http://schemas.microsoft.com/office/drawing/2014/main" id="{FFACF557-434D-B0FA-C1DB-2E1ECDF75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3938588"/>
              <a:ext cx="296863" cy="15875"/>
            </a:xfrm>
            <a:prstGeom prst="rect">
              <a:avLst/>
            </a:pr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3" name="Rectangle 3203">
              <a:extLst>
                <a:ext uri="{FF2B5EF4-FFF2-40B4-BE49-F238E27FC236}">
                  <a16:creationId xmlns:a16="http://schemas.microsoft.com/office/drawing/2014/main" id="{F34D0252-51CA-71AF-D613-A71E54A23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3938588"/>
              <a:ext cx="296863" cy="1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4" name="Rectangle 3204">
              <a:extLst>
                <a:ext uri="{FF2B5EF4-FFF2-40B4-BE49-F238E27FC236}">
                  <a16:creationId xmlns:a16="http://schemas.microsoft.com/office/drawing/2014/main" id="{4CB21897-EF22-BD65-EB9E-7590CC9EC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188" y="3735388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5" name="Rectangle 3205">
              <a:extLst>
                <a:ext uri="{FF2B5EF4-FFF2-40B4-BE49-F238E27FC236}">
                  <a16:creationId xmlns:a16="http://schemas.microsoft.com/office/drawing/2014/main" id="{C91DCEB6-1265-5F28-3DDF-0EC84AE64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538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6" name="Rectangle 3206">
              <a:extLst>
                <a:ext uri="{FF2B5EF4-FFF2-40B4-BE49-F238E27FC236}">
                  <a16:creationId xmlns:a16="http://schemas.microsoft.com/office/drawing/2014/main" id="{8138DD92-D8F2-8449-CF1B-975BA811E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613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7" name="Rectangle 3207">
              <a:extLst>
                <a:ext uri="{FF2B5EF4-FFF2-40B4-BE49-F238E27FC236}">
                  <a16:creationId xmlns:a16="http://schemas.microsoft.com/office/drawing/2014/main" id="{E3313156-A303-7A0C-E134-B63CFC61E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8" name="Rectangle 3208">
              <a:extLst>
                <a:ext uri="{FF2B5EF4-FFF2-40B4-BE49-F238E27FC236}">
                  <a16:creationId xmlns:a16="http://schemas.microsoft.com/office/drawing/2014/main" id="{9E7B9330-1FB1-737C-E781-D8FA132C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9" name="Rectangle 3209">
              <a:extLst>
                <a:ext uri="{FF2B5EF4-FFF2-40B4-BE49-F238E27FC236}">
                  <a16:creationId xmlns:a16="http://schemas.microsoft.com/office/drawing/2014/main" id="{49DF7EF0-D0CE-2EDB-212F-47A9CFF79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0" name="Rectangle 3210">
              <a:extLst>
                <a:ext uri="{FF2B5EF4-FFF2-40B4-BE49-F238E27FC236}">
                  <a16:creationId xmlns:a16="http://schemas.microsoft.com/office/drawing/2014/main" id="{B7BF308B-693A-B3E3-44DA-CDAE86949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1" name="Rectangle 3211">
              <a:extLst>
                <a:ext uri="{FF2B5EF4-FFF2-40B4-BE49-F238E27FC236}">
                  <a16:creationId xmlns:a16="http://schemas.microsoft.com/office/drawing/2014/main" id="{C8720675-D859-4678-29D1-EBBE2FB11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513" y="3732213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2" name="Rectangle 3212">
              <a:extLst>
                <a:ext uri="{FF2B5EF4-FFF2-40B4-BE49-F238E27FC236}">
                  <a16:creationId xmlns:a16="http://schemas.microsoft.com/office/drawing/2014/main" id="{60C1A0DB-AB8B-D7C7-F300-01787326B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3" name="Rectangle 3213">
              <a:extLst>
                <a:ext uri="{FF2B5EF4-FFF2-40B4-BE49-F238E27FC236}">
                  <a16:creationId xmlns:a16="http://schemas.microsoft.com/office/drawing/2014/main" id="{C52EA127-575A-1F6F-D3AE-B1071339B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4" name="Rectangle 3214">
              <a:extLst>
                <a:ext uri="{FF2B5EF4-FFF2-40B4-BE49-F238E27FC236}">
                  <a16:creationId xmlns:a16="http://schemas.microsoft.com/office/drawing/2014/main" id="{668A5207-DF58-02AB-D3AD-726D32B0C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solidFill>
              <a:srgbClr val="8287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5" name="Rectangle 3215">
              <a:extLst>
                <a:ext uri="{FF2B5EF4-FFF2-40B4-BE49-F238E27FC236}">
                  <a16:creationId xmlns:a16="http://schemas.microsoft.com/office/drawing/2014/main" id="{379327AD-3B41-31F9-42AD-C8FC51D71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6" name="Freeform 3216">
              <a:extLst>
                <a:ext uri="{FF2B5EF4-FFF2-40B4-BE49-F238E27FC236}">
                  <a16:creationId xmlns:a16="http://schemas.microsoft.com/office/drawing/2014/main" id="{9268129F-5FA8-7DFA-C2E1-C587A4E1B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413" y="3505200"/>
              <a:ext cx="420688" cy="188913"/>
            </a:xfrm>
            <a:custGeom>
              <a:avLst/>
              <a:gdLst>
                <a:gd name="T0" fmla="*/ 133 w 265"/>
                <a:gd name="T1" fmla="*/ 0 h 119"/>
                <a:gd name="T2" fmla="*/ 199 w 265"/>
                <a:gd name="T3" fmla="*/ 59 h 119"/>
                <a:gd name="T4" fmla="*/ 265 w 265"/>
                <a:gd name="T5" fmla="*/ 119 h 119"/>
                <a:gd name="T6" fmla="*/ 133 w 265"/>
                <a:gd name="T7" fmla="*/ 119 h 119"/>
                <a:gd name="T8" fmla="*/ 0 w 265"/>
                <a:gd name="T9" fmla="*/ 119 h 119"/>
                <a:gd name="T10" fmla="*/ 66 w 265"/>
                <a:gd name="T11" fmla="*/ 59 h 119"/>
                <a:gd name="T12" fmla="*/ 133 w 265"/>
                <a:gd name="T1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119">
                  <a:moveTo>
                    <a:pt x="133" y="0"/>
                  </a:moveTo>
                  <a:lnTo>
                    <a:pt x="199" y="59"/>
                  </a:lnTo>
                  <a:lnTo>
                    <a:pt x="265" y="119"/>
                  </a:lnTo>
                  <a:lnTo>
                    <a:pt x="133" y="119"/>
                  </a:lnTo>
                  <a:lnTo>
                    <a:pt x="0" y="119"/>
                  </a:lnTo>
                  <a:lnTo>
                    <a:pt x="66" y="59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7" name="Freeform 3217">
              <a:extLst>
                <a:ext uri="{FF2B5EF4-FFF2-40B4-BE49-F238E27FC236}">
                  <a16:creationId xmlns:a16="http://schemas.microsoft.com/office/drawing/2014/main" id="{DEE7A098-5C66-2243-F119-CAB574A38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413" y="3505200"/>
              <a:ext cx="420688" cy="188913"/>
            </a:xfrm>
            <a:custGeom>
              <a:avLst/>
              <a:gdLst>
                <a:gd name="T0" fmla="*/ 133 w 265"/>
                <a:gd name="T1" fmla="*/ 0 h 119"/>
                <a:gd name="T2" fmla="*/ 199 w 265"/>
                <a:gd name="T3" fmla="*/ 59 h 119"/>
                <a:gd name="T4" fmla="*/ 265 w 265"/>
                <a:gd name="T5" fmla="*/ 119 h 119"/>
                <a:gd name="T6" fmla="*/ 133 w 265"/>
                <a:gd name="T7" fmla="*/ 119 h 119"/>
                <a:gd name="T8" fmla="*/ 0 w 265"/>
                <a:gd name="T9" fmla="*/ 119 h 119"/>
                <a:gd name="T10" fmla="*/ 66 w 265"/>
                <a:gd name="T11" fmla="*/ 59 h 119"/>
                <a:gd name="T12" fmla="*/ 133 w 265"/>
                <a:gd name="T1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119">
                  <a:moveTo>
                    <a:pt x="133" y="0"/>
                  </a:moveTo>
                  <a:lnTo>
                    <a:pt x="199" y="59"/>
                  </a:lnTo>
                  <a:lnTo>
                    <a:pt x="265" y="119"/>
                  </a:lnTo>
                  <a:lnTo>
                    <a:pt x="133" y="119"/>
                  </a:lnTo>
                  <a:lnTo>
                    <a:pt x="0" y="119"/>
                  </a:lnTo>
                  <a:lnTo>
                    <a:pt x="66" y="59"/>
                  </a:lnTo>
                  <a:lnTo>
                    <a:pt x="1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8" name="Freeform 3218">
              <a:extLst>
                <a:ext uri="{FF2B5EF4-FFF2-40B4-BE49-F238E27FC236}">
                  <a16:creationId xmlns:a16="http://schemas.microsoft.com/office/drawing/2014/main" id="{BA173EBE-94D6-A2AE-0469-63034C280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925" y="3521075"/>
              <a:ext cx="347663" cy="157163"/>
            </a:xfrm>
            <a:custGeom>
              <a:avLst/>
              <a:gdLst>
                <a:gd name="T0" fmla="*/ 110 w 219"/>
                <a:gd name="T1" fmla="*/ 0 h 99"/>
                <a:gd name="T2" fmla="*/ 165 w 219"/>
                <a:gd name="T3" fmla="*/ 49 h 99"/>
                <a:gd name="T4" fmla="*/ 219 w 219"/>
                <a:gd name="T5" fmla="*/ 99 h 99"/>
                <a:gd name="T6" fmla="*/ 110 w 219"/>
                <a:gd name="T7" fmla="*/ 99 h 99"/>
                <a:gd name="T8" fmla="*/ 0 w 219"/>
                <a:gd name="T9" fmla="*/ 99 h 99"/>
                <a:gd name="T10" fmla="*/ 55 w 219"/>
                <a:gd name="T11" fmla="*/ 49 h 99"/>
                <a:gd name="T12" fmla="*/ 110 w 219"/>
                <a:gd name="T13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" h="99">
                  <a:moveTo>
                    <a:pt x="110" y="0"/>
                  </a:moveTo>
                  <a:lnTo>
                    <a:pt x="165" y="49"/>
                  </a:lnTo>
                  <a:lnTo>
                    <a:pt x="219" y="99"/>
                  </a:lnTo>
                  <a:lnTo>
                    <a:pt x="110" y="99"/>
                  </a:lnTo>
                  <a:lnTo>
                    <a:pt x="0" y="99"/>
                  </a:lnTo>
                  <a:lnTo>
                    <a:pt x="55" y="49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9" name="Freeform 3219">
              <a:extLst>
                <a:ext uri="{FF2B5EF4-FFF2-40B4-BE49-F238E27FC236}">
                  <a16:creationId xmlns:a16="http://schemas.microsoft.com/office/drawing/2014/main" id="{49C3971F-F11A-1A40-C1A6-BD6EBB6D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925" y="3521075"/>
              <a:ext cx="347663" cy="157163"/>
            </a:xfrm>
            <a:custGeom>
              <a:avLst/>
              <a:gdLst>
                <a:gd name="T0" fmla="*/ 110 w 219"/>
                <a:gd name="T1" fmla="*/ 0 h 99"/>
                <a:gd name="T2" fmla="*/ 165 w 219"/>
                <a:gd name="T3" fmla="*/ 49 h 99"/>
                <a:gd name="T4" fmla="*/ 219 w 219"/>
                <a:gd name="T5" fmla="*/ 99 h 99"/>
                <a:gd name="T6" fmla="*/ 110 w 219"/>
                <a:gd name="T7" fmla="*/ 99 h 99"/>
                <a:gd name="T8" fmla="*/ 0 w 219"/>
                <a:gd name="T9" fmla="*/ 99 h 99"/>
                <a:gd name="T10" fmla="*/ 55 w 219"/>
                <a:gd name="T11" fmla="*/ 49 h 99"/>
                <a:gd name="T12" fmla="*/ 110 w 219"/>
                <a:gd name="T13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" h="99">
                  <a:moveTo>
                    <a:pt x="110" y="0"/>
                  </a:moveTo>
                  <a:lnTo>
                    <a:pt x="165" y="49"/>
                  </a:lnTo>
                  <a:lnTo>
                    <a:pt x="219" y="99"/>
                  </a:lnTo>
                  <a:lnTo>
                    <a:pt x="110" y="99"/>
                  </a:lnTo>
                  <a:lnTo>
                    <a:pt x="0" y="99"/>
                  </a:lnTo>
                  <a:lnTo>
                    <a:pt x="55" y="49"/>
                  </a:lnTo>
                  <a:lnTo>
                    <a:pt x="1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0" name="Freeform 3221">
              <a:extLst>
                <a:ext uri="{FF2B5EF4-FFF2-40B4-BE49-F238E27FC236}">
                  <a16:creationId xmlns:a16="http://schemas.microsoft.com/office/drawing/2014/main" id="{F73DD17B-EE40-5D4E-F566-7ABFF29BA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263" y="3536951"/>
              <a:ext cx="280988" cy="125413"/>
            </a:xfrm>
            <a:custGeom>
              <a:avLst/>
              <a:gdLst>
                <a:gd name="T0" fmla="*/ 89 w 177"/>
                <a:gd name="T1" fmla="*/ 0 h 79"/>
                <a:gd name="T2" fmla="*/ 133 w 177"/>
                <a:gd name="T3" fmla="*/ 39 h 79"/>
                <a:gd name="T4" fmla="*/ 177 w 177"/>
                <a:gd name="T5" fmla="*/ 79 h 79"/>
                <a:gd name="T6" fmla="*/ 89 w 177"/>
                <a:gd name="T7" fmla="*/ 79 h 79"/>
                <a:gd name="T8" fmla="*/ 0 w 177"/>
                <a:gd name="T9" fmla="*/ 79 h 79"/>
                <a:gd name="T10" fmla="*/ 44 w 177"/>
                <a:gd name="T11" fmla="*/ 39 h 79"/>
                <a:gd name="T12" fmla="*/ 89 w 177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79">
                  <a:moveTo>
                    <a:pt x="89" y="0"/>
                  </a:moveTo>
                  <a:lnTo>
                    <a:pt x="133" y="39"/>
                  </a:lnTo>
                  <a:lnTo>
                    <a:pt x="177" y="79"/>
                  </a:lnTo>
                  <a:lnTo>
                    <a:pt x="89" y="79"/>
                  </a:lnTo>
                  <a:lnTo>
                    <a:pt x="0" y="79"/>
                  </a:lnTo>
                  <a:lnTo>
                    <a:pt x="44" y="3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1" name="Freeform 3222">
              <a:extLst>
                <a:ext uri="{FF2B5EF4-FFF2-40B4-BE49-F238E27FC236}">
                  <a16:creationId xmlns:a16="http://schemas.microsoft.com/office/drawing/2014/main" id="{153A2A92-B0B6-FF80-5846-B271A792A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263" y="3536951"/>
              <a:ext cx="280988" cy="125413"/>
            </a:xfrm>
            <a:custGeom>
              <a:avLst/>
              <a:gdLst>
                <a:gd name="T0" fmla="*/ 89 w 177"/>
                <a:gd name="T1" fmla="*/ 0 h 79"/>
                <a:gd name="T2" fmla="*/ 133 w 177"/>
                <a:gd name="T3" fmla="*/ 39 h 79"/>
                <a:gd name="T4" fmla="*/ 177 w 177"/>
                <a:gd name="T5" fmla="*/ 79 h 79"/>
                <a:gd name="T6" fmla="*/ 89 w 177"/>
                <a:gd name="T7" fmla="*/ 79 h 79"/>
                <a:gd name="T8" fmla="*/ 0 w 177"/>
                <a:gd name="T9" fmla="*/ 79 h 79"/>
                <a:gd name="T10" fmla="*/ 44 w 177"/>
                <a:gd name="T11" fmla="*/ 39 h 79"/>
                <a:gd name="T12" fmla="*/ 89 w 177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79">
                  <a:moveTo>
                    <a:pt x="89" y="0"/>
                  </a:moveTo>
                  <a:lnTo>
                    <a:pt x="133" y="39"/>
                  </a:lnTo>
                  <a:lnTo>
                    <a:pt x="177" y="79"/>
                  </a:lnTo>
                  <a:lnTo>
                    <a:pt x="89" y="79"/>
                  </a:lnTo>
                  <a:lnTo>
                    <a:pt x="0" y="79"/>
                  </a:lnTo>
                  <a:lnTo>
                    <a:pt x="44" y="39"/>
                  </a:lnTo>
                  <a:lnTo>
                    <a:pt x="8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2" name="Freeform 3223">
              <a:extLst>
                <a:ext uri="{FF2B5EF4-FFF2-40B4-BE49-F238E27FC236}">
                  <a16:creationId xmlns:a16="http://schemas.microsoft.com/office/drawing/2014/main" id="{197B052E-B415-9DF1-1099-0162E04EE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3608388"/>
              <a:ext cx="15875" cy="22225"/>
            </a:xfrm>
            <a:custGeom>
              <a:avLst/>
              <a:gdLst>
                <a:gd name="T0" fmla="*/ 3 w 20"/>
                <a:gd name="T1" fmla="*/ 0 h 27"/>
                <a:gd name="T2" fmla="*/ 3 w 20"/>
                <a:gd name="T3" fmla="*/ 16 h 27"/>
                <a:gd name="T4" fmla="*/ 9 w 20"/>
                <a:gd name="T5" fmla="*/ 24 h 27"/>
                <a:gd name="T6" fmla="*/ 16 w 20"/>
                <a:gd name="T7" fmla="*/ 16 h 27"/>
                <a:gd name="T8" fmla="*/ 16 w 20"/>
                <a:gd name="T9" fmla="*/ 0 h 27"/>
                <a:gd name="T10" fmla="*/ 20 w 20"/>
                <a:gd name="T11" fmla="*/ 0 h 27"/>
                <a:gd name="T12" fmla="*/ 20 w 20"/>
                <a:gd name="T13" fmla="*/ 15 h 27"/>
                <a:gd name="T14" fmla="*/ 9 w 20"/>
                <a:gd name="T15" fmla="*/ 27 h 27"/>
                <a:gd name="T16" fmla="*/ 0 w 20"/>
                <a:gd name="T17" fmla="*/ 16 h 27"/>
                <a:gd name="T18" fmla="*/ 0 w 20"/>
                <a:gd name="T19" fmla="*/ 0 h 27"/>
                <a:gd name="T20" fmla="*/ 3 w 20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7">
                  <a:moveTo>
                    <a:pt x="3" y="0"/>
                  </a:moveTo>
                  <a:cubicBezTo>
                    <a:pt x="3" y="16"/>
                    <a:pt x="3" y="16"/>
                    <a:pt x="3" y="16"/>
                  </a:cubicBezTo>
                  <a:cubicBezTo>
                    <a:pt x="3" y="22"/>
                    <a:pt x="6" y="24"/>
                    <a:pt x="9" y="24"/>
                  </a:cubicBezTo>
                  <a:cubicBezTo>
                    <a:pt x="14" y="24"/>
                    <a:pt x="16" y="22"/>
                    <a:pt x="16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24"/>
                    <a:pt x="15" y="27"/>
                    <a:pt x="9" y="27"/>
                  </a:cubicBezTo>
                  <a:cubicBezTo>
                    <a:pt x="4" y="27"/>
                    <a:pt x="0" y="24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3" name="Freeform 3224">
              <a:extLst>
                <a:ext uri="{FF2B5EF4-FFF2-40B4-BE49-F238E27FC236}">
                  <a16:creationId xmlns:a16="http://schemas.microsoft.com/office/drawing/2014/main" id="{8EB34B92-178D-AC15-34CC-32E79242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4925" y="3614738"/>
              <a:ext cx="12700" cy="15875"/>
            </a:xfrm>
            <a:custGeom>
              <a:avLst/>
              <a:gdLst>
                <a:gd name="T0" fmla="*/ 0 w 16"/>
                <a:gd name="T1" fmla="*/ 6 h 20"/>
                <a:gd name="T2" fmla="*/ 0 w 16"/>
                <a:gd name="T3" fmla="*/ 0 h 20"/>
                <a:gd name="T4" fmla="*/ 3 w 16"/>
                <a:gd name="T5" fmla="*/ 0 h 20"/>
                <a:gd name="T6" fmla="*/ 3 w 16"/>
                <a:gd name="T7" fmla="*/ 3 h 20"/>
                <a:gd name="T8" fmla="*/ 3 w 16"/>
                <a:gd name="T9" fmla="*/ 3 h 20"/>
                <a:gd name="T10" fmla="*/ 10 w 16"/>
                <a:gd name="T11" fmla="*/ 0 h 20"/>
                <a:gd name="T12" fmla="*/ 16 w 16"/>
                <a:gd name="T13" fmla="*/ 8 h 20"/>
                <a:gd name="T14" fmla="*/ 16 w 16"/>
                <a:gd name="T15" fmla="*/ 20 h 20"/>
                <a:gd name="T16" fmla="*/ 13 w 16"/>
                <a:gd name="T17" fmla="*/ 20 h 20"/>
                <a:gd name="T18" fmla="*/ 13 w 16"/>
                <a:gd name="T19" fmla="*/ 9 h 20"/>
                <a:gd name="T20" fmla="*/ 8 w 16"/>
                <a:gd name="T21" fmla="*/ 3 h 20"/>
                <a:gd name="T22" fmla="*/ 4 w 16"/>
                <a:gd name="T23" fmla="*/ 6 h 20"/>
                <a:gd name="T24" fmla="*/ 3 w 16"/>
                <a:gd name="T25" fmla="*/ 8 h 20"/>
                <a:gd name="T26" fmla="*/ 3 w 16"/>
                <a:gd name="T27" fmla="*/ 20 h 20"/>
                <a:gd name="T28" fmla="*/ 0 w 16"/>
                <a:gd name="T29" fmla="*/ 20 h 20"/>
                <a:gd name="T30" fmla="*/ 0 w 16"/>
                <a:gd name="T31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0" y="6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2"/>
                    <a:pt x="6" y="0"/>
                    <a:pt x="10" y="0"/>
                  </a:cubicBezTo>
                  <a:cubicBezTo>
                    <a:pt x="12" y="0"/>
                    <a:pt x="16" y="1"/>
                    <a:pt x="16" y="8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5"/>
                    <a:pt x="12" y="3"/>
                    <a:pt x="8" y="3"/>
                  </a:cubicBezTo>
                  <a:cubicBezTo>
                    <a:pt x="6" y="3"/>
                    <a:pt x="4" y="4"/>
                    <a:pt x="4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0" y="20"/>
                    <a:pt x="0" y="20"/>
                    <a:pt x="0" y="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4" name="Freeform 3225">
              <a:extLst>
                <a:ext uri="{FF2B5EF4-FFF2-40B4-BE49-F238E27FC236}">
                  <a16:creationId xmlns:a16="http://schemas.microsoft.com/office/drawing/2014/main" id="{3D4F3394-319F-D7A3-B809-D926F3072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2388" y="3608388"/>
              <a:ext cx="4763" cy="22225"/>
            </a:xfrm>
            <a:custGeom>
              <a:avLst/>
              <a:gdLst>
                <a:gd name="T0" fmla="*/ 4 w 4"/>
                <a:gd name="T1" fmla="*/ 3 h 28"/>
                <a:gd name="T2" fmla="*/ 2 w 4"/>
                <a:gd name="T3" fmla="*/ 5 h 28"/>
                <a:gd name="T4" fmla="*/ 0 w 4"/>
                <a:gd name="T5" fmla="*/ 3 h 28"/>
                <a:gd name="T6" fmla="*/ 2 w 4"/>
                <a:gd name="T7" fmla="*/ 0 h 28"/>
                <a:gd name="T8" fmla="*/ 4 w 4"/>
                <a:gd name="T9" fmla="*/ 3 h 28"/>
                <a:gd name="T10" fmla="*/ 0 w 4"/>
                <a:gd name="T11" fmla="*/ 28 h 28"/>
                <a:gd name="T12" fmla="*/ 0 w 4"/>
                <a:gd name="T13" fmla="*/ 8 h 28"/>
                <a:gd name="T14" fmla="*/ 4 w 4"/>
                <a:gd name="T15" fmla="*/ 8 h 28"/>
                <a:gd name="T16" fmla="*/ 4 w 4"/>
                <a:gd name="T17" fmla="*/ 28 h 28"/>
                <a:gd name="T18" fmla="*/ 0 w 4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28">
                  <a:moveTo>
                    <a:pt x="4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lose/>
                  <a:moveTo>
                    <a:pt x="0" y="2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28"/>
                    <a:pt x="4" y="28"/>
                    <a:pt x="4" y="28"/>
                  </a:cubicBezTo>
                  <a:lnTo>
                    <a:pt x="0" y="28"/>
                  </a:lnTo>
                  <a:close/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5" name="Freeform 3226">
              <a:extLst>
                <a:ext uri="{FF2B5EF4-FFF2-40B4-BE49-F238E27FC236}">
                  <a16:creationId xmlns:a16="http://schemas.microsoft.com/office/drawing/2014/main" id="{C5C409C1-0E88-A3E8-1E5C-B0F88ADB9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738" y="3614738"/>
              <a:ext cx="15875" cy="15875"/>
            </a:xfrm>
            <a:custGeom>
              <a:avLst/>
              <a:gdLst>
                <a:gd name="T0" fmla="*/ 4 w 19"/>
                <a:gd name="T1" fmla="*/ 0 h 20"/>
                <a:gd name="T2" fmla="*/ 8 w 19"/>
                <a:gd name="T3" fmla="*/ 11 h 20"/>
                <a:gd name="T4" fmla="*/ 10 w 19"/>
                <a:gd name="T5" fmla="*/ 16 h 20"/>
                <a:gd name="T6" fmla="*/ 10 w 19"/>
                <a:gd name="T7" fmla="*/ 16 h 20"/>
                <a:gd name="T8" fmla="*/ 11 w 19"/>
                <a:gd name="T9" fmla="*/ 11 h 20"/>
                <a:gd name="T10" fmla="*/ 15 w 19"/>
                <a:gd name="T11" fmla="*/ 0 h 20"/>
                <a:gd name="T12" fmla="*/ 19 w 19"/>
                <a:gd name="T13" fmla="*/ 0 h 20"/>
                <a:gd name="T14" fmla="*/ 11 w 19"/>
                <a:gd name="T15" fmla="*/ 20 h 20"/>
                <a:gd name="T16" fmla="*/ 8 w 19"/>
                <a:gd name="T17" fmla="*/ 20 h 20"/>
                <a:gd name="T18" fmla="*/ 0 w 19"/>
                <a:gd name="T19" fmla="*/ 0 h 20"/>
                <a:gd name="T20" fmla="*/ 4 w 19"/>
                <a:gd name="T2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20">
                  <a:moveTo>
                    <a:pt x="4" y="0"/>
                  </a:moveTo>
                  <a:cubicBezTo>
                    <a:pt x="8" y="11"/>
                    <a:pt x="8" y="11"/>
                    <a:pt x="8" y="11"/>
                  </a:cubicBezTo>
                  <a:cubicBezTo>
                    <a:pt x="9" y="13"/>
                    <a:pt x="9" y="15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11" y="13"/>
                    <a:pt x="11" y="1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6" name="Freeform 3227">
              <a:extLst>
                <a:ext uri="{FF2B5EF4-FFF2-40B4-BE49-F238E27FC236}">
                  <a16:creationId xmlns:a16="http://schemas.microsoft.com/office/drawing/2014/main" id="{5719A40F-BA93-4EF9-8530-EA56A9400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200" y="3614738"/>
              <a:ext cx="12700" cy="15875"/>
            </a:xfrm>
            <a:custGeom>
              <a:avLst/>
              <a:gdLst>
                <a:gd name="T0" fmla="*/ 3 w 17"/>
                <a:gd name="T1" fmla="*/ 11 h 20"/>
                <a:gd name="T2" fmla="*/ 10 w 17"/>
                <a:gd name="T3" fmla="*/ 18 h 20"/>
                <a:gd name="T4" fmla="*/ 15 w 17"/>
                <a:gd name="T5" fmla="*/ 17 h 20"/>
                <a:gd name="T6" fmla="*/ 16 w 17"/>
                <a:gd name="T7" fmla="*/ 19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9 h 20"/>
                <a:gd name="T16" fmla="*/ 17 w 17"/>
                <a:gd name="T17" fmla="*/ 11 h 20"/>
                <a:gd name="T18" fmla="*/ 3 w 17"/>
                <a:gd name="T19" fmla="*/ 11 h 20"/>
                <a:gd name="T20" fmla="*/ 13 w 17"/>
                <a:gd name="T21" fmla="*/ 8 h 20"/>
                <a:gd name="T22" fmla="*/ 8 w 17"/>
                <a:gd name="T23" fmla="*/ 2 h 20"/>
                <a:gd name="T24" fmla="*/ 3 w 17"/>
                <a:gd name="T25" fmla="*/ 8 h 20"/>
                <a:gd name="T26" fmla="*/ 13 w 17"/>
                <a:gd name="T27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20">
                  <a:moveTo>
                    <a:pt x="3" y="11"/>
                  </a:moveTo>
                  <a:cubicBezTo>
                    <a:pt x="3" y="16"/>
                    <a:pt x="6" y="18"/>
                    <a:pt x="10" y="18"/>
                  </a:cubicBezTo>
                  <a:cubicBezTo>
                    <a:pt x="12" y="18"/>
                    <a:pt x="14" y="17"/>
                    <a:pt x="15" y="1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4" y="20"/>
                    <a:pt x="12" y="20"/>
                    <a:pt x="9" y="20"/>
                  </a:cubicBezTo>
                  <a:cubicBezTo>
                    <a:pt x="3" y="20"/>
                    <a:pt x="0" y="16"/>
                    <a:pt x="0" y="10"/>
                  </a:cubicBezTo>
                  <a:cubicBezTo>
                    <a:pt x="0" y="4"/>
                    <a:pt x="3" y="0"/>
                    <a:pt x="9" y="0"/>
                  </a:cubicBezTo>
                  <a:cubicBezTo>
                    <a:pt x="15" y="0"/>
                    <a:pt x="17" y="5"/>
                    <a:pt x="17" y="9"/>
                  </a:cubicBezTo>
                  <a:cubicBezTo>
                    <a:pt x="17" y="10"/>
                    <a:pt x="17" y="10"/>
                    <a:pt x="17" y="11"/>
                  </a:cubicBezTo>
                  <a:cubicBezTo>
                    <a:pt x="3" y="11"/>
                    <a:pt x="3" y="11"/>
                    <a:pt x="3" y="11"/>
                  </a:cubicBezTo>
                  <a:moveTo>
                    <a:pt x="13" y="8"/>
                  </a:moveTo>
                  <a:cubicBezTo>
                    <a:pt x="13" y="6"/>
                    <a:pt x="12" y="2"/>
                    <a:pt x="8" y="2"/>
                  </a:cubicBezTo>
                  <a:cubicBezTo>
                    <a:pt x="5" y="2"/>
                    <a:pt x="3" y="6"/>
                    <a:pt x="3" y="8"/>
                  </a:cubicBezTo>
                  <a:cubicBezTo>
                    <a:pt x="13" y="8"/>
                    <a:pt x="13" y="8"/>
                    <a:pt x="13" y="8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7" name="Freeform 3228">
              <a:extLst>
                <a:ext uri="{FF2B5EF4-FFF2-40B4-BE49-F238E27FC236}">
                  <a16:creationId xmlns:a16="http://schemas.microsoft.com/office/drawing/2014/main" id="{BCF47F3F-25CE-1C9C-284A-FAE2E89C5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663" y="3614738"/>
              <a:ext cx="7938" cy="15875"/>
            </a:xfrm>
            <a:custGeom>
              <a:avLst/>
              <a:gdLst>
                <a:gd name="T0" fmla="*/ 0 w 10"/>
                <a:gd name="T1" fmla="*/ 6 h 20"/>
                <a:gd name="T2" fmla="*/ 0 w 10"/>
                <a:gd name="T3" fmla="*/ 0 h 20"/>
                <a:gd name="T4" fmla="*/ 3 w 10"/>
                <a:gd name="T5" fmla="*/ 0 h 20"/>
                <a:gd name="T6" fmla="*/ 3 w 10"/>
                <a:gd name="T7" fmla="*/ 4 h 20"/>
                <a:gd name="T8" fmla="*/ 4 w 10"/>
                <a:gd name="T9" fmla="*/ 4 h 20"/>
                <a:gd name="T10" fmla="*/ 9 w 10"/>
                <a:gd name="T11" fmla="*/ 0 h 20"/>
                <a:gd name="T12" fmla="*/ 10 w 10"/>
                <a:gd name="T13" fmla="*/ 0 h 20"/>
                <a:gd name="T14" fmla="*/ 10 w 10"/>
                <a:gd name="T15" fmla="*/ 3 h 20"/>
                <a:gd name="T16" fmla="*/ 9 w 10"/>
                <a:gd name="T17" fmla="*/ 3 h 20"/>
                <a:gd name="T18" fmla="*/ 4 w 10"/>
                <a:gd name="T19" fmla="*/ 8 h 20"/>
                <a:gd name="T20" fmla="*/ 4 w 10"/>
                <a:gd name="T21" fmla="*/ 9 h 20"/>
                <a:gd name="T22" fmla="*/ 4 w 10"/>
                <a:gd name="T23" fmla="*/ 20 h 20"/>
                <a:gd name="T24" fmla="*/ 0 w 10"/>
                <a:gd name="T25" fmla="*/ 20 h 20"/>
                <a:gd name="T26" fmla="*/ 0 w 10"/>
                <a:gd name="T27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0">
                  <a:moveTo>
                    <a:pt x="0" y="6"/>
                  </a:moveTo>
                  <a:cubicBezTo>
                    <a:pt x="0" y="4"/>
                    <a:pt x="0" y="2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"/>
                    <a:pt x="7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9" y="3"/>
                    <a:pt x="9" y="3"/>
                  </a:cubicBezTo>
                  <a:cubicBezTo>
                    <a:pt x="6" y="3"/>
                    <a:pt x="4" y="5"/>
                    <a:pt x="4" y="8"/>
                  </a:cubicBezTo>
                  <a:cubicBezTo>
                    <a:pt x="4" y="8"/>
                    <a:pt x="4" y="9"/>
                    <a:pt x="4" y="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8" name="Freeform 3229">
              <a:extLst>
                <a:ext uri="{FF2B5EF4-FFF2-40B4-BE49-F238E27FC236}">
                  <a16:creationId xmlns:a16="http://schemas.microsoft.com/office/drawing/2014/main" id="{A53FD8D0-C9B3-4D6B-70A2-869EBBDCA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188" y="3614738"/>
              <a:ext cx="9525" cy="15875"/>
            </a:xfrm>
            <a:custGeom>
              <a:avLst/>
              <a:gdLst>
                <a:gd name="T0" fmla="*/ 1 w 13"/>
                <a:gd name="T1" fmla="*/ 16 h 20"/>
                <a:gd name="T2" fmla="*/ 6 w 13"/>
                <a:gd name="T3" fmla="*/ 18 h 20"/>
                <a:gd name="T4" fmla="*/ 10 w 13"/>
                <a:gd name="T5" fmla="*/ 15 h 20"/>
                <a:gd name="T6" fmla="*/ 6 w 13"/>
                <a:gd name="T7" fmla="*/ 11 h 20"/>
                <a:gd name="T8" fmla="*/ 1 w 13"/>
                <a:gd name="T9" fmla="*/ 6 h 20"/>
                <a:gd name="T10" fmla="*/ 8 w 13"/>
                <a:gd name="T11" fmla="*/ 0 h 20"/>
                <a:gd name="T12" fmla="*/ 12 w 13"/>
                <a:gd name="T13" fmla="*/ 1 h 20"/>
                <a:gd name="T14" fmla="*/ 11 w 13"/>
                <a:gd name="T15" fmla="*/ 4 h 20"/>
                <a:gd name="T16" fmla="*/ 7 w 13"/>
                <a:gd name="T17" fmla="*/ 2 h 20"/>
                <a:gd name="T18" fmla="*/ 4 w 13"/>
                <a:gd name="T19" fmla="*/ 5 h 20"/>
                <a:gd name="T20" fmla="*/ 8 w 13"/>
                <a:gd name="T21" fmla="*/ 8 h 20"/>
                <a:gd name="T22" fmla="*/ 13 w 13"/>
                <a:gd name="T23" fmla="*/ 14 h 20"/>
                <a:gd name="T24" fmla="*/ 6 w 13"/>
                <a:gd name="T25" fmla="*/ 20 h 20"/>
                <a:gd name="T26" fmla="*/ 0 w 13"/>
                <a:gd name="T27" fmla="*/ 19 h 20"/>
                <a:gd name="T28" fmla="*/ 1 w 13"/>
                <a:gd name="T2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" y="16"/>
                  </a:moveTo>
                  <a:cubicBezTo>
                    <a:pt x="2" y="17"/>
                    <a:pt x="4" y="18"/>
                    <a:pt x="6" y="18"/>
                  </a:cubicBezTo>
                  <a:cubicBezTo>
                    <a:pt x="8" y="18"/>
                    <a:pt x="10" y="16"/>
                    <a:pt x="10" y="15"/>
                  </a:cubicBezTo>
                  <a:cubicBezTo>
                    <a:pt x="10" y="13"/>
                    <a:pt x="9" y="12"/>
                    <a:pt x="6" y="11"/>
                  </a:cubicBezTo>
                  <a:cubicBezTo>
                    <a:pt x="2" y="10"/>
                    <a:pt x="1" y="8"/>
                    <a:pt x="1" y="6"/>
                  </a:cubicBezTo>
                  <a:cubicBezTo>
                    <a:pt x="1" y="2"/>
                    <a:pt x="3" y="0"/>
                    <a:pt x="8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9" y="2"/>
                    <a:pt x="7" y="2"/>
                  </a:cubicBezTo>
                  <a:cubicBezTo>
                    <a:pt x="5" y="2"/>
                    <a:pt x="4" y="4"/>
                    <a:pt x="4" y="5"/>
                  </a:cubicBezTo>
                  <a:cubicBezTo>
                    <a:pt x="4" y="7"/>
                    <a:pt x="5" y="7"/>
                    <a:pt x="8" y="8"/>
                  </a:cubicBezTo>
                  <a:cubicBezTo>
                    <a:pt x="11" y="10"/>
                    <a:pt x="13" y="11"/>
                    <a:pt x="13" y="14"/>
                  </a:cubicBezTo>
                  <a:cubicBezTo>
                    <a:pt x="13" y="18"/>
                    <a:pt x="10" y="20"/>
                    <a:pt x="6" y="20"/>
                  </a:cubicBezTo>
                  <a:cubicBezTo>
                    <a:pt x="4" y="20"/>
                    <a:pt x="2" y="20"/>
                    <a:pt x="0" y="19"/>
                  </a:cubicBezTo>
                  <a:cubicBezTo>
                    <a:pt x="1" y="16"/>
                    <a:pt x="1" y="16"/>
                    <a:pt x="1" y="16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" name="Freeform 3230">
              <a:extLst>
                <a:ext uri="{FF2B5EF4-FFF2-40B4-BE49-F238E27FC236}">
                  <a16:creationId xmlns:a16="http://schemas.microsoft.com/office/drawing/2014/main" id="{93387165-87A7-5EF4-991F-E24D2F5EA6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5888" y="3608388"/>
              <a:ext cx="4763" cy="22225"/>
            </a:xfrm>
            <a:custGeom>
              <a:avLst/>
              <a:gdLst>
                <a:gd name="T0" fmla="*/ 5 w 5"/>
                <a:gd name="T1" fmla="*/ 3 h 28"/>
                <a:gd name="T2" fmla="*/ 2 w 5"/>
                <a:gd name="T3" fmla="*/ 5 h 28"/>
                <a:gd name="T4" fmla="*/ 0 w 5"/>
                <a:gd name="T5" fmla="*/ 3 h 28"/>
                <a:gd name="T6" fmla="*/ 2 w 5"/>
                <a:gd name="T7" fmla="*/ 0 h 28"/>
                <a:gd name="T8" fmla="*/ 5 w 5"/>
                <a:gd name="T9" fmla="*/ 3 h 28"/>
                <a:gd name="T10" fmla="*/ 1 w 5"/>
                <a:gd name="T11" fmla="*/ 28 h 28"/>
                <a:gd name="T12" fmla="*/ 1 w 5"/>
                <a:gd name="T13" fmla="*/ 8 h 28"/>
                <a:gd name="T14" fmla="*/ 4 w 5"/>
                <a:gd name="T15" fmla="*/ 8 h 28"/>
                <a:gd name="T16" fmla="*/ 4 w 5"/>
                <a:gd name="T17" fmla="*/ 28 h 28"/>
                <a:gd name="T18" fmla="*/ 1 w 5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28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moveTo>
                    <a:pt x="1" y="28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28"/>
                    <a:pt x="1" y="28"/>
                    <a:pt x="1" y="28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0" name="Freeform 3231">
              <a:extLst>
                <a:ext uri="{FF2B5EF4-FFF2-40B4-BE49-F238E27FC236}">
                  <a16:creationId xmlns:a16="http://schemas.microsoft.com/office/drawing/2014/main" id="{458D8196-D597-4D53-34A1-EA5CB1EDF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3609976"/>
              <a:ext cx="11113" cy="20638"/>
            </a:xfrm>
            <a:custGeom>
              <a:avLst/>
              <a:gdLst>
                <a:gd name="T0" fmla="*/ 6 w 12"/>
                <a:gd name="T1" fmla="*/ 0 h 25"/>
                <a:gd name="T2" fmla="*/ 6 w 12"/>
                <a:gd name="T3" fmla="*/ 5 h 25"/>
                <a:gd name="T4" fmla="*/ 12 w 12"/>
                <a:gd name="T5" fmla="*/ 5 h 25"/>
                <a:gd name="T6" fmla="*/ 12 w 12"/>
                <a:gd name="T7" fmla="*/ 8 h 25"/>
                <a:gd name="T8" fmla="*/ 6 w 12"/>
                <a:gd name="T9" fmla="*/ 8 h 25"/>
                <a:gd name="T10" fmla="*/ 6 w 12"/>
                <a:gd name="T11" fmla="*/ 19 h 25"/>
                <a:gd name="T12" fmla="*/ 9 w 12"/>
                <a:gd name="T13" fmla="*/ 22 h 25"/>
                <a:gd name="T14" fmla="*/ 11 w 12"/>
                <a:gd name="T15" fmla="*/ 22 h 25"/>
                <a:gd name="T16" fmla="*/ 11 w 12"/>
                <a:gd name="T17" fmla="*/ 25 h 25"/>
                <a:gd name="T18" fmla="*/ 8 w 12"/>
                <a:gd name="T19" fmla="*/ 25 h 25"/>
                <a:gd name="T20" fmla="*/ 4 w 12"/>
                <a:gd name="T21" fmla="*/ 24 h 25"/>
                <a:gd name="T22" fmla="*/ 3 w 12"/>
                <a:gd name="T23" fmla="*/ 19 h 25"/>
                <a:gd name="T24" fmla="*/ 3 w 12"/>
                <a:gd name="T25" fmla="*/ 8 h 25"/>
                <a:gd name="T26" fmla="*/ 0 w 12"/>
                <a:gd name="T27" fmla="*/ 8 h 25"/>
                <a:gd name="T28" fmla="*/ 0 w 12"/>
                <a:gd name="T29" fmla="*/ 5 h 25"/>
                <a:gd name="T30" fmla="*/ 3 w 12"/>
                <a:gd name="T31" fmla="*/ 5 h 25"/>
                <a:gd name="T32" fmla="*/ 3 w 12"/>
                <a:gd name="T33" fmla="*/ 1 h 25"/>
                <a:gd name="T34" fmla="*/ 6 w 12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" h="25">
                  <a:moveTo>
                    <a:pt x="6" y="0"/>
                  </a:moveTo>
                  <a:cubicBezTo>
                    <a:pt x="6" y="5"/>
                    <a:pt x="6" y="5"/>
                    <a:pt x="6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21"/>
                    <a:pt x="7" y="22"/>
                    <a:pt x="9" y="22"/>
                  </a:cubicBezTo>
                  <a:cubicBezTo>
                    <a:pt x="10" y="22"/>
                    <a:pt x="11" y="22"/>
                    <a:pt x="11" y="22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0" y="25"/>
                    <a:pt x="8" y="25"/>
                  </a:cubicBezTo>
                  <a:cubicBezTo>
                    <a:pt x="7" y="25"/>
                    <a:pt x="5" y="25"/>
                    <a:pt x="4" y="24"/>
                  </a:cubicBezTo>
                  <a:cubicBezTo>
                    <a:pt x="3" y="23"/>
                    <a:pt x="3" y="21"/>
                    <a:pt x="3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1" name="Freeform 3232">
              <a:extLst>
                <a:ext uri="{FF2B5EF4-FFF2-40B4-BE49-F238E27FC236}">
                  <a16:creationId xmlns:a16="http://schemas.microsoft.com/office/drawing/2014/main" id="{DF73B121-C429-E269-C14E-5DED70152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350" y="3614738"/>
              <a:ext cx="15875" cy="22225"/>
            </a:xfrm>
            <a:custGeom>
              <a:avLst/>
              <a:gdLst>
                <a:gd name="T0" fmla="*/ 4 w 19"/>
                <a:gd name="T1" fmla="*/ 0 h 29"/>
                <a:gd name="T2" fmla="*/ 9 w 19"/>
                <a:gd name="T3" fmla="*/ 12 h 29"/>
                <a:gd name="T4" fmla="*/ 10 w 19"/>
                <a:gd name="T5" fmla="*/ 16 h 29"/>
                <a:gd name="T6" fmla="*/ 10 w 19"/>
                <a:gd name="T7" fmla="*/ 16 h 29"/>
                <a:gd name="T8" fmla="*/ 11 w 19"/>
                <a:gd name="T9" fmla="*/ 12 h 29"/>
                <a:gd name="T10" fmla="*/ 15 w 19"/>
                <a:gd name="T11" fmla="*/ 0 h 29"/>
                <a:gd name="T12" fmla="*/ 19 w 19"/>
                <a:gd name="T13" fmla="*/ 0 h 29"/>
                <a:gd name="T14" fmla="*/ 14 w 19"/>
                <a:gd name="T15" fmla="*/ 14 h 29"/>
                <a:gd name="T16" fmla="*/ 7 w 19"/>
                <a:gd name="T17" fmla="*/ 27 h 29"/>
                <a:gd name="T18" fmla="*/ 2 w 19"/>
                <a:gd name="T19" fmla="*/ 29 h 29"/>
                <a:gd name="T20" fmla="*/ 1 w 19"/>
                <a:gd name="T21" fmla="*/ 26 h 29"/>
                <a:gd name="T22" fmla="*/ 5 w 19"/>
                <a:gd name="T23" fmla="*/ 24 h 29"/>
                <a:gd name="T24" fmla="*/ 8 w 19"/>
                <a:gd name="T25" fmla="*/ 20 h 29"/>
                <a:gd name="T26" fmla="*/ 8 w 19"/>
                <a:gd name="T27" fmla="*/ 19 h 29"/>
                <a:gd name="T28" fmla="*/ 8 w 19"/>
                <a:gd name="T29" fmla="*/ 18 h 29"/>
                <a:gd name="T30" fmla="*/ 0 w 19"/>
                <a:gd name="T31" fmla="*/ 0 h 29"/>
                <a:gd name="T32" fmla="*/ 4 w 19"/>
                <a:gd name="T3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29">
                  <a:moveTo>
                    <a:pt x="4" y="0"/>
                  </a:moveTo>
                  <a:cubicBezTo>
                    <a:pt x="9" y="12"/>
                    <a:pt x="9" y="12"/>
                    <a:pt x="9" y="12"/>
                  </a:cubicBezTo>
                  <a:cubicBezTo>
                    <a:pt x="9" y="13"/>
                    <a:pt x="10" y="15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11" y="13"/>
                    <a:pt x="11" y="1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1" y="21"/>
                    <a:pt x="9" y="24"/>
                    <a:pt x="7" y="27"/>
                  </a:cubicBezTo>
                  <a:cubicBezTo>
                    <a:pt x="5" y="28"/>
                    <a:pt x="3" y="29"/>
                    <a:pt x="2" y="2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2" y="26"/>
                    <a:pt x="4" y="25"/>
                    <a:pt x="5" y="24"/>
                  </a:cubicBezTo>
                  <a:cubicBezTo>
                    <a:pt x="6" y="23"/>
                    <a:pt x="7" y="22"/>
                    <a:pt x="8" y="20"/>
                  </a:cubicBezTo>
                  <a:cubicBezTo>
                    <a:pt x="8" y="20"/>
                    <a:pt x="8" y="19"/>
                    <a:pt x="8" y="19"/>
                  </a:cubicBezTo>
                  <a:cubicBezTo>
                    <a:pt x="8" y="19"/>
                    <a:pt x="8" y="19"/>
                    <a:pt x="8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CB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2" name="Freeform 3233">
              <a:extLst>
                <a:ext uri="{FF2B5EF4-FFF2-40B4-BE49-F238E27FC236}">
                  <a16:creationId xmlns:a16="http://schemas.microsoft.com/office/drawing/2014/main" id="{9AAB1285-0B48-3080-1FD6-EA6F4DBB19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7650" y="3667126"/>
              <a:ext cx="220663" cy="236538"/>
            </a:xfrm>
            <a:custGeom>
              <a:avLst/>
              <a:gdLst>
                <a:gd name="T0" fmla="*/ 33 w 139"/>
                <a:gd name="T1" fmla="*/ 92 h 149"/>
                <a:gd name="T2" fmla="*/ 33 w 139"/>
                <a:gd name="T3" fmla="*/ 1 h 149"/>
                <a:gd name="T4" fmla="*/ 72 w 139"/>
                <a:gd name="T5" fmla="*/ 1 h 149"/>
                <a:gd name="T6" fmla="*/ 72 w 139"/>
                <a:gd name="T7" fmla="*/ 92 h 149"/>
                <a:gd name="T8" fmla="*/ 33 w 139"/>
                <a:gd name="T9" fmla="*/ 92 h 149"/>
                <a:gd name="T10" fmla="*/ 91 w 139"/>
                <a:gd name="T11" fmla="*/ 92 h 149"/>
                <a:gd name="T12" fmla="*/ 91 w 139"/>
                <a:gd name="T13" fmla="*/ 1 h 149"/>
                <a:gd name="T14" fmla="*/ 130 w 139"/>
                <a:gd name="T15" fmla="*/ 1 h 149"/>
                <a:gd name="T16" fmla="*/ 130 w 139"/>
                <a:gd name="T17" fmla="*/ 92 h 149"/>
                <a:gd name="T18" fmla="*/ 91 w 139"/>
                <a:gd name="T19" fmla="*/ 92 h 149"/>
                <a:gd name="T20" fmla="*/ 139 w 139"/>
                <a:gd name="T21" fmla="*/ 0 h 149"/>
                <a:gd name="T22" fmla="*/ 10 w 139"/>
                <a:gd name="T23" fmla="*/ 0 h 149"/>
                <a:gd name="T24" fmla="*/ 28 w 139"/>
                <a:gd name="T25" fmla="*/ 17 h 149"/>
                <a:gd name="T26" fmla="*/ 10 w 139"/>
                <a:gd name="T27" fmla="*/ 17 h 149"/>
                <a:gd name="T28" fmla="*/ 10 w 139"/>
                <a:gd name="T29" fmla="*/ 32 h 149"/>
                <a:gd name="T30" fmla="*/ 0 w 139"/>
                <a:gd name="T31" fmla="*/ 32 h 149"/>
                <a:gd name="T32" fmla="*/ 0 w 139"/>
                <a:gd name="T33" fmla="*/ 149 h 149"/>
                <a:gd name="T34" fmla="*/ 139 w 139"/>
                <a:gd name="T35" fmla="*/ 149 h 149"/>
                <a:gd name="T36" fmla="*/ 139 w 139"/>
                <a:gd name="T3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9" h="149">
                  <a:moveTo>
                    <a:pt x="33" y="92"/>
                  </a:moveTo>
                  <a:lnTo>
                    <a:pt x="33" y="1"/>
                  </a:lnTo>
                  <a:lnTo>
                    <a:pt x="72" y="1"/>
                  </a:lnTo>
                  <a:lnTo>
                    <a:pt x="72" y="92"/>
                  </a:lnTo>
                  <a:lnTo>
                    <a:pt x="33" y="92"/>
                  </a:lnTo>
                  <a:close/>
                  <a:moveTo>
                    <a:pt x="91" y="92"/>
                  </a:moveTo>
                  <a:lnTo>
                    <a:pt x="91" y="1"/>
                  </a:lnTo>
                  <a:lnTo>
                    <a:pt x="130" y="1"/>
                  </a:lnTo>
                  <a:lnTo>
                    <a:pt x="130" y="92"/>
                  </a:lnTo>
                  <a:lnTo>
                    <a:pt x="91" y="92"/>
                  </a:lnTo>
                  <a:close/>
                  <a:moveTo>
                    <a:pt x="139" y="0"/>
                  </a:moveTo>
                  <a:lnTo>
                    <a:pt x="10" y="0"/>
                  </a:lnTo>
                  <a:lnTo>
                    <a:pt x="28" y="17"/>
                  </a:lnTo>
                  <a:lnTo>
                    <a:pt x="10" y="17"/>
                  </a:lnTo>
                  <a:lnTo>
                    <a:pt x="10" y="32"/>
                  </a:lnTo>
                  <a:lnTo>
                    <a:pt x="0" y="32"/>
                  </a:lnTo>
                  <a:lnTo>
                    <a:pt x="0" y="149"/>
                  </a:lnTo>
                  <a:lnTo>
                    <a:pt x="139" y="149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3" name="Freeform 3234">
              <a:extLst>
                <a:ext uri="{FF2B5EF4-FFF2-40B4-BE49-F238E27FC236}">
                  <a16:creationId xmlns:a16="http://schemas.microsoft.com/office/drawing/2014/main" id="{EB780983-C8B0-ED14-B492-8C42B707C9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7650" y="3667126"/>
              <a:ext cx="220663" cy="236538"/>
            </a:xfrm>
            <a:custGeom>
              <a:avLst/>
              <a:gdLst>
                <a:gd name="T0" fmla="*/ 33 w 139"/>
                <a:gd name="T1" fmla="*/ 92 h 149"/>
                <a:gd name="T2" fmla="*/ 33 w 139"/>
                <a:gd name="T3" fmla="*/ 1 h 149"/>
                <a:gd name="T4" fmla="*/ 72 w 139"/>
                <a:gd name="T5" fmla="*/ 1 h 149"/>
                <a:gd name="T6" fmla="*/ 72 w 139"/>
                <a:gd name="T7" fmla="*/ 92 h 149"/>
                <a:gd name="T8" fmla="*/ 33 w 139"/>
                <a:gd name="T9" fmla="*/ 92 h 149"/>
                <a:gd name="T10" fmla="*/ 91 w 139"/>
                <a:gd name="T11" fmla="*/ 92 h 149"/>
                <a:gd name="T12" fmla="*/ 91 w 139"/>
                <a:gd name="T13" fmla="*/ 1 h 149"/>
                <a:gd name="T14" fmla="*/ 130 w 139"/>
                <a:gd name="T15" fmla="*/ 1 h 149"/>
                <a:gd name="T16" fmla="*/ 130 w 139"/>
                <a:gd name="T17" fmla="*/ 92 h 149"/>
                <a:gd name="T18" fmla="*/ 91 w 139"/>
                <a:gd name="T19" fmla="*/ 92 h 149"/>
                <a:gd name="T20" fmla="*/ 139 w 139"/>
                <a:gd name="T21" fmla="*/ 0 h 149"/>
                <a:gd name="T22" fmla="*/ 10 w 139"/>
                <a:gd name="T23" fmla="*/ 0 h 149"/>
                <a:gd name="T24" fmla="*/ 28 w 139"/>
                <a:gd name="T25" fmla="*/ 17 h 149"/>
                <a:gd name="T26" fmla="*/ 10 w 139"/>
                <a:gd name="T27" fmla="*/ 17 h 149"/>
                <a:gd name="T28" fmla="*/ 10 w 139"/>
                <a:gd name="T29" fmla="*/ 32 h 149"/>
                <a:gd name="T30" fmla="*/ 0 w 139"/>
                <a:gd name="T31" fmla="*/ 32 h 149"/>
                <a:gd name="T32" fmla="*/ 0 w 139"/>
                <a:gd name="T33" fmla="*/ 149 h 149"/>
                <a:gd name="T34" fmla="*/ 139 w 139"/>
                <a:gd name="T35" fmla="*/ 149 h 149"/>
                <a:gd name="T36" fmla="*/ 139 w 139"/>
                <a:gd name="T37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9" h="149">
                  <a:moveTo>
                    <a:pt x="33" y="92"/>
                  </a:moveTo>
                  <a:lnTo>
                    <a:pt x="33" y="1"/>
                  </a:lnTo>
                  <a:lnTo>
                    <a:pt x="72" y="1"/>
                  </a:lnTo>
                  <a:lnTo>
                    <a:pt x="72" y="92"/>
                  </a:lnTo>
                  <a:lnTo>
                    <a:pt x="33" y="92"/>
                  </a:lnTo>
                  <a:moveTo>
                    <a:pt x="91" y="92"/>
                  </a:moveTo>
                  <a:lnTo>
                    <a:pt x="91" y="1"/>
                  </a:lnTo>
                  <a:lnTo>
                    <a:pt x="130" y="1"/>
                  </a:lnTo>
                  <a:lnTo>
                    <a:pt x="130" y="92"/>
                  </a:lnTo>
                  <a:lnTo>
                    <a:pt x="91" y="92"/>
                  </a:lnTo>
                  <a:moveTo>
                    <a:pt x="139" y="0"/>
                  </a:moveTo>
                  <a:lnTo>
                    <a:pt x="10" y="0"/>
                  </a:lnTo>
                  <a:lnTo>
                    <a:pt x="28" y="17"/>
                  </a:lnTo>
                  <a:lnTo>
                    <a:pt x="10" y="17"/>
                  </a:lnTo>
                  <a:lnTo>
                    <a:pt x="10" y="32"/>
                  </a:lnTo>
                  <a:lnTo>
                    <a:pt x="0" y="32"/>
                  </a:lnTo>
                  <a:lnTo>
                    <a:pt x="0" y="149"/>
                  </a:lnTo>
                  <a:lnTo>
                    <a:pt x="139" y="149"/>
                  </a:lnTo>
                  <a:lnTo>
                    <a:pt x="1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4" name="Freeform 3235">
              <a:extLst>
                <a:ext uri="{FF2B5EF4-FFF2-40B4-BE49-F238E27FC236}">
                  <a16:creationId xmlns:a16="http://schemas.microsoft.com/office/drawing/2014/main" id="{754AF217-ABB1-7352-D4FD-EC61C1036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475" y="3651251"/>
              <a:ext cx="223838" cy="15875"/>
            </a:xfrm>
            <a:custGeom>
              <a:avLst/>
              <a:gdLst>
                <a:gd name="T0" fmla="*/ 141 w 141"/>
                <a:gd name="T1" fmla="*/ 0 h 10"/>
                <a:gd name="T2" fmla="*/ 0 w 141"/>
                <a:gd name="T3" fmla="*/ 0 h 10"/>
                <a:gd name="T4" fmla="*/ 12 w 141"/>
                <a:gd name="T5" fmla="*/ 10 h 10"/>
                <a:gd name="T6" fmla="*/ 141 w 141"/>
                <a:gd name="T7" fmla="*/ 10 h 10"/>
                <a:gd name="T8" fmla="*/ 141 w 14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0">
                  <a:moveTo>
                    <a:pt x="141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41" y="1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82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5" name="Freeform 3236">
              <a:extLst>
                <a:ext uri="{FF2B5EF4-FFF2-40B4-BE49-F238E27FC236}">
                  <a16:creationId xmlns:a16="http://schemas.microsoft.com/office/drawing/2014/main" id="{363AFBB5-7988-2C56-7579-10874CA93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475" y="3651251"/>
              <a:ext cx="223838" cy="15875"/>
            </a:xfrm>
            <a:custGeom>
              <a:avLst/>
              <a:gdLst>
                <a:gd name="T0" fmla="*/ 141 w 141"/>
                <a:gd name="T1" fmla="*/ 0 h 10"/>
                <a:gd name="T2" fmla="*/ 0 w 141"/>
                <a:gd name="T3" fmla="*/ 0 h 10"/>
                <a:gd name="T4" fmla="*/ 12 w 141"/>
                <a:gd name="T5" fmla="*/ 10 h 10"/>
                <a:gd name="T6" fmla="*/ 141 w 141"/>
                <a:gd name="T7" fmla="*/ 10 h 10"/>
                <a:gd name="T8" fmla="*/ 141 w 14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" h="10">
                  <a:moveTo>
                    <a:pt x="141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41" y="10"/>
                  </a:lnTo>
                  <a:lnTo>
                    <a:pt x="14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6" name="Freeform 3237">
              <a:extLst>
                <a:ext uri="{FF2B5EF4-FFF2-40B4-BE49-F238E27FC236}">
                  <a16:creationId xmlns:a16="http://schemas.microsoft.com/office/drawing/2014/main" id="{B26FBDB4-1797-801C-995E-4037AABD0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343276"/>
              <a:ext cx="465138" cy="187325"/>
            </a:xfrm>
            <a:custGeom>
              <a:avLst/>
              <a:gdLst>
                <a:gd name="T0" fmla="*/ 0 w 572"/>
                <a:gd name="T1" fmla="*/ 0 h 231"/>
                <a:gd name="T2" fmla="*/ 0 w 572"/>
                <a:gd name="T3" fmla="*/ 194 h 231"/>
                <a:gd name="T4" fmla="*/ 4 w 572"/>
                <a:gd name="T5" fmla="*/ 194 h 231"/>
                <a:gd name="T6" fmla="*/ 110 w 572"/>
                <a:gd name="T7" fmla="*/ 231 h 231"/>
                <a:gd name="T8" fmla="*/ 572 w 572"/>
                <a:gd name="T9" fmla="*/ 231 h 231"/>
                <a:gd name="T10" fmla="*/ 400 w 572"/>
                <a:gd name="T11" fmla="*/ 131 h 231"/>
                <a:gd name="T12" fmla="*/ 339 w 572"/>
                <a:gd name="T13" fmla="*/ 95 h 231"/>
                <a:gd name="T14" fmla="*/ 289 w 572"/>
                <a:gd name="T15" fmla="*/ 66 h 231"/>
                <a:gd name="T16" fmla="*/ 283 w 572"/>
                <a:gd name="T17" fmla="*/ 65 h 231"/>
                <a:gd name="T18" fmla="*/ 229 w 572"/>
                <a:gd name="T19" fmla="*/ 52 h 231"/>
                <a:gd name="T20" fmla="*/ 133 w 572"/>
                <a:gd name="T21" fmla="*/ 31 h 231"/>
                <a:gd name="T22" fmla="*/ 48 w 572"/>
                <a:gd name="T23" fmla="*/ 11 h 231"/>
                <a:gd name="T24" fmla="*/ 0 w 572"/>
                <a:gd name="T2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2" h="231">
                  <a:moveTo>
                    <a:pt x="0" y="0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1" y="194"/>
                    <a:pt x="3" y="194"/>
                    <a:pt x="4" y="194"/>
                  </a:cubicBezTo>
                  <a:cubicBezTo>
                    <a:pt x="43" y="194"/>
                    <a:pt x="80" y="208"/>
                    <a:pt x="110" y="231"/>
                  </a:cubicBezTo>
                  <a:cubicBezTo>
                    <a:pt x="572" y="231"/>
                    <a:pt x="572" y="231"/>
                    <a:pt x="572" y="231"/>
                  </a:cubicBezTo>
                  <a:cubicBezTo>
                    <a:pt x="400" y="131"/>
                    <a:pt x="400" y="131"/>
                    <a:pt x="400" y="131"/>
                  </a:cubicBezTo>
                  <a:cubicBezTo>
                    <a:pt x="339" y="95"/>
                    <a:pt x="339" y="95"/>
                    <a:pt x="339" y="95"/>
                  </a:cubicBezTo>
                  <a:cubicBezTo>
                    <a:pt x="289" y="66"/>
                    <a:pt x="289" y="66"/>
                    <a:pt x="289" y="66"/>
                  </a:cubicBezTo>
                  <a:cubicBezTo>
                    <a:pt x="283" y="65"/>
                    <a:pt x="283" y="65"/>
                    <a:pt x="283" y="65"/>
                  </a:cubicBezTo>
                  <a:cubicBezTo>
                    <a:pt x="229" y="52"/>
                    <a:pt x="229" y="52"/>
                    <a:pt x="229" y="52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D3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7" name="Freeform 3238">
              <a:extLst>
                <a:ext uri="{FF2B5EF4-FFF2-40B4-BE49-F238E27FC236}">
                  <a16:creationId xmlns:a16="http://schemas.microsoft.com/office/drawing/2014/main" id="{E9DA5E83-C577-C514-FF74-299636A03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100" y="3530601"/>
              <a:ext cx="374650" cy="120650"/>
            </a:xfrm>
            <a:custGeom>
              <a:avLst/>
              <a:gdLst>
                <a:gd name="T0" fmla="*/ 462 w 462"/>
                <a:gd name="T1" fmla="*/ 0 h 149"/>
                <a:gd name="T2" fmla="*/ 462 w 462"/>
                <a:gd name="T3" fmla="*/ 0 h 149"/>
                <a:gd name="T4" fmla="*/ 0 w 462"/>
                <a:gd name="T5" fmla="*/ 0 h 149"/>
                <a:gd name="T6" fmla="*/ 78 w 462"/>
                <a:gd name="T7" fmla="*/ 130 h 149"/>
                <a:gd name="T8" fmla="*/ 99 w 462"/>
                <a:gd name="T9" fmla="*/ 149 h 149"/>
                <a:gd name="T10" fmla="*/ 374 w 462"/>
                <a:gd name="T11" fmla="*/ 149 h 149"/>
                <a:gd name="T12" fmla="*/ 462 w 462"/>
                <a:gd name="T13" fmla="*/ 149 h 149"/>
                <a:gd name="T14" fmla="*/ 462 w 462"/>
                <a:gd name="T1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2" h="149">
                  <a:moveTo>
                    <a:pt x="462" y="0"/>
                  </a:moveTo>
                  <a:cubicBezTo>
                    <a:pt x="462" y="0"/>
                    <a:pt x="462" y="0"/>
                    <a:pt x="46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30"/>
                    <a:pt x="67" y="76"/>
                    <a:pt x="78" y="130"/>
                  </a:cubicBezTo>
                  <a:cubicBezTo>
                    <a:pt x="99" y="149"/>
                    <a:pt x="99" y="149"/>
                    <a:pt x="99" y="149"/>
                  </a:cubicBezTo>
                  <a:cubicBezTo>
                    <a:pt x="374" y="149"/>
                    <a:pt x="374" y="149"/>
                    <a:pt x="374" y="149"/>
                  </a:cubicBezTo>
                  <a:cubicBezTo>
                    <a:pt x="462" y="149"/>
                    <a:pt x="462" y="149"/>
                    <a:pt x="462" y="149"/>
                  </a:cubicBezTo>
                  <a:cubicBezTo>
                    <a:pt x="462" y="0"/>
                    <a:pt x="462" y="0"/>
                    <a:pt x="462" y="0"/>
                  </a:cubicBezTo>
                </a:path>
              </a:pathLst>
            </a:cu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8" name="Freeform 3239">
              <a:extLst>
                <a:ext uri="{FF2B5EF4-FFF2-40B4-BE49-F238E27FC236}">
                  <a16:creationId xmlns:a16="http://schemas.microsoft.com/office/drawing/2014/main" id="{CBB34CDA-89B0-8E5D-ED40-B94BF76BC6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613" y="3717926"/>
              <a:ext cx="130175" cy="179388"/>
            </a:xfrm>
            <a:custGeom>
              <a:avLst/>
              <a:gdLst>
                <a:gd name="T0" fmla="*/ 13 w 82"/>
                <a:gd name="T1" fmla="*/ 100 h 113"/>
                <a:gd name="T2" fmla="*/ 13 w 82"/>
                <a:gd name="T3" fmla="*/ 9 h 113"/>
                <a:gd name="T4" fmla="*/ 32 w 82"/>
                <a:gd name="T5" fmla="*/ 9 h 113"/>
                <a:gd name="T6" fmla="*/ 32 w 82"/>
                <a:gd name="T7" fmla="*/ 100 h 113"/>
                <a:gd name="T8" fmla="*/ 13 w 82"/>
                <a:gd name="T9" fmla="*/ 100 h 113"/>
                <a:gd name="T10" fmla="*/ 50 w 82"/>
                <a:gd name="T11" fmla="*/ 100 h 113"/>
                <a:gd name="T12" fmla="*/ 50 w 82"/>
                <a:gd name="T13" fmla="*/ 9 h 113"/>
                <a:gd name="T14" fmla="*/ 69 w 82"/>
                <a:gd name="T15" fmla="*/ 9 h 113"/>
                <a:gd name="T16" fmla="*/ 69 w 82"/>
                <a:gd name="T17" fmla="*/ 100 h 113"/>
                <a:gd name="T18" fmla="*/ 50 w 82"/>
                <a:gd name="T19" fmla="*/ 100 h 113"/>
                <a:gd name="T20" fmla="*/ 82 w 82"/>
                <a:gd name="T21" fmla="*/ 0 h 113"/>
                <a:gd name="T22" fmla="*/ 0 w 82"/>
                <a:gd name="T23" fmla="*/ 0 h 113"/>
                <a:gd name="T24" fmla="*/ 0 w 82"/>
                <a:gd name="T25" fmla="*/ 113 h 113"/>
                <a:gd name="T26" fmla="*/ 82 w 82"/>
                <a:gd name="T27" fmla="*/ 113 h 113"/>
                <a:gd name="T28" fmla="*/ 82 w 82"/>
                <a:gd name="T2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13">
                  <a:moveTo>
                    <a:pt x="13" y="100"/>
                  </a:moveTo>
                  <a:lnTo>
                    <a:pt x="13" y="9"/>
                  </a:lnTo>
                  <a:lnTo>
                    <a:pt x="32" y="9"/>
                  </a:lnTo>
                  <a:lnTo>
                    <a:pt x="32" y="100"/>
                  </a:lnTo>
                  <a:lnTo>
                    <a:pt x="13" y="100"/>
                  </a:lnTo>
                  <a:close/>
                  <a:moveTo>
                    <a:pt x="50" y="100"/>
                  </a:moveTo>
                  <a:lnTo>
                    <a:pt x="50" y="9"/>
                  </a:lnTo>
                  <a:lnTo>
                    <a:pt x="69" y="9"/>
                  </a:lnTo>
                  <a:lnTo>
                    <a:pt x="69" y="100"/>
                  </a:lnTo>
                  <a:lnTo>
                    <a:pt x="50" y="100"/>
                  </a:lnTo>
                  <a:close/>
                  <a:moveTo>
                    <a:pt x="8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82" y="113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9" name="Freeform 3240">
              <a:extLst>
                <a:ext uri="{FF2B5EF4-FFF2-40B4-BE49-F238E27FC236}">
                  <a16:creationId xmlns:a16="http://schemas.microsoft.com/office/drawing/2014/main" id="{B4665E51-6F27-3527-5ECE-699D8F413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613" y="3717926"/>
              <a:ext cx="130175" cy="179388"/>
            </a:xfrm>
            <a:custGeom>
              <a:avLst/>
              <a:gdLst>
                <a:gd name="T0" fmla="*/ 13 w 82"/>
                <a:gd name="T1" fmla="*/ 100 h 113"/>
                <a:gd name="T2" fmla="*/ 13 w 82"/>
                <a:gd name="T3" fmla="*/ 9 h 113"/>
                <a:gd name="T4" fmla="*/ 32 w 82"/>
                <a:gd name="T5" fmla="*/ 9 h 113"/>
                <a:gd name="T6" fmla="*/ 32 w 82"/>
                <a:gd name="T7" fmla="*/ 100 h 113"/>
                <a:gd name="T8" fmla="*/ 13 w 82"/>
                <a:gd name="T9" fmla="*/ 100 h 113"/>
                <a:gd name="T10" fmla="*/ 50 w 82"/>
                <a:gd name="T11" fmla="*/ 100 h 113"/>
                <a:gd name="T12" fmla="*/ 50 w 82"/>
                <a:gd name="T13" fmla="*/ 9 h 113"/>
                <a:gd name="T14" fmla="*/ 69 w 82"/>
                <a:gd name="T15" fmla="*/ 9 h 113"/>
                <a:gd name="T16" fmla="*/ 69 w 82"/>
                <a:gd name="T17" fmla="*/ 100 h 113"/>
                <a:gd name="T18" fmla="*/ 50 w 82"/>
                <a:gd name="T19" fmla="*/ 100 h 113"/>
                <a:gd name="T20" fmla="*/ 82 w 82"/>
                <a:gd name="T21" fmla="*/ 0 h 113"/>
                <a:gd name="T22" fmla="*/ 0 w 82"/>
                <a:gd name="T23" fmla="*/ 0 h 113"/>
                <a:gd name="T24" fmla="*/ 0 w 82"/>
                <a:gd name="T25" fmla="*/ 113 h 113"/>
                <a:gd name="T26" fmla="*/ 82 w 82"/>
                <a:gd name="T27" fmla="*/ 113 h 113"/>
                <a:gd name="T28" fmla="*/ 82 w 82"/>
                <a:gd name="T2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" h="113">
                  <a:moveTo>
                    <a:pt x="13" y="100"/>
                  </a:moveTo>
                  <a:lnTo>
                    <a:pt x="13" y="9"/>
                  </a:lnTo>
                  <a:lnTo>
                    <a:pt x="32" y="9"/>
                  </a:lnTo>
                  <a:lnTo>
                    <a:pt x="32" y="100"/>
                  </a:lnTo>
                  <a:lnTo>
                    <a:pt x="13" y="100"/>
                  </a:lnTo>
                  <a:moveTo>
                    <a:pt x="50" y="100"/>
                  </a:moveTo>
                  <a:lnTo>
                    <a:pt x="50" y="9"/>
                  </a:lnTo>
                  <a:lnTo>
                    <a:pt x="69" y="9"/>
                  </a:lnTo>
                  <a:lnTo>
                    <a:pt x="69" y="100"/>
                  </a:lnTo>
                  <a:lnTo>
                    <a:pt x="50" y="100"/>
                  </a:lnTo>
                  <a:moveTo>
                    <a:pt x="8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82" y="113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" name="Freeform 3241">
              <a:extLst>
                <a:ext uri="{FF2B5EF4-FFF2-40B4-BE49-F238E27FC236}">
                  <a16:creationId xmlns:a16="http://schemas.microsoft.com/office/drawing/2014/main" id="{0B250195-5F85-9BCB-D292-0D94DD67B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8288" y="3949701"/>
              <a:ext cx="0" cy="1588"/>
            </a:xfrm>
            <a:custGeom>
              <a:avLst/>
              <a:gdLst>
                <a:gd name="T0" fmla="*/ 2 h 2"/>
                <a:gd name="T1" fmla="*/ 2 h 2"/>
                <a:gd name="T2" fmla="*/ 2 h 2"/>
                <a:gd name="T3" fmla="*/ 2 h 2"/>
                <a:gd name="T4" fmla="*/ 2 h 2"/>
                <a:gd name="T5" fmla="*/ 2 h 2"/>
                <a:gd name="T6" fmla="*/ 2 h 2"/>
                <a:gd name="T7" fmla="*/ 2 h 2"/>
                <a:gd name="T8" fmla="*/ 2 h 2"/>
                <a:gd name="T9" fmla="*/ 2 h 2"/>
                <a:gd name="T10" fmla="*/ 2 h 2"/>
                <a:gd name="T11" fmla="*/ 2 h 2"/>
                <a:gd name="T12" fmla="*/ 1 h 2"/>
                <a:gd name="T13" fmla="*/ 1 h 2"/>
                <a:gd name="T14" fmla="*/ 1 h 2"/>
                <a:gd name="T15" fmla="*/ 1 h 2"/>
                <a:gd name="T16" fmla="*/ 1 h 2"/>
                <a:gd name="T17" fmla="*/ 1 h 2"/>
                <a:gd name="T18" fmla="*/ 1 h 2"/>
                <a:gd name="T19" fmla="*/ 1 h 2"/>
                <a:gd name="T20" fmla="*/ 1 h 2"/>
                <a:gd name="T21" fmla="*/ 0 h 2"/>
                <a:gd name="T22" fmla="*/ 0 h 2"/>
                <a:gd name="T23" fmla="*/ 0 h 2"/>
                <a:gd name="T24" fmla="*/ 0 h 2"/>
                <a:gd name="T25" fmla="*/ 0 h 2"/>
                <a:gd name="T26" fmla="*/ 0 h 2"/>
                <a:gd name="T27" fmla="*/ 0 h 2"/>
                <a:gd name="T28" fmla="*/ 0 h 2"/>
                <a:gd name="T29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1" name="Freeform 3242">
              <a:extLst>
                <a:ext uri="{FF2B5EF4-FFF2-40B4-BE49-F238E27FC236}">
                  <a16:creationId xmlns:a16="http://schemas.microsoft.com/office/drawing/2014/main" id="{3506CE2F-4D0B-1C96-B25D-FDE27972C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717926"/>
              <a:ext cx="42863" cy="198438"/>
            </a:xfrm>
            <a:custGeom>
              <a:avLst/>
              <a:gdLst>
                <a:gd name="T0" fmla="*/ 52 w 52"/>
                <a:gd name="T1" fmla="*/ 0 h 244"/>
                <a:gd name="T2" fmla="*/ 0 w 52"/>
                <a:gd name="T3" fmla="*/ 0 h 244"/>
                <a:gd name="T4" fmla="*/ 0 w 52"/>
                <a:gd name="T5" fmla="*/ 220 h 244"/>
                <a:gd name="T6" fmla="*/ 0 w 52"/>
                <a:gd name="T7" fmla="*/ 237 h 244"/>
                <a:gd name="T8" fmla="*/ 0 w 52"/>
                <a:gd name="T9" fmla="*/ 244 h 244"/>
                <a:gd name="T10" fmla="*/ 26 w 52"/>
                <a:gd name="T11" fmla="*/ 237 h 244"/>
                <a:gd name="T12" fmla="*/ 52 w 52"/>
                <a:gd name="T13" fmla="*/ 244 h 244"/>
                <a:gd name="T14" fmla="*/ 52 w 52"/>
                <a:gd name="T15" fmla="*/ 229 h 244"/>
                <a:gd name="T16" fmla="*/ 52 w 52"/>
                <a:gd name="T1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44">
                  <a:moveTo>
                    <a:pt x="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0"/>
                    <a:pt x="0" y="220"/>
                    <a:pt x="0" y="220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" y="240"/>
                    <a:pt x="17" y="237"/>
                    <a:pt x="26" y="237"/>
                  </a:cubicBezTo>
                  <a:cubicBezTo>
                    <a:pt x="36" y="237"/>
                    <a:pt x="45" y="240"/>
                    <a:pt x="52" y="244"/>
                  </a:cubicBezTo>
                  <a:cubicBezTo>
                    <a:pt x="52" y="229"/>
                    <a:pt x="52" y="229"/>
                    <a:pt x="52" y="229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rgbClr val="B5B9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" name="Freeform 3243">
              <a:extLst>
                <a:ext uri="{FF2B5EF4-FFF2-40B4-BE49-F238E27FC236}">
                  <a16:creationId xmlns:a16="http://schemas.microsoft.com/office/drawing/2014/main" id="{F97597C5-38B7-FDB0-60F9-FAEE03A07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3910013"/>
              <a:ext cx="63500" cy="42863"/>
            </a:xfrm>
            <a:custGeom>
              <a:avLst/>
              <a:gdLst>
                <a:gd name="T0" fmla="*/ 26 w 78"/>
                <a:gd name="T1" fmla="*/ 0 h 52"/>
                <a:gd name="T2" fmla="*/ 0 w 78"/>
                <a:gd name="T3" fmla="*/ 7 h 52"/>
                <a:gd name="T4" fmla="*/ 0 w 78"/>
                <a:gd name="T5" fmla="*/ 15 h 52"/>
                <a:gd name="T6" fmla="*/ 0 w 78"/>
                <a:gd name="T7" fmla="*/ 17 h 52"/>
                <a:gd name="T8" fmla="*/ 12 w 78"/>
                <a:gd name="T9" fmla="*/ 17 h 52"/>
                <a:gd name="T10" fmla="*/ 12 w 78"/>
                <a:gd name="T11" fmla="*/ 32 h 52"/>
                <a:gd name="T12" fmla="*/ 12 w 78"/>
                <a:gd name="T13" fmla="*/ 34 h 52"/>
                <a:gd name="T14" fmla="*/ 30 w 78"/>
                <a:gd name="T15" fmla="*/ 34 h 52"/>
                <a:gd name="T16" fmla="*/ 30 w 78"/>
                <a:gd name="T17" fmla="*/ 52 h 52"/>
                <a:gd name="T18" fmla="*/ 78 w 78"/>
                <a:gd name="T19" fmla="*/ 52 h 52"/>
                <a:gd name="T20" fmla="*/ 78 w 78"/>
                <a:gd name="T21" fmla="*/ 52 h 52"/>
                <a:gd name="T22" fmla="*/ 78 w 78"/>
                <a:gd name="T23" fmla="*/ 51 h 52"/>
                <a:gd name="T24" fmla="*/ 78 w 78"/>
                <a:gd name="T25" fmla="*/ 51 h 52"/>
                <a:gd name="T26" fmla="*/ 78 w 78"/>
                <a:gd name="T27" fmla="*/ 51 h 52"/>
                <a:gd name="T28" fmla="*/ 78 w 78"/>
                <a:gd name="T29" fmla="*/ 51 h 52"/>
                <a:gd name="T30" fmla="*/ 78 w 78"/>
                <a:gd name="T31" fmla="*/ 51 h 52"/>
                <a:gd name="T32" fmla="*/ 78 w 78"/>
                <a:gd name="T33" fmla="*/ 51 h 52"/>
                <a:gd name="T34" fmla="*/ 78 w 78"/>
                <a:gd name="T35" fmla="*/ 51 h 52"/>
                <a:gd name="T36" fmla="*/ 78 w 78"/>
                <a:gd name="T37" fmla="*/ 51 h 52"/>
                <a:gd name="T38" fmla="*/ 78 w 78"/>
                <a:gd name="T39" fmla="*/ 50 h 52"/>
                <a:gd name="T40" fmla="*/ 78 w 78"/>
                <a:gd name="T41" fmla="*/ 50 h 52"/>
                <a:gd name="T42" fmla="*/ 78 w 78"/>
                <a:gd name="T43" fmla="*/ 50 h 52"/>
                <a:gd name="T44" fmla="*/ 78 w 78"/>
                <a:gd name="T45" fmla="*/ 50 h 52"/>
                <a:gd name="T46" fmla="*/ 78 w 78"/>
                <a:gd name="T47" fmla="*/ 50 h 52"/>
                <a:gd name="T48" fmla="*/ 78 w 78"/>
                <a:gd name="T49" fmla="*/ 50 h 52"/>
                <a:gd name="T50" fmla="*/ 78 w 78"/>
                <a:gd name="T51" fmla="*/ 49 h 52"/>
                <a:gd name="T52" fmla="*/ 78 w 78"/>
                <a:gd name="T53" fmla="*/ 49 h 52"/>
                <a:gd name="T54" fmla="*/ 78 w 78"/>
                <a:gd name="T55" fmla="*/ 49 h 52"/>
                <a:gd name="T56" fmla="*/ 78 w 78"/>
                <a:gd name="T57" fmla="*/ 49 h 52"/>
                <a:gd name="T58" fmla="*/ 78 w 78"/>
                <a:gd name="T59" fmla="*/ 49 h 52"/>
                <a:gd name="T60" fmla="*/ 78 w 78"/>
                <a:gd name="T61" fmla="*/ 49 h 52"/>
                <a:gd name="T62" fmla="*/ 52 w 78"/>
                <a:gd name="T63" fmla="*/ 7 h 52"/>
                <a:gd name="T64" fmla="*/ 52 w 78"/>
                <a:gd name="T65" fmla="*/ 7 h 52"/>
                <a:gd name="T66" fmla="*/ 52 w 78"/>
                <a:gd name="T67" fmla="*/ 7 h 52"/>
                <a:gd name="T68" fmla="*/ 26 w 78"/>
                <a:gd name="T6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" h="52">
                  <a:moveTo>
                    <a:pt x="26" y="0"/>
                  </a:moveTo>
                  <a:cubicBezTo>
                    <a:pt x="17" y="0"/>
                    <a:pt x="8" y="3"/>
                    <a:pt x="0" y="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8" y="51"/>
                    <a:pt x="78" y="51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7" y="31"/>
                    <a:pt x="67" y="16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45" y="3"/>
                    <a:pt x="36" y="0"/>
                    <a:pt x="26" y="0"/>
                  </a:cubicBezTo>
                </a:path>
              </a:pathLst>
            </a:cu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" name="Freeform 3244">
              <a:extLst>
                <a:ext uri="{FF2B5EF4-FFF2-40B4-BE49-F238E27FC236}">
                  <a16:creationId xmlns:a16="http://schemas.microsoft.com/office/drawing/2014/main" id="{A120AE1E-BBC4-8A8A-9006-028B82FC0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694113"/>
              <a:ext cx="188913" cy="23813"/>
            </a:xfrm>
            <a:custGeom>
              <a:avLst/>
              <a:gdLst>
                <a:gd name="T0" fmla="*/ 119 w 119"/>
                <a:gd name="T1" fmla="*/ 0 h 15"/>
                <a:gd name="T2" fmla="*/ 5 w 119"/>
                <a:gd name="T3" fmla="*/ 0 h 15"/>
                <a:gd name="T4" fmla="*/ 0 w 119"/>
                <a:gd name="T5" fmla="*/ 0 h 15"/>
                <a:gd name="T6" fmla="*/ 0 w 119"/>
                <a:gd name="T7" fmla="*/ 15 h 15"/>
                <a:gd name="T8" fmla="*/ 82 w 119"/>
                <a:gd name="T9" fmla="*/ 15 h 15"/>
                <a:gd name="T10" fmla="*/ 109 w 119"/>
                <a:gd name="T11" fmla="*/ 15 h 15"/>
                <a:gd name="T12" fmla="*/ 119 w 119"/>
                <a:gd name="T13" fmla="*/ 15 h 15"/>
                <a:gd name="T14" fmla="*/ 119 w 119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5">
                  <a:moveTo>
                    <a:pt x="119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82" y="15"/>
                  </a:lnTo>
                  <a:lnTo>
                    <a:pt x="109" y="15"/>
                  </a:lnTo>
                  <a:lnTo>
                    <a:pt x="119" y="15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4" name="Freeform 3245">
              <a:extLst>
                <a:ext uri="{FF2B5EF4-FFF2-40B4-BE49-F238E27FC236}">
                  <a16:creationId xmlns:a16="http://schemas.microsoft.com/office/drawing/2014/main" id="{C2D94110-552D-6DC2-43FB-4A2D72D65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694113"/>
              <a:ext cx="188913" cy="23813"/>
            </a:xfrm>
            <a:custGeom>
              <a:avLst/>
              <a:gdLst>
                <a:gd name="T0" fmla="*/ 119 w 119"/>
                <a:gd name="T1" fmla="*/ 0 h 15"/>
                <a:gd name="T2" fmla="*/ 5 w 119"/>
                <a:gd name="T3" fmla="*/ 0 h 15"/>
                <a:gd name="T4" fmla="*/ 0 w 119"/>
                <a:gd name="T5" fmla="*/ 0 h 15"/>
                <a:gd name="T6" fmla="*/ 0 w 119"/>
                <a:gd name="T7" fmla="*/ 15 h 15"/>
                <a:gd name="T8" fmla="*/ 82 w 119"/>
                <a:gd name="T9" fmla="*/ 15 h 15"/>
                <a:gd name="T10" fmla="*/ 109 w 119"/>
                <a:gd name="T11" fmla="*/ 15 h 15"/>
                <a:gd name="T12" fmla="*/ 119 w 119"/>
                <a:gd name="T13" fmla="*/ 15 h 15"/>
                <a:gd name="T14" fmla="*/ 119 w 119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5">
                  <a:moveTo>
                    <a:pt x="119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15"/>
                  </a:lnTo>
                  <a:lnTo>
                    <a:pt x="82" y="15"/>
                  </a:lnTo>
                  <a:lnTo>
                    <a:pt x="109" y="15"/>
                  </a:lnTo>
                  <a:lnTo>
                    <a:pt x="119" y="15"/>
                  </a:lnTo>
                  <a:lnTo>
                    <a:pt x="1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5" name="Freeform 3246">
              <a:extLst>
                <a:ext uri="{FF2B5EF4-FFF2-40B4-BE49-F238E27FC236}">
                  <a16:creationId xmlns:a16="http://schemas.microsoft.com/office/drawing/2014/main" id="{88A98DCD-2888-4F82-7FC2-CB303FA35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00438"/>
              <a:ext cx="152400" cy="134938"/>
            </a:xfrm>
            <a:custGeom>
              <a:avLst/>
              <a:gdLst>
                <a:gd name="T0" fmla="*/ 4 w 188"/>
                <a:gd name="T1" fmla="*/ 0 h 167"/>
                <a:gd name="T2" fmla="*/ 0 w 188"/>
                <a:gd name="T3" fmla="*/ 0 h 167"/>
                <a:gd name="T4" fmla="*/ 0 w 188"/>
                <a:gd name="T5" fmla="*/ 14 h 167"/>
                <a:gd name="T6" fmla="*/ 9 w 188"/>
                <a:gd name="T7" fmla="*/ 6 h 167"/>
                <a:gd name="T8" fmla="*/ 139 w 188"/>
                <a:gd name="T9" fmla="*/ 122 h 167"/>
                <a:gd name="T10" fmla="*/ 188 w 188"/>
                <a:gd name="T11" fmla="*/ 167 h 167"/>
                <a:gd name="T12" fmla="*/ 110 w 188"/>
                <a:gd name="T13" fmla="*/ 37 h 167"/>
                <a:gd name="T14" fmla="*/ 4 w 188"/>
                <a:gd name="T15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67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88" y="167"/>
                    <a:pt x="188" y="167"/>
                    <a:pt x="188" y="167"/>
                  </a:cubicBezTo>
                  <a:cubicBezTo>
                    <a:pt x="177" y="113"/>
                    <a:pt x="149" y="67"/>
                    <a:pt x="110" y="37"/>
                  </a:cubicBezTo>
                  <a:cubicBezTo>
                    <a:pt x="80" y="14"/>
                    <a:pt x="43" y="0"/>
                    <a:pt x="4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6" name="Freeform 3247">
              <a:extLst>
                <a:ext uri="{FF2B5EF4-FFF2-40B4-BE49-F238E27FC236}">
                  <a16:creationId xmlns:a16="http://schemas.microsoft.com/office/drawing/2014/main" id="{7D03994F-3680-3789-CA5E-00AB73CA9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8973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7" name="Freeform 3248">
              <a:extLst>
                <a:ext uri="{FF2B5EF4-FFF2-40B4-BE49-F238E27FC236}">
                  <a16:creationId xmlns:a16="http://schemas.microsoft.com/office/drawing/2014/main" id="{31D42888-E4AD-5E51-6DDA-13EAC3534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8973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8" name="Freeform 3249">
              <a:extLst>
                <a:ext uri="{FF2B5EF4-FFF2-40B4-BE49-F238E27FC236}">
                  <a16:creationId xmlns:a16="http://schemas.microsoft.com/office/drawing/2014/main" id="{E0E6DE05-2AD5-B1FB-F434-385AA6B69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100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4 h 8"/>
                <a:gd name="T12" fmla="*/ 82 w 8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" name="Freeform 3250">
              <a:extLst>
                <a:ext uri="{FF2B5EF4-FFF2-40B4-BE49-F238E27FC236}">
                  <a16:creationId xmlns:a16="http://schemas.microsoft.com/office/drawing/2014/main" id="{46C6C9E9-DFCD-5E59-3760-F51395DC9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10013"/>
              <a:ext cx="130175" cy="12700"/>
            </a:xfrm>
            <a:custGeom>
              <a:avLst/>
              <a:gdLst>
                <a:gd name="T0" fmla="*/ 82 w 82"/>
                <a:gd name="T1" fmla="*/ 0 h 8"/>
                <a:gd name="T2" fmla="*/ 82 w 82"/>
                <a:gd name="T3" fmla="*/ 0 h 8"/>
                <a:gd name="T4" fmla="*/ 0 w 82"/>
                <a:gd name="T5" fmla="*/ 0 h 8"/>
                <a:gd name="T6" fmla="*/ 0 w 82"/>
                <a:gd name="T7" fmla="*/ 8 h 8"/>
                <a:gd name="T8" fmla="*/ 82 w 82"/>
                <a:gd name="T9" fmla="*/ 8 h 8"/>
                <a:gd name="T10" fmla="*/ 82 w 82"/>
                <a:gd name="T11" fmla="*/ 4 h 8"/>
                <a:gd name="T12" fmla="*/ 82 w 8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8">
                  <a:moveTo>
                    <a:pt x="82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0" name="Rectangle 3251">
              <a:extLst>
                <a:ext uri="{FF2B5EF4-FFF2-40B4-BE49-F238E27FC236}">
                  <a16:creationId xmlns:a16="http://schemas.microsoft.com/office/drawing/2014/main" id="{FEEB46B8-EDF9-80D9-8442-D965C8E68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22713"/>
              <a:ext cx="130175" cy="1588"/>
            </a:xfrm>
            <a:prstGeom prst="rect">
              <a:avLst/>
            </a:prstGeom>
            <a:solidFill>
              <a:srgbClr val="82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1" name="Rectangle 3252">
              <a:extLst>
                <a:ext uri="{FF2B5EF4-FFF2-40B4-BE49-F238E27FC236}">
                  <a16:creationId xmlns:a16="http://schemas.microsoft.com/office/drawing/2014/main" id="{FF20A601-7831-B405-39DF-1FB9F4278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22713"/>
              <a:ext cx="130175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" name="Freeform 3253">
              <a:extLst>
                <a:ext uri="{FF2B5EF4-FFF2-40B4-BE49-F238E27FC236}">
                  <a16:creationId xmlns:a16="http://schemas.microsoft.com/office/drawing/2014/main" id="{E70BCA4A-0E5E-730E-75EF-1253F95BD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24301"/>
              <a:ext cx="139700" cy="12700"/>
            </a:xfrm>
            <a:custGeom>
              <a:avLst/>
              <a:gdLst>
                <a:gd name="T0" fmla="*/ 88 w 88"/>
                <a:gd name="T1" fmla="*/ 0 h 8"/>
                <a:gd name="T2" fmla="*/ 82 w 88"/>
                <a:gd name="T3" fmla="*/ 0 h 8"/>
                <a:gd name="T4" fmla="*/ 0 w 88"/>
                <a:gd name="T5" fmla="*/ 0 h 8"/>
                <a:gd name="T6" fmla="*/ 0 w 88"/>
                <a:gd name="T7" fmla="*/ 8 h 8"/>
                <a:gd name="T8" fmla="*/ 88 w 88"/>
                <a:gd name="T9" fmla="*/ 8 h 8"/>
                <a:gd name="T10" fmla="*/ 88 w 8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8">
                  <a:moveTo>
                    <a:pt x="88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8" y="8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3" name="Freeform 3254">
              <a:extLst>
                <a:ext uri="{FF2B5EF4-FFF2-40B4-BE49-F238E27FC236}">
                  <a16:creationId xmlns:a16="http://schemas.microsoft.com/office/drawing/2014/main" id="{1C1F3D1F-5803-FAB0-082A-8F8E89CF7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24301"/>
              <a:ext cx="139700" cy="12700"/>
            </a:xfrm>
            <a:custGeom>
              <a:avLst/>
              <a:gdLst>
                <a:gd name="T0" fmla="*/ 88 w 88"/>
                <a:gd name="T1" fmla="*/ 0 h 8"/>
                <a:gd name="T2" fmla="*/ 82 w 88"/>
                <a:gd name="T3" fmla="*/ 0 h 8"/>
                <a:gd name="T4" fmla="*/ 0 w 88"/>
                <a:gd name="T5" fmla="*/ 0 h 8"/>
                <a:gd name="T6" fmla="*/ 0 w 88"/>
                <a:gd name="T7" fmla="*/ 8 h 8"/>
                <a:gd name="T8" fmla="*/ 88 w 88"/>
                <a:gd name="T9" fmla="*/ 8 h 8"/>
                <a:gd name="T10" fmla="*/ 88 w 8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8">
                  <a:moveTo>
                    <a:pt x="88" y="0"/>
                  </a:moveTo>
                  <a:lnTo>
                    <a:pt x="82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8" y="8"/>
                  </a:lnTo>
                  <a:lnTo>
                    <a:pt x="8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" name="Rectangle 3255">
              <a:extLst>
                <a:ext uri="{FF2B5EF4-FFF2-40B4-BE49-F238E27FC236}">
                  <a16:creationId xmlns:a16="http://schemas.microsoft.com/office/drawing/2014/main" id="{492566C3-7986-4A04-E096-5CD22057F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37001"/>
              <a:ext cx="139700" cy="1588"/>
            </a:xfrm>
            <a:prstGeom prst="rect">
              <a:avLst/>
            </a:prstGeom>
            <a:solidFill>
              <a:srgbClr val="8285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5" name="Rectangle 3256">
              <a:extLst>
                <a:ext uri="{FF2B5EF4-FFF2-40B4-BE49-F238E27FC236}">
                  <a16:creationId xmlns:a16="http://schemas.microsoft.com/office/drawing/2014/main" id="{515BC63B-EFB9-5F78-6B63-51C2D5E82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613" y="3937001"/>
              <a:ext cx="139700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6" name="Freeform 3257">
              <a:extLst>
                <a:ext uri="{FF2B5EF4-FFF2-40B4-BE49-F238E27FC236}">
                  <a16:creationId xmlns:a16="http://schemas.microsoft.com/office/drawing/2014/main" id="{83BBF1BF-3BC2-5506-B7FF-1B347152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38588"/>
              <a:ext cx="153988" cy="15875"/>
            </a:xfrm>
            <a:custGeom>
              <a:avLst/>
              <a:gdLst>
                <a:gd name="T0" fmla="*/ 97 w 97"/>
                <a:gd name="T1" fmla="*/ 0 h 10"/>
                <a:gd name="T2" fmla="*/ 88 w 97"/>
                <a:gd name="T3" fmla="*/ 0 h 10"/>
                <a:gd name="T4" fmla="*/ 0 w 97"/>
                <a:gd name="T5" fmla="*/ 0 h 10"/>
                <a:gd name="T6" fmla="*/ 0 w 97"/>
                <a:gd name="T7" fmla="*/ 10 h 10"/>
                <a:gd name="T8" fmla="*/ 97 w 97"/>
                <a:gd name="T9" fmla="*/ 10 h 10"/>
                <a:gd name="T10" fmla="*/ 97 w 97"/>
                <a:gd name="T11" fmla="*/ 9 h 10"/>
                <a:gd name="T12" fmla="*/ 97 w 97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0">
                  <a:moveTo>
                    <a:pt x="97" y="0"/>
                  </a:moveTo>
                  <a:lnTo>
                    <a:pt x="88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7" y="10"/>
                  </a:lnTo>
                  <a:lnTo>
                    <a:pt x="97" y="9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7" name="Freeform 3258">
              <a:extLst>
                <a:ext uri="{FF2B5EF4-FFF2-40B4-BE49-F238E27FC236}">
                  <a16:creationId xmlns:a16="http://schemas.microsoft.com/office/drawing/2014/main" id="{A8257AD3-5C21-C2BA-E966-106667C88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938588"/>
              <a:ext cx="153988" cy="15875"/>
            </a:xfrm>
            <a:custGeom>
              <a:avLst/>
              <a:gdLst>
                <a:gd name="T0" fmla="*/ 97 w 97"/>
                <a:gd name="T1" fmla="*/ 0 h 10"/>
                <a:gd name="T2" fmla="*/ 88 w 97"/>
                <a:gd name="T3" fmla="*/ 0 h 10"/>
                <a:gd name="T4" fmla="*/ 0 w 97"/>
                <a:gd name="T5" fmla="*/ 0 h 10"/>
                <a:gd name="T6" fmla="*/ 0 w 97"/>
                <a:gd name="T7" fmla="*/ 10 h 10"/>
                <a:gd name="T8" fmla="*/ 97 w 97"/>
                <a:gd name="T9" fmla="*/ 10 h 10"/>
                <a:gd name="T10" fmla="*/ 97 w 97"/>
                <a:gd name="T11" fmla="*/ 9 h 10"/>
                <a:gd name="T12" fmla="*/ 97 w 97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0">
                  <a:moveTo>
                    <a:pt x="97" y="0"/>
                  </a:moveTo>
                  <a:lnTo>
                    <a:pt x="88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7" y="10"/>
                  </a:lnTo>
                  <a:lnTo>
                    <a:pt x="97" y="9"/>
                  </a:lnTo>
                  <a:lnTo>
                    <a:pt x="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8" name="Rectangle 3259">
              <a:extLst>
                <a:ext uri="{FF2B5EF4-FFF2-40B4-BE49-F238E27FC236}">
                  <a16:creationId xmlns:a16="http://schemas.microsoft.com/office/drawing/2014/main" id="{15304A9C-F303-C437-AA24-B9F287010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9" name="Rectangle 3260">
              <a:extLst>
                <a:ext uri="{FF2B5EF4-FFF2-40B4-BE49-F238E27FC236}">
                  <a16:creationId xmlns:a16="http://schemas.microsoft.com/office/drawing/2014/main" id="{ABE6DECE-A146-0CD7-C767-1092575B9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113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0" name="Rectangle 3261">
              <a:extLst>
                <a:ext uri="{FF2B5EF4-FFF2-40B4-BE49-F238E27FC236}">
                  <a16:creationId xmlns:a16="http://schemas.microsoft.com/office/drawing/2014/main" id="{D73F51DD-29A8-44FD-9A57-958CF7330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1" name="Rectangle 3262">
              <a:extLst>
                <a:ext uri="{FF2B5EF4-FFF2-40B4-BE49-F238E27FC236}">
                  <a16:creationId xmlns:a16="http://schemas.microsoft.com/office/drawing/2014/main" id="{4AC42BD0-793C-9FD7-1492-EE1BC84E9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038" y="3668713"/>
              <a:ext cx="6191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2" name="Rectangle 3263">
              <a:extLst>
                <a:ext uri="{FF2B5EF4-FFF2-40B4-BE49-F238E27FC236}">
                  <a16:creationId xmlns:a16="http://schemas.microsoft.com/office/drawing/2014/main" id="{26FFD52F-86C0-AF95-DC74-D46825A61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3" name="Rectangle 3264">
              <a:extLst>
                <a:ext uri="{FF2B5EF4-FFF2-40B4-BE49-F238E27FC236}">
                  <a16:creationId xmlns:a16="http://schemas.microsoft.com/office/drawing/2014/main" id="{43ABBAB9-04ED-5201-3CB6-C4A8F218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50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4" name="Rectangle 3265">
              <a:extLst>
                <a:ext uri="{FF2B5EF4-FFF2-40B4-BE49-F238E27FC236}">
                  <a16:creationId xmlns:a16="http://schemas.microsoft.com/office/drawing/2014/main" id="{9C12BCD0-DCAE-D721-E229-5799D1D58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solidFill>
              <a:srgbClr val="686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5" name="Rectangle 3266">
              <a:extLst>
                <a:ext uri="{FF2B5EF4-FFF2-40B4-BE49-F238E27FC236}">
                  <a16:creationId xmlns:a16="http://schemas.microsoft.com/office/drawing/2014/main" id="{68419F40-2D3E-9CE4-1D90-58A250EE0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988" y="3732213"/>
              <a:ext cx="30163" cy="144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6" name="Freeform 3267">
              <a:extLst>
                <a:ext uri="{FF2B5EF4-FFF2-40B4-BE49-F238E27FC236}">
                  <a16:creationId xmlns:a16="http://schemas.microsoft.com/office/drawing/2014/main" id="{BE1C6667-F131-C5A4-C1DD-12D66157D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05201"/>
              <a:ext cx="217488" cy="188913"/>
            </a:xfrm>
            <a:custGeom>
              <a:avLst/>
              <a:gdLst>
                <a:gd name="T0" fmla="*/ 5 w 137"/>
                <a:gd name="T1" fmla="*/ 0 h 119"/>
                <a:gd name="T2" fmla="*/ 0 w 137"/>
                <a:gd name="T3" fmla="*/ 4 h 119"/>
                <a:gd name="T4" fmla="*/ 0 w 137"/>
                <a:gd name="T5" fmla="*/ 14 h 119"/>
                <a:gd name="T6" fmla="*/ 5 w 137"/>
                <a:gd name="T7" fmla="*/ 10 h 119"/>
                <a:gd name="T8" fmla="*/ 60 w 137"/>
                <a:gd name="T9" fmla="*/ 59 h 119"/>
                <a:gd name="T10" fmla="*/ 114 w 137"/>
                <a:gd name="T11" fmla="*/ 109 h 119"/>
                <a:gd name="T12" fmla="*/ 5 w 137"/>
                <a:gd name="T13" fmla="*/ 109 h 119"/>
                <a:gd name="T14" fmla="*/ 0 w 137"/>
                <a:gd name="T15" fmla="*/ 109 h 119"/>
                <a:gd name="T16" fmla="*/ 0 w 137"/>
                <a:gd name="T17" fmla="*/ 119 h 119"/>
                <a:gd name="T18" fmla="*/ 5 w 137"/>
                <a:gd name="T19" fmla="*/ 119 h 119"/>
                <a:gd name="T20" fmla="*/ 119 w 137"/>
                <a:gd name="T21" fmla="*/ 119 h 119"/>
                <a:gd name="T22" fmla="*/ 137 w 137"/>
                <a:gd name="T23" fmla="*/ 119 h 119"/>
                <a:gd name="T24" fmla="*/ 119 w 137"/>
                <a:gd name="T25" fmla="*/ 102 h 119"/>
                <a:gd name="T26" fmla="*/ 107 w 137"/>
                <a:gd name="T27" fmla="*/ 92 h 119"/>
                <a:gd name="T28" fmla="*/ 96 w 137"/>
                <a:gd name="T29" fmla="*/ 82 h 119"/>
                <a:gd name="T30" fmla="*/ 71 w 137"/>
                <a:gd name="T31" fmla="*/ 59 h 119"/>
                <a:gd name="T32" fmla="*/ 5 w 13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11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60" y="59"/>
                  </a:lnTo>
                  <a:lnTo>
                    <a:pt x="114" y="109"/>
                  </a:lnTo>
                  <a:lnTo>
                    <a:pt x="5" y="109"/>
                  </a:lnTo>
                  <a:lnTo>
                    <a:pt x="0" y="109"/>
                  </a:lnTo>
                  <a:lnTo>
                    <a:pt x="0" y="119"/>
                  </a:lnTo>
                  <a:lnTo>
                    <a:pt x="5" y="119"/>
                  </a:lnTo>
                  <a:lnTo>
                    <a:pt x="119" y="119"/>
                  </a:lnTo>
                  <a:lnTo>
                    <a:pt x="137" y="119"/>
                  </a:lnTo>
                  <a:lnTo>
                    <a:pt x="119" y="102"/>
                  </a:lnTo>
                  <a:lnTo>
                    <a:pt x="107" y="92"/>
                  </a:lnTo>
                  <a:lnTo>
                    <a:pt x="96" y="82"/>
                  </a:lnTo>
                  <a:lnTo>
                    <a:pt x="71" y="5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1D3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7" name="Freeform 3268">
              <a:extLst>
                <a:ext uri="{FF2B5EF4-FFF2-40B4-BE49-F238E27FC236}">
                  <a16:creationId xmlns:a16="http://schemas.microsoft.com/office/drawing/2014/main" id="{D02A3C19-4209-3417-8768-A8AF5DF6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05201"/>
              <a:ext cx="217488" cy="188913"/>
            </a:xfrm>
            <a:custGeom>
              <a:avLst/>
              <a:gdLst>
                <a:gd name="T0" fmla="*/ 5 w 137"/>
                <a:gd name="T1" fmla="*/ 0 h 119"/>
                <a:gd name="T2" fmla="*/ 0 w 137"/>
                <a:gd name="T3" fmla="*/ 4 h 119"/>
                <a:gd name="T4" fmla="*/ 0 w 137"/>
                <a:gd name="T5" fmla="*/ 14 h 119"/>
                <a:gd name="T6" fmla="*/ 5 w 137"/>
                <a:gd name="T7" fmla="*/ 10 h 119"/>
                <a:gd name="T8" fmla="*/ 60 w 137"/>
                <a:gd name="T9" fmla="*/ 59 h 119"/>
                <a:gd name="T10" fmla="*/ 114 w 137"/>
                <a:gd name="T11" fmla="*/ 109 h 119"/>
                <a:gd name="T12" fmla="*/ 5 w 137"/>
                <a:gd name="T13" fmla="*/ 109 h 119"/>
                <a:gd name="T14" fmla="*/ 0 w 137"/>
                <a:gd name="T15" fmla="*/ 109 h 119"/>
                <a:gd name="T16" fmla="*/ 0 w 137"/>
                <a:gd name="T17" fmla="*/ 119 h 119"/>
                <a:gd name="T18" fmla="*/ 5 w 137"/>
                <a:gd name="T19" fmla="*/ 119 h 119"/>
                <a:gd name="T20" fmla="*/ 119 w 137"/>
                <a:gd name="T21" fmla="*/ 119 h 119"/>
                <a:gd name="T22" fmla="*/ 137 w 137"/>
                <a:gd name="T23" fmla="*/ 119 h 119"/>
                <a:gd name="T24" fmla="*/ 119 w 137"/>
                <a:gd name="T25" fmla="*/ 102 h 119"/>
                <a:gd name="T26" fmla="*/ 107 w 137"/>
                <a:gd name="T27" fmla="*/ 92 h 119"/>
                <a:gd name="T28" fmla="*/ 96 w 137"/>
                <a:gd name="T29" fmla="*/ 82 h 119"/>
                <a:gd name="T30" fmla="*/ 71 w 137"/>
                <a:gd name="T31" fmla="*/ 59 h 119"/>
                <a:gd name="T32" fmla="*/ 5 w 13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11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60" y="59"/>
                  </a:lnTo>
                  <a:lnTo>
                    <a:pt x="114" y="109"/>
                  </a:lnTo>
                  <a:lnTo>
                    <a:pt x="5" y="109"/>
                  </a:lnTo>
                  <a:lnTo>
                    <a:pt x="0" y="109"/>
                  </a:lnTo>
                  <a:lnTo>
                    <a:pt x="0" y="119"/>
                  </a:lnTo>
                  <a:lnTo>
                    <a:pt x="5" y="119"/>
                  </a:lnTo>
                  <a:lnTo>
                    <a:pt x="119" y="119"/>
                  </a:lnTo>
                  <a:lnTo>
                    <a:pt x="137" y="119"/>
                  </a:lnTo>
                  <a:lnTo>
                    <a:pt x="119" y="102"/>
                  </a:lnTo>
                  <a:lnTo>
                    <a:pt x="107" y="92"/>
                  </a:lnTo>
                  <a:lnTo>
                    <a:pt x="96" y="82"/>
                  </a:lnTo>
                  <a:lnTo>
                    <a:pt x="71" y="59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8" name="Freeform 3269">
              <a:extLst>
                <a:ext uri="{FF2B5EF4-FFF2-40B4-BE49-F238E27FC236}">
                  <a16:creationId xmlns:a16="http://schemas.microsoft.com/office/drawing/2014/main" id="{7B6338FB-E224-C747-B4C3-49205FD6F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21076"/>
              <a:ext cx="180975" cy="157163"/>
            </a:xfrm>
            <a:custGeom>
              <a:avLst/>
              <a:gdLst>
                <a:gd name="T0" fmla="*/ 5 w 114"/>
                <a:gd name="T1" fmla="*/ 0 h 99"/>
                <a:gd name="T2" fmla="*/ 0 w 114"/>
                <a:gd name="T3" fmla="*/ 4 h 99"/>
                <a:gd name="T4" fmla="*/ 0 w 114"/>
                <a:gd name="T5" fmla="*/ 14 h 99"/>
                <a:gd name="T6" fmla="*/ 5 w 114"/>
                <a:gd name="T7" fmla="*/ 10 h 99"/>
                <a:gd name="T8" fmla="*/ 49 w 114"/>
                <a:gd name="T9" fmla="*/ 49 h 99"/>
                <a:gd name="T10" fmla="*/ 93 w 114"/>
                <a:gd name="T11" fmla="*/ 89 h 99"/>
                <a:gd name="T12" fmla="*/ 5 w 114"/>
                <a:gd name="T13" fmla="*/ 89 h 99"/>
                <a:gd name="T14" fmla="*/ 0 w 114"/>
                <a:gd name="T15" fmla="*/ 89 h 99"/>
                <a:gd name="T16" fmla="*/ 0 w 114"/>
                <a:gd name="T17" fmla="*/ 99 h 99"/>
                <a:gd name="T18" fmla="*/ 5 w 114"/>
                <a:gd name="T19" fmla="*/ 99 h 99"/>
                <a:gd name="T20" fmla="*/ 114 w 114"/>
                <a:gd name="T21" fmla="*/ 99 h 99"/>
                <a:gd name="T22" fmla="*/ 60 w 114"/>
                <a:gd name="T23" fmla="*/ 49 h 99"/>
                <a:gd name="T24" fmla="*/ 5 w 114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4" h="9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49" y="49"/>
                  </a:lnTo>
                  <a:lnTo>
                    <a:pt x="93" y="89"/>
                  </a:lnTo>
                  <a:lnTo>
                    <a:pt x="5" y="89"/>
                  </a:lnTo>
                  <a:lnTo>
                    <a:pt x="0" y="89"/>
                  </a:lnTo>
                  <a:lnTo>
                    <a:pt x="0" y="99"/>
                  </a:lnTo>
                  <a:lnTo>
                    <a:pt x="5" y="99"/>
                  </a:lnTo>
                  <a:lnTo>
                    <a:pt x="114" y="99"/>
                  </a:lnTo>
                  <a:lnTo>
                    <a:pt x="60" y="4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9" name="Freeform 3270">
              <a:extLst>
                <a:ext uri="{FF2B5EF4-FFF2-40B4-BE49-F238E27FC236}">
                  <a16:creationId xmlns:a16="http://schemas.microsoft.com/office/drawing/2014/main" id="{65F190AC-1224-43F2-C0D8-B22A8777F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613" y="3521076"/>
              <a:ext cx="180975" cy="157163"/>
            </a:xfrm>
            <a:custGeom>
              <a:avLst/>
              <a:gdLst>
                <a:gd name="T0" fmla="*/ 5 w 114"/>
                <a:gd name="T1" fmla="*/ 0 h 99"/>
                <a:gd name="T2" fmla="*/ 0 w 114"/>
                <a:gd name="T3" fmla="*/ 4 h 99"/>
                <a:gd name="T4" fmla="*/ 0 w 114"/>
                <a:gd name="T5" fmla="*/ 14 h 99"/>
                <a:gd name="T6" fmla="*/ 5 w 114"/>
                <a:gd name="T7" fmla="*/ 10 h 99"/>
                <a:gd name="T8" fmla="*/ 49 w 114"/>
                <a:gd name="T9" fmla="*/ 49 h 99"/>
                <a:gd name="T10" fmla="*/ 93 w 114"/>
                <a:gd name="T11" fmla="*/ 89 h 99"/>
                <a:gd name="T12" fmla="*/ 5 w 114"/>
                <a:gd name="T13" fmla="*/ 89 h 99"/>
                <a:gd name="T14" fmla="*/ 0 w 114"/>
                <a:gd name="T15" fmla="*/ 89 h 99"/>
                <a:gd name="T16" fmla="*/ 0 w 114"/>
                <a:gd name="T17" fmla="*/ 99 h 99"/>
                <a:gd name="T18" fmla="*/ 5 w 114"/>
                <a:gd name="T19" fmla="*/ 99 h 99"/>
                <a:gd name="T20" fmla="*/ 114 w 114"/>
                <a:gd name="T21" fmla="*/ 99 h 99"/>
                <a:gd name="T22" fmla="*/ 60 w 114"/>
                <a:gd name="T23" fmla="*/ 49 h 99"/>
                <a:gd name="T24" fmla="*/ 5 w 114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4" h="99">
                  <a:moveTo>
                    <a:pt x="5" y="0"/>
                  </a:moveTo>
                  <a:lnTo>
                    <a:pt x="0" y="4"/>
                  </a:lnTo>
                  <a:lnTo>
                    <a:pt x="0" y="14"/>
                  </a:lnTo>
                  <a:lnTo>
                    <a:pt x="5" y="10"/>
                  </a:lnTo>
                  <a:lnTo>
                    <a:pt x="49" y="49"/>
                  </a:lnTo>
                  <a:lnTo>
                    <a:pt x="93" y="89"/>
                  </a:lnTo>
                  <a:lnTo>
                    <a:pt x="5" y="89"/>
                  </a:lnTo>
                  <a:lnTo>
                    <a:pt x="0" y="89"/>
                  </a:lnTo>
                  <a:lnTo>
                    <a:pt x="0" y="99"/>
                  </a:lnTo>
                  <a:lnTo>
                    <a:pt x="5" y="99"/>
                  </a:lnTo>
                  <a:lnTo>
                    <a:pt x="114" y="99"/>
                  </a:lnTo>
                  <a:lnTo>
                    <a:pt x="60" y="49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0" name="Freeform 3271">
              <a:extLst>
                <a:ext uri="{FF2B5EF4-FFF2-40B4-BE49-F238E27FC236}">
                  <a16:creationId xmlns:a16="http://schemas.microsoft.com/office/drawing/2014/main" id="{4BF304F4-5CA2-37DB-CF43-4B5070497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613" y="3536951"/>
              <a:ext cx="147638" cy="125413"/>
            </a:xfrm>
            <a:custGeom>
              <a:avLst/>
              <a:gdLst>
                <a:gd name="T0" fmla="*/ 4 w 182"/>
                <a:gd name="T1" fmla="*/ 103 h 155"/>
                <a:gd name="T2" fmla="*/ 9 w 182"/>
                <a:gd name="T3" fmla="*/ 97 h 155"/>
                <a:gd name="T4" fmla="*/ 52 w 182"/>
                <a:gd name="T5" fmla="*/ 95 h 155"/>
                <a:gd name="T6" fmla="*/ 55 w 182"/>
                <a:gd name="T7" fmla="*/ 115 h 155"/>
                <a:gd name="T8" fmla="*/ 91 w 182"/>
                <a:gd name="T9" fmla="*/ 95 h 155"/>
                <a:gd name="T10" fmla="*/ 86 w 182"/>
                <a:gd name="T11" fmla="*/ 109 h 155"/>
                <a:gd name="T12" fmla="*/ 74 w 182"/>
                <a:gd name="T13" fmla="*/ 124 h 155"/>
                <a:gd name="T14" fmla="*/ 77 w 182"/>
                <a:gd name="T15" fmla="*/ 119 h 155"/>
                <a:gd name="T16" fmla="*/ 80 w 182"/>
                <a:gd name="T17" fmla="*/ 114 h 155"/>
                <a:gd name="T18" fmla="*/ 72 w 182"/>
                <a:gd name="T19" fmla="*/ 95 h 155"/>
                <a:gd name="T20" fmla="*/ 81 w 182"/>
                <a:gd name="T21" fmla="*/ 107 h 155"/>
                <a:gd name="T22" fmla="*/ 82 w 182"/>
                <a:gd name="T23" fmla="*/ 111 h 155"/>
                <a:gd name="T24" fmla="*/ 87 w 182"/>
                <a:gd name="T25" fmla="*/ 95 h 155"/>
                <a:gd name="T26" fmla="*/ 10 w 182"/>
                <a:gd name="T27" fmla="*/ 115 h 155"/>
                <a:gd name="T28" fmla="*/ 10 w 182"/>
                <a:gd name="T29" fmla="*/ 95 h 155"/>
                <a:gd name="T30" fmla="*/ 18 w 182"/>
                <a:gd name="T31" fmla="*/ 106 h 155"/>
                <a:gd name="T32" fmla="*/ 11 w 182"/>
                <a:gd name="T33" fmla="*/ 113 h 155"/>
                <a:gd name="T34" fmla="*/ 17 w 182"/>
                <a:gd name="T35" fmla="*/ 114 h 155"/>
                <a:gd name="T36" fmla="*/ 25 w 182"/>
                <a:gd name="T37" fmla="*/ 99 h 155"/>
                <a:gd name="T38" fmla="*/ 31 w 182"/>
                <a:gd name="T39" fmla="*/ 95 h 155"/>
                <a:gd name="T40" fmla="*/ 32 w 182"/>
                <a:gd name="T41" fmla="*/ 98 h 155"/>
                <a:gd name="T42" fmla="*/ 26 w 182"/>
                <a:gd name="T43" fmla="*/ 103 h 155"/>
                <a:gd name="T44" fmla="*/ 26 w 182"/>
                <a:gd name="T45" fmla="*/ 115 h 155"/>
                <a:gd name="T46" fmla="*/ 22 w 182"/>
                <a:gd name="T47" fmla="*/ 101 h 155"/>
                <a:gd name="T48" fmla="*/ 25 w 182"/>
                <a:gd name="T49" fmla="*/ 95 h 155"/>
                <a:gd name="T50" fmla="*/ 40 w 182"/>
                <a:gd name="T51" fmla="*/ 113 h 155"/>
                <a:gd name="T52" fmla="*/ 40 w 182"/>
                <a:gd name="T53" fmla="*/ 106 h 155"/>
                <a:gd name="T54" fmla="*/ 42 w 182"/>
                <a:gd name="T55" fmla="*/ 95 h 155"/>
                <a:gd name="T56" fmla="*/ 45 w 182"/>
                <a:gd name="T57" fmla="*/ 99 h 155"/>
                <a:gd name="T58" fmla="*/ 38 w 182"/>
                <a:gd name="T59" fmla="*/ 100 h 155"/>
                <a:gd name="T60" fmla="*/ 47 w 182"/>
                <a:gd name="T61" fmla="*/ 109 h 155"/>
                <a:gd name="T62" fmla="*/ 34 w 182"/>
                <a:gd name="T63" fmla="*/ 114 h 155"/>
                <a:gd name="T64" fmla="*/ 40 w 182"/>
                <a:gd name="T65" fmla="*/ 113 h 155"/>
                <a:gd name="T66" fmla="*/ 59 w 182"/>
                <a:gd name="T67" fmla="*/ 95 h 155"/>
                <a:gd name="T68" fmla="*/ 62 w 182"/>
                <a:gd name="T69" fmla="*/ 91 h 155"/>
                <a:gd name="T70" fmla="*/ 65 w 182"/>
                <a:gd name="T71" fmla="*/ 95 h 155"/>
                <a:gd name="T72" fmla="*/ 71 w 182"/>
                <a:gd name="T73" fmla="*/ 98 h 155"/>
                <a:gd name="T74" fmla="*/ 65 w 182"/>
                <a:gd name="T75" fmla="*/ 109 h 155"/>
                <a:gd name="T76" fmla="*/ 70 w 182"/>
                <a:gd name="T77" fmla="*/ 112 h 155"/>
                <a:gd name="T78" fmla="*/ 67 w 182"/>
                <a:gd name="T79" fmla="*/ 115 h 155"/>
                <a:gd name="T80" fmla="*/ 62 w 182"/>
                <a:gd name="T81" fmla="*/ 109 h 155"/>
                <a:gd name="T82" fmla="*/ 59 w 182"/>
                <a:gd name="T83" fmla="*/ 98 h 155"/>
                <a:gd name="T84" fmla="*/ 51 w 182"/>
                <a:gd name="T85" fmla="*/ 90 h 155"/>
                <a:gd name="T86" fmla="*/ 56 w 182"/>
                <a:gd name="T87" fmla="*/ 90 h 155"/>
                <a:gd name="T88" fmla="*/ 9 w 182"/>
                <a:gd name="T89" fmla="*/ 0 h 155"/>
                <a:gd name="T90" fmla="*/ 0 w 182"/>
                <a:gd name="T91" fmla="*/ 155 h 155"/>
                <a:gd name="T92" fmla="*/ 182 w 182"/>
                <a:gd name="T93" fmla="*/ 155 h 155"/>
                <a:gd name="T94" fmla="*/ 9 w 182"/>
                <a:gd name="T9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2" h="155">
                  <a:moveTo>
                    <a:pt x="9" y="97"/>
                  </a:moveTo>
                  <a:cubicBezTo>
                    <a:pt x="6" y="97"/>
                    <a:pt x="4" y="101"/>
                    <a:pt x="4" y="103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14" y="101"/>
                    <a:pt x="13" y="97"/>
                    <a:pt x="9" y="97"/>
                  </a:cubicBezTo>
                  <a:moveTo>
                    <a:pt x="52" y="115"/>
                  </a:moveTo>
                  <a:cubicBezTo>
                    <a:pt x="52" y="95"/>
                    <a:pt x="52" y="95"/>
                    <a:pt x="52" y="95"/>
                  </a:cubicBezTo>
                  <a:cubicBezTo>
                    <a:pt x="55" y="95"/>
                    <a:pt x="55" y="95"/>
                    <a:pt x="55" y="95"/>
                  </a:cubicBezTo>
                  <a:cubicBezTo>
                    <a:pt x="55" y="115"/>
                    <a:pt x="55" y="115"/>
                    <a:pt x="55" y="115"/>
                  </a:cubicBezTo>
                  <a:cubicBezTo>
                    <a:pt x="52" y="115"/>
                    <a:pt x="52" y="115"/>
                    <a:pt x="52" y="115"/>
                  </a:cubicBezTo>
                  <a:moveTo>
                    <a:pt x="91" y="95"/>
                  </a:moveTo>
                  <a:cubicBezTo>
                    <a:pt x="91" y="95"/>
                    <a:pt x="91" y="95"/>
                    <a:pt x="91" y="95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3" y="116"/>
                    <a:pt x="81" y="119"/>
                    <a:pt x="79" y="122"/>
                  </a:cubicBezTo>
                  <a:cubicBezTo>
                    <a:pt x="77" y="123"/>
                    <a:pt x="75" y="124"/>
                    <a:pt x="74" y="124"/>
                  </a:cubicBezTo>
                  <a:cubicBezTo>
                    <a:pt x="73" y="121"/>
                    <a:pt x="73" y="121"/>
                    <a:pt x="73" y="121"/>
                  </a:cubicBezTo>
                  <a:cubicBezTo>
                    <a:pt x="74" y="121"/>
                    <a:pt x="76" y="120"/>
                    <a:pt x="77" y="119"/>
                  </a:cubicBezTo>
                  <a:cubicBezTo>
                    <a:pt x="78" y="118"/>
                    <a:pt x="79" y="117"/>
                    <a:pt x="80" y="115"/>
                  </a:cubicBezTo>
                  <a:cubicBezTo>
                    <a:pt x="80" y="115"/>
                    <a:pt x="80" y="114"/>
                    <a:pt x="80" y="114"/>
                  </a:cubicBezTo>
                  <a:cubicBezTo>
                    <a:pt x="80" y="114"/>
                    <a:pt x="80" y="114"/>
                    <a:pt x="80" y="113"/>
                  </a:cubicBezTo>
                  <a:cubicBezTo>
                    <a:pt x="72" y="95"/>
                    <a:pt x="72" y="95"/>
                    <a:pt x="72" y="95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81" y="107"/>
                    <a:pt x="81" y="107"/>
                    <a:pt x="81" y="107"/>
                  </a:cubicBezTo>
                  <a:cubicBezTo>
                    <a:pt x="81" y="108"/>
                    <a:pt x="82" y="110"/>
                    <a:pt x="82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2" y="110"/>
                    <a:pt x="83" y="108"/>
                    <a:pt x="83" y="107"/>
                  </a:cubicBezTo>
                  <a:cubicBezTo>
                    <a:pt x="87" y="95"/>
                    <a:pt x="87" y="95"/>
                    <a:pt x="87" y="95"/>
                  </a:cubicBezTo>
                  <a:cubicBezTo>
                    <a:pt x="91" y="95"/>
                    <a:pt x="91" y="95"/>
                    <a:pt x="91" y="95"/>
                  </a:cubicBezTo>
                  <a:moveTo>
                    <a:pt x="10" y="115"/>
                  </a:moveTo>
                  <a:cubicBezTo>
                    <a:pt x="4" y="115"/>
                    <a:pt x="1" y="111"/>
                    <a:pt x="1" y="105"/>
                  </a:cubicBezTo>
                  <a:cubicBezTo>
                    <a:pt x="1" y="99"/>
                    <a:pt x="4" y="95"/>
                    <a:pt x="10" y="95"/>
                  </a:cubicBezTo>
                  <a:cubicBezTo>
                    <a:pt x="16" y="95"/>
                    <a:pt x="18" y="100"/>
                    <a:pt x="18" y="104"/>
                  </a:cubicBezTo>
                  <a:cubicBezTo>
                    <a:pt x="18" y="105"/>
                    <a:pt x="18" y="105"/>
                    <a:pt x="18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11"/>
                    <a:pt x="7" y="113"/>
                    <a:pt x="11" y="113"/>
                  </a:cubicBezTo>
                  <a:cubicBezTo>
                    <a:pt x="13" y="113"/>
                    <a:pt x="15" y="112"/>
                    <a:pt x="16" y="112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5" y="115"/>
                    <a:pt x="13" y="115"/>
                    <a:pt x="10" y="115"/>
                  </a:cubicBezTo>
                  <a:moveTo>
                    <a:pt x="25" y="99"/>
                  </a:moveTo>
                  <a:cubicBezTo>
                    <a:pt x="26" y="99"/>
                    <a:pt x="26" y="99"/>
                    <a:pt x="26" y="99"/>
                  </a:cubicBezTo>
                  <a:cubicBezTo>
                    <a:pt x="26" y="96"/>
                    <a:pt x="29" y="95"/>
                    <a:pt x="31" y="95"/>
                  </a:cubicBezTo>
                  <a:cubicBezTo>
                    <a:pt x="31" y="95"/>
                    <a:pt x="32" y="95"/>
                    <a:pt x="32" y="95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2" y="98"/>
                    <a:pt x="31" y="98"/>
                    <a:pt x="31" y="98"/>
                  </a:cubicBezTo>
                  <a:cubicBezTo>
                    <a:pt x="28" y="98"/>
                    <a:pt x="26" y="100"/>
                    <a:pt x="26" y="103"/>
                  </a:cubicBezTo>
                  <a:cubicBezTo>
                    <a:pt x="26" y="103"/>
                    <a:pt x="26" y="104"/>
                    <a:pt x="26" y="104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2" y="115"/>
                    <a:pt x="22" y="115"/>
                    <a:pt x="22" y="115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22" y="99"/>
                    <a:pt x="22" y="97"/>
                    <a:pt x="2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5" y="99"/>
                    <a:pt x="25" y="99"/>
                    <a:pt x="25" y="99"/>
                  </a:cubicBezTo>
                  <a:moveTo>
                    <a:pt x="40" y="113"/>
                  </a:moveTo>
                  <a:cubicBezTo>
                    <a:pt x="42" y="113"/>
                    <a:pt x="44" y="111"/>
                    <a:pt x="44" y="110"/>
                  </a:cubicBezTo>
                  <a:cubicBezTo>
                    <a:pt x="44" y="108"/>
                    <a:pt x="43" y="107"/>
                    <a:pt x="40" y="106"/>
                  </a:cubicBezTo>
                  <a:cubicBezTo>
                    <a:pt x="36" y="105"/>
                    <a:pt x="35" y="103"/>
                    <a:pt x="35" y="101"/>
                  </a:cubicBezTo>
                  <a:cubicBezTo>
                    <a:pt x="35" y="97"/>
                    <a:pt x="37" y="95"/>
                    <a:pt x="42" y="95"/>
                  </a:cubicBezTo>
                  <a:cubicBezTo>
                    <a:pt x="44" y="95"/>
                    <a:pt x="45" y="95"/>
                    <a:pt x="46" y="96"/>
                  </a:cubicBezTo>
                  <a:cubicBezTo>
                    <a:pt x="45" y="99"/>
                    <a:pt x="45" y="99"/>
                    <a:pt x="45" y="99"/>
                  </a:cubicBezTo>
                  <a:cubicBezTo>
                    <a:pt x="45" y="98"/>
                    <a:pt x="43" y="97"/>
                    <a:pt x="41" y="97"/>
                  </a:cubicBezTo>
                  <a:cubicBezTo>
                    <a:pt x="39" y="97"/>
                    <a:pt x="38" y="99"/>
                    <a:pt x="38" y="100"/>
                  </a:cubicBezTo>
                  <a:cubicBezTo>
                    <a:pt x="38" y="102"/>
                    <a:pt x="39" y="102"/>
                    <a:pt x="42" y="103"/>
                  </a:cubicBezTo>
                  <a:cubicBezTo>
                    <a:pt x="45" y="105"/>
                    <a:pt x="47" y="106"/>
                    <a:pt x="47" y="109"/>
                  </a:cubicBezTo>
                  <a:cubicBezTo>
                    <a:pt x="47" y="113"/>
                    <a:pt x="44" y="115"/>
                    <a:pt x="40" y="115"/>
                  </a:cubicBezTo>
                  <a:cubicBezTo>
                    <a:pt x="38" y="115"/>
                    <a:pt x="36" y="115"/>
                    <a:pt x="34" y="114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6" y="112"/>
                    <a:pt x="38" y="113"/>
                    <a:pt x="40" y="113"/>
                  </a:cubicBezTo>
                  <a:moveTo>
                    <a:pt x="59" y="98"/>
                  </a:moveTo>
                  <a:cubicBezTo>
                    <a:pt x="59" y="95"/>
                    <a:pt x="59" y="95"/>
                    <a:pt x="59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71" y="95"/>
                    <a:pt x="71" y="95"/>
                    <a:pt x="71" y="95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65" y="98"/>
                    <a:pt x="65" y="98"/>
                    <a:pt x="65" y="98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11"/>
                    <a:pt x="66" y="112"/>
                    <a:pt x="68" y="112"/>
                  </a:cubicBezTo>
                  <a:cubicBezTo>
                    <a:pt x="69" y="112"/>
                    <a:pt x="70" y="112"/>
                    <a:pt x="70" y="112"/>
                  </a:cubicBezTo>
                  <a:cubicBezTo>
                    <a:pt x="70" y="115"/>
                    <a:pt x="70" y="115"/>
                    <a:pt x="70" y="115"/>
                  </a:cubicBezTo>
                  <a:cubicBezTo>
                    <a:pt x="70" y="115"/>
                    <a:pt x="69" y="115"/>
                    <a:pt x="67" y="115"/>
                  </a:cubicBezTo>
                  <a:cubicBezTo>
                    <a:pt x="66" y="115"/>
                    <a:pt x="64" y="115"/>
                    <a:pt x="63" y="114"/>
                  </a:cubicBezTo>
                  <a:cubicBezTo>
                    <a:pt x="62" y="113"/>
                    <a:pt x="62" y="111"/>
                    <a:pt x="62" y="109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59" y="98"/>
                    <a:pt x="59" y="98"/>
                    <a:pt x="59" y="98"/>
                  </a:cubicBezTo>
                  <a:moveTo>
                    <a:pt x="53" y="92"/>
                  </a:moveTo>
                  <a:cubicBezTo>
                    <a:pt x="52" y="92"/>
                    <a:pt x="51" y="91"/>
                    <a:pt x="51" y="90"/>
                  </a:cubicBezTo>
                  <a:cubicBezTo>
                    <a:pt x="51" y="88"/>
                    <a:pt x="52" y="87"/>
                    <a:pt x="53" y="87"/>
                  </a:cubicBezTo>
                  <a:cubicBezTo>
                    <a:pt x="55" y="87"/>
                    <a:pt x="56" y="88"/>
                    <a:pt x="56" y="90"/>
                  </a:cubicBezTo>
                  <a:cubicBezTo>
                    <a:pt x="56" y="91"/>
                    <a:pt x="55" y="92"/>
                    <a:pt x="53" y="92"/>
                  </a:cubicBezTo>
                  <a:moveTo>
                    <a:pt x="9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9" y="155"/>
                    <a:pt x="9" y="155"/>
                    <a:pt x="9" y="155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95" y="77"/>
                    <a:pt x="95" y="77"/>
                    <a:pt x="95" y="77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1D3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1" name="Freeform 3272">
              <a:extLst>
                <a:ext uri="{FF2B5EF4-FFF2-40B4-BE49-F238E27FC236}">
                  <a16:creationId xmlns:a16="http://schemas.microsoft.com/office/drawing/2014/main" id="{B058BCF6-235E-7968-BA03-17EEF1D48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200" y="3614738"/>
              <a:ext cx="12700" cy="15875"/>
            </a:xfrm>
            <a:custGeom>
              <a:avLst/>
              <a:gdLst>
                <a:gd name="T0" fmla="*/ 3 w 17"/>
                <a:gd name="T1" fmla="*/ 8 h 20"/>
                <a:gd name="T2" fmla="*/ 8 w 17"/>
                <a:gd name="T3" fmla="*/ 2 h 20"/>
                <a:gd name="T4" fmla="*/ 13 w 17"/>
                <a:gd name="T5" fmla="*/ 8 h 20"/>
                <a:gd name="T6" fmla="*/ 3 w 17"/>
                <a:gd name="T7" fmla="*/ 8 h 20"/>
                <a:gd name="T8" fmla="*/ 9 w 17"/>
                <a:gd name="T9" fmla="*/ 0 h 20"/>
                <a:gd name="T10" fmla="*/ 0 w 17"/>
                <a:gd name="T11" fmla="*/ 10 h 20"/>
                <a:gd name="T12" fmla="*/ 9 w 17"/>
                <a:gd name="T13" fmla="*/ 20 h 20"/>
                <a:gd name="T14" fmla="*/ 16 w 17"/>
                <a:gd name="T15" fmla="*/ 19 h 20"/>
                <a:gd name="T16" fmla="*/ 15 w 17"/>
                <a:gd name="T17" fmla="*/ 17 h 20"/>
                <a:gd name="T18" fmla="*/ 10 w 17"/>
                <a:gd name="T19" fmla="*/ 18 h 20"/>
                <a:gd name="T20" fmla="*/ 3 w 17"/>
                <a:gd name="T21" fmla="*/ 11 h 20"/>
                <a:gd name="T22" fmla="*/ 17 w 17"/>
                <a:gd name="T23" fmla="*/ 11 h 20"/>
                <a:gd name="T24" fmla="*/ 17 w 17"/>
                <a:gd name="T25" fmla="*/ 9 h 20"/>
                <a:gd name="T26" fmla="*/ 9 w 17"/>
                <a:gd name="T2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20">
                  <a:moveTo>
                    <a:pt x="3" y="8"/>
                  </a:moveTo>
                  <a:cubicBezTo>
                    <a:pt x="3" y="6"/>
                    <a:pt x="5" y="2"/>
                    <a:pt x="8" y="2"/>
                  </a:cubicBezTo>
                  <a:cubicBezTo>
                    <a:pt x="12" y="2"/>
                    <a:pt x="13" y="6"/>
                    <a:pt x="13" y="8"/>
                  </a:cubicBezTo>
                  <a:cubicBezTo>
                    <a:pt x="3" y="8"/>
                    <a:pt x="3" y="8"/>
                    <a:pt x="3" y="8"/>
                  </a:cubicBezTo>
                  <a:moveTo>
                    <a:pt x="9" y="0"/>
                  </a:moveTo>
                  <a:cubicBezTo>
                    <a:pt x="3" y="0"/>
                    <a:pt x="0" y="4"/>
                    <a:pt x="0" y="10"/>
                  </a:cubicBezTo>
                  <a:cubicBezTo>
                    <a:pt x="0" y="16"/>
                    <a:pt x="3" y="20"/>
                    <a:pt x="9" y="20"/>
                  </a:cubicBezTo>
                  <a:cubicBezTo>
                    <a:pt x="12" y="20"/>
                    <a:pt x="14" y="20"/>
                    <a:pt x="16" y="1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2" y="18"/>
                    <a:pt x="10" y="18"/>
                  </a:cubicBezTo>
                  <a:cubicBezTo>
                    <a:pt x="6" y="18"/>
                    <a:pt x="3" y="16"/>
                    <a:pt x="3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0"/>
                    <a:pt x="17" y="10"/>
                    <a:pt x="17" y="9"/>
                  </a:cubicBezTo>
                  <a:cubicBezTo>
                    <a:pt x="17" y="5"/>
                    <a:pt x="15" y="0"/>
                    <a:pt x="9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2" name="Freeform 3273">
              <a:extLst>
                <a:ext uri="{FF2B5EF4-FFF2-40B4-BE49-F238E27FC236}">
                  <a16:creationId xmlns:a16="http://schemas.microsoft.com/office/drawing/2014/main" id="{4DFF5477-1E1B-007A-9FB1-559CE0D83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663" y="3614738"/>
              <a:ext cx="7938" cy="15875"/>
            </a:xfrm>
            <a:custGeom>
              <a:avLst/>
              <a:gdLst>
                <a:gd name="T0" fmla="*/ 9 w 10"/>
                <a:gd name="T1" fmla="*/ 0 h 20"/>
                <a:gd name="T2" fmla="*/ 4 w 10"/>
                <a:gd name="T3" fmla="*/ 4 h 20"/>
                <a:gd name="T4" fmla="*/ 3 w 10"/>
                <a:gd name="T5" fmla="*/ 4 h 20"/>
                <a:gd name="T6" fmla="*/ 3 w 10"/>
                <a:gd name="T7" fmla="*/ 0 h 20"/>
                <a:gd name="T8" fmla="*/ 0 w 10"/>
                <a:gd name="T9" fmla="*/ 0 h 20"/>
                <a:gd name="T10" fmla="*/ 0 w 10"/>
                <a:gd name="T11" fmla="*/ 6 h 20"/>
                <a:gd name="T12" fmla="*/ 0 w 10"/>
                <a:gd name="T13" fmla="*/ 20 h 20"/>
                <a:gd name="T14" fmla="*/ 4 w 10"/>
                <a:gd name="T15" fmla="*/ 20 h 20"/>
                <a:gd name="T16" fmla="*/ 4 w 10"/>
                <a:gd name="T17" fmla="*/ 9 h 20"/>
                <a:gd name="T18" fmla="*/ 4 w 10"/>
                <a:gd name="T19" fmla="*/ 8 h 20"/>
                <a:gd name="T20" fmla="*/ 9 w 10"/>
                <a:gd name="T21" fmla="*/ 3 h 20"/>
                <a:gd name="T22" fmla="*/ 10 w 10"/>
                <a:gd name="T23" fmla="*/ 3 h 20"/>
                <a:gd name="T24" fmla="*/ 10 w 10"/>
                <a:gd name="T25" fmla="*/ 0 h 20"/>
                <a:gd name="T26" fmla="*/ 9 w 10"/>
                <a:gd name="T2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20">
                  <a:moveTo>
                    <a:pt x="9" y="0"/>
                  </a:moveTo>
                  <a:cubicBezTo>
                    <a:pt x="7" y="0"/>
                    <a:pt x="4" y="1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8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3" name="Freeform 3274">
              <a:extLst>
                <a:ext uri="{FF2B5EF4-FFF2-40B4-BE49-F238E27FC236}">
                  <a16:creationId xmlns:a16="http://schemas.microsoft.com/office/drawing/2014/main" id="{1143D8DF-53FB-BDDF-D865-EA263E5B6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188" y="3614738"/>
              <a:ext cx="9525" cy="15875"/>
            </a:xfrm>
            <a:custGeom>
              <a:avLst/>
              <a:gdLst>
                <a:gd name="T0" fmla="*/ 8 w 13"/>
                <a:gd name="T1" fmla="*/ 0 h 20"/>
                <a:gd name="T2" fmla="*/ 1 w 13"/>
                <a:gd name="T3" fmla="*/ 6 h 20"/>
                <a:gd name="T4" fmla="*/ 6 w 13"/>
                <a:gd name="T5" fmla="*/ 11 h 20"/>
                <a:gd name="T6" fmla="*/ 10 w 13"/>
                <a:gd name="T7" fmla="*/ 15 h 20"/>
                <a:gd name="T8" fmla="*/ 6 w 13"/>
                <a:gd name="T9" fmla="*/ 18 h 20"/>
                <a:gd name="T10" fmla="*/ 1 w 13"/>
                <a:gd name="T11" fmla="*/ 16 h 20"/>
                <a:gd name="T12" fmla="*/ 0 w 13"/>
                <a:gd name="T13" fmla="*/ 19 h 20"/>
                <a:gd name="T14" fmla="*/ 6 w 13"/>
                <a:gd name="T15" fmla="*/ 20 h 20"/>
                <a:gd name="T16" fmla="*/ 13 w 13"/>
                <a:gd name="T17" fmla="*/ 14 h 20"/>
                <a:gd name="T18" fmla="*/ 8 w 13"/>
                <a:gd name="T19" fmla="*/ 8 h 20"/>
                <a:gd name="T20" fmla="*/ 4 w 13"/>
                <a:gd name="T21" fmla="*/ 5 h 20"/>
                <a:gd name="T22" fmla="*/ 7 w 13"/>
                <a:gd name="T23" fmla="*/ 2 h 20"/>
                <a:gd name="T24" fmla="*/ 11 w 13"/>
                <a:gd name="T25" fmla="*/ 4 h 20"/>
                <a:gd name="T26" fmla="*/ 12 w 13"/>
                <a:gd name="T27" fmla="*/ 1 h 20"/>
                <a:gd name="T28" fmla="*/ 8 w 13"/>
                <a:gd name="T2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cubicBezTo>
                    <a:pt x="3" y="0"/>
                    <a:pt x="1" y="2"/>
                    <a:pt x="1" y="6"/>
                  </a:cubicBezTo>
                  <a:cubicBezTo>
                    <a:pt x="1" y="8"/>
                    <a:pt x="2" y="10"/>
                    <a:pt x="6" y="11"/>
                  </a:cubicBezTo>
                  <a:cubicBezTo>
                    <a:pt x="9" y="12"/>
                    <a:pt x="10" y="13"/>
                    <a:pt x="10" y="15"/>
                  </a:cubicBezTo>
                  <a:cubicBezTo>
                    <a:pt x="10" y="16"/>
                    <a:pt x="8" y="18"/>
                    <a:pt x="6" y="18"/>
                  </a:cubicBezTo>
                  <a:cubicBezTo>
                    <a:pt x="4" y="18"/>
                    <a:pt x="2" y="17"/>
                    <a:pt x="1" y="1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20"/>
                    <a:pt x="4" y="20"/>
                    <a:pt x="6" y="20"/>
                  </a:cubicBezTo>
                  <a:cubicBezTo>
                    <a:pt x="10" y="20"/>
                    <a:pt x="13" y="18"/>
                    <a:pt x="13" y="14"/>
                  </a:cubicBezTo>
                  <a:cubicBezTo>
                    <a:pt x="13" y="11"/>
                    <a:pt x="11" y="10"/>
                    <a:pt x="8" y="8"/>
                  </a:cubicBezTo>
                  <a:cubicBezTo>
                    <a:pt x="5" y="7"/>
                    <a:pt x="4" y="7"/>
                    <a:pt x="4" y="5"/>
                  </a:cubicBezTo>
                  <a:cubicBezTo>
                    <a:pt x="4" y="4"/>
                    <a:pt x="5" y="2"/>
                    <a:pt x="7" y="2"/>
                  </a:cubicBezTo>
                  <a:cubicBezTo>
                    <a:pt x="9" y="2"/>
                    <a:pt x="11" y="3"/>
                    <a:pt x="11" y="4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0"/>
                    <a:pt x="10" y="0"/>
                    <a:pt x="8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4" name="Freeform 3275">
              <a:extLst>
                <a:ext uri="{FF2B5EF4-FFF2-40B4-BE49-F238E27FC236}">
                  <a16:creationId xmlns:a16="http://schemas.microsoft.com/office/drawing/2014/main" id="{7439C6D7-893C-8AAE-1BAB-E35474482A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5888" y="3608388"/>
              <a:ext cx="4763" cy="22225"/>
            </a:xfrm>
            <a:custGeom>
              <a:avLst/>
              <a:gdLst>
                <a:gd name="T0" fmla="*/ 4 w 5"/>
                <a:gd name="T1" fmla="*/ 8 h 28"/>
                <a:gd name="T2" fmla="*/ 1 w 5"/>
                <a:gd name="T3" fmla="*/ 8 h 28"/>
                <a:gd name="T4" fmla="*/ 1 w 5"/>
                <a:gd name="T5" fmla="*/ 28 h 28"/>
                <a:gd name="T6" fmla="*/ 4 w 5"/>
                <a:gd name="T7" fmla="*/ 28 h 28"/>
                <a:gd name="T8" fmla="*/ 4 w 5"/>
                <a:gd name="T9" fmla="*/ 8 h 28"/>
                <a:gd name="T10" fmla="*/ 2 w 5"/>
                <a:gd name="T11" fmla="*/ 0 h 28"/>
                <a:gd name="T12" fmla="*/ 0 w 5"/>
                <a:gd name="T13" fmla="*/ 3 h 28"/>
                <a:gd name="T14" fmla="*/ 2 w 5"/>
                <a:gd name="T15" fmla="*/ 5 h 28"/>
                <a:gd name="T16" fmla="*/ 5 w 5"/>
                <a:gd name="T17" fmla="*/ 3 h 28"/>
                <a:gd name="T18" fmla="*/ 2 w 5"/>
                <a:gd name="T1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28">
                  <a:moveTo>
                    <a:pt x="4" y="8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8"/>
                    <a:pt x="4" y="8"/>
                    <a:pt x="4" y="8"/>
                  </a:cubicBezTo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4" y="5"/>
                    <a:pt x="5" y="4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5" name="Freeform 3276">
              <a:extLst>
                <a:ext uri="{FF2B5EF4-FFF2-40B4-BE49-F238E27FC236}">
                  <a16:creationId xmlns:a16="http://schemas.microsoft.com/office/drawing/2014/main" id="{7AB7885B-CAAF-2A58-0123-B264B8C94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3609976"/>
              <a:ext cx="11113" cy="20638"/>
            </a:xfrm>
            <a:custGeom>
              <a:avLst/>
              <a:gdLst>
                <a:gd name="T0" fmla="*/ 6 w 12"/>
                <a:gd name="T1" fmla="*/ 0 h 25"/>
                <a:gd name="T2" fmla="*/ 3 w 12"/>
                <a:gd name="T3" fmla="*/ 1 h 25"/>
                <a:gd name="T4" fmla="*/ 3 w 12"/>
                <a:gd name="T5" fmla="*/ 5 h 25"/>
                <a:gd name="T6" fmla="*/ 0 w 12"/>
                <a:gd name="T7" fmla="*/ 5 h 25"/>
                <a:gd name="T8" fmla="*/ 0 w 12"/>
                <a:gd name="T9" fmla="*/ 8 h 25"/>
                <a:gd name="T10" fmla="*/ 3 w 12"/>
                <a:gd name="T11" fmla="*/ 8 h 25"/>
                <a:gd name="T12" fmla="*/ 3 w 12"/>
                <a:gd name="T13" fmla="*/ 19 h 25"/>
                <a:gd name="T14" fmla="*/ 4 w 12"/>
                <a:gd name="T15" fmla="*/ 24 h 25"/>
                <a:gd name="T16" fmla="*/ 8 w 12"/>
                <a:gd name="T17" fmla="*/ 25 h 25"/>
                <a:gd name="T18" fmla="*/ 11 w 12"/>
                <a:gd name="T19" fmla="*/ 25 h 25"/>
                <a:gd name="T20" fmla="*/ 11 w 12"/>
                <a:gd name="T21" fmla="*/ 22 h 25"/>
                <a:gd name="T22" fmla="*/ 9 w 12"/>
                <a:gd name="T23" fmla="*/ 22 h 25"/>
                <a:gd name="T24" fmla="*/ 6 w 12"/>
                <a:gd name="T25" fmla="*/ 19 h 25"/>
                <a:gd name="T26" fmla="*/ 6 w 12"/>
                <a:gd name="T27" fmla="*/ 8 h 25"/>
                <a:gd name="T28" fmla="*/ 12 w 12"/>
                <a:gd name="T29" fmla="*/ 8 h 25"/>
                <a:gd name="T30" fmla="*/ 12 w 12"/>
                <a:gd name="T31" fmla="*/ 5 h 25"/>
                <a:gd name="T32" fmla="*/ 6 w 12"/>
                <a:gd name="T33" fmla="*/ 5 h 25"/>
                <a:gd name="T34" fmla="*/ 6 w 12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" h="25">
                  <a:moveTo>
                    <a:pt x="6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3"/>
                    <a:pt x="4" y="24"/>
                  </a:cubicBezTo>
                  <a:cubicBezTo>
                    <a:pt x="5" y="25"/>
                    <a:pt x="7" y="25"/>
                    <a:pt x="8" y="25"/>
                  </a:cubicBezTo>
                  <a:cubicBezTo>
                    <a:pt x="10" y="25"/>
                    <a:pt x="11" y="25"/>
                    <a:pt x="11" y="25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0" y="22"/>
                    <a:pt x="9" y="22"/>
                  </a:cubicBezTo>
                  <a:cubicBezTo>
                    <a:pt x="7" y="22"/>
                    <a:pt x="6" y="21"/>
                    <a:pt x="6" y="19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6" name="Freeform 3277">
              <a:extLst>
                <a:ext uri="{FF2B5EF4-FFF2-40B4-BE49-F238E27FC236}">
                  <a16:creationId xmlns:a16="http://schemas.microsoft.com/office/drawing/2014/main" id="{994E552E-75B7-EE9D-693A-06B676FFF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350" y="3614738"/>
              <a:ext cx="15875" cy="22225"/>
            </a:xfrm>
            <a:custGeom>
              <a:avLst/>
              <a:gdLst>
                <a:gd name="T0" fmla="*/ 19 w 19"/>
                <a:gd name="T1" fmla="*/ 0 h 29"/>
                <a:gd name="T2" fmla="*/ 15 w 19"/>
                <a:gd name="T3" fmla="*/ 0 h 29"/>
                <a:gd name="T4" fmla="*/ 11 w 19"/>
                <a:gd name="T5" fmla="*/ 12 h 29"/>
                <a:gd name="T6" fmla="*/ 10 w 19"/>
                <a:gd name="T7" fmla="*/ 16 h 29"/>
                <a:gd name="T8" fmla="*/ 10 w 19"/>
                <a:gd name="T9" fmla="*/ 16 h 29"/>
                <a:gd name="T10" fmla="*/ 9 w 19"/>
                <a:gd name="T11" fmla="*/ 12 h 29"/>
                <a:gd name="T12" fmla="*/ 4 w 19"/>
                <a:gd name="T13" fmla="*/ 0 h 29"/>
                <a:gd name="T14" fmla="*/ 0 w 19"/>
                <a:gd name="T15" fmla="*/ 0 h 29"/>
                <a:gd name="T16" fmla="*/ 8 w 19"/>
                <a:gd name="T17" fmla="*/ 18 h 29"/>
                <a:gd name="T18" fmla="*/ 8 w 19"/>
                <a:gd name="T19" fmla="*/ 19 h 29"/>
                <a:gd name="T20" fmla="*/ 8 w 19"/>
                <a:gd name="T21" fmla="*/ 20 h 29"/>
                <a:gd name="T22" fmla="*/ 5 w 19"/>
                <a:gd name="T23" fmla="*/ 24 h 29"/>
                <a:gd name="T24" fmla="*/ 1 w 19"/>
                <a:gd name="T25" fmla="*/ 26 h 29"/>
                <a:gd name="T26" fmla="*/ 2 w 19"/>
                <a:gd name="T27" fmla="*/ 29 h 29"/>
                <a:gd name="T28" fmla="*/ 7 w 19"/>
                <a:gd name="T29" fmla="*/ 27 h 29"/>
                <a:gd name="T30" fmla="*/ 14 w 19"/>
                <a:gd name="T31" fmla="*/ 14 h 29"/>
                <a:gd name="T32" fmla="*/ 19 w 19"/>
                <a:gd name="T3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29">
                  <a:moveTo>
                    <a:pt x="1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3"/>
                    <a:pt x="10" y="15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9" y="13"/>
                    <a:pt x="9" y="1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7" y="22"/>
                    <a:pt x="6" y="23"/>
                    <a:pt x="5" y="24"/>
                  </a:cubicBezTo>
                  <a:cubicBezTo>
                    <a:pt x="4" y="25"/>
                    <a:pt x="2" y="26"/>
                    <a:pt x="1" y="26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3" y="29"/>
                    <a:pt x="5" y="28"/>
                    <a:pt x="7" y="27"/>
                  </a:cubicBezTo>
                  <a:cubicBezTo>
                    <a:pt x="9" y="24"/>
                    <a:pt x="11" y="21"/>
                    <a:pt x="14" y="14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solidFill>
              <a:srgbClr val="A2A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7" name="Oval 3278">
              <a:extLst>
                <a:ext uri="{FF2B5EF4-FFF2-40B4-BE49-F238E27FC236}">
                  <a16:creationId xmlns:a16="http://schemas.microsoft.com/office/drawing/2014/main" id="{050B26F9-6745-CD4D-AF80-0C0495841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875" y="3322638"/>
              <a:ext cx="228600" cy="2270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8" name="Freeform 3279">
              <a:extLst>
                <a:ext uri="{FF2B5EF4-FFF2-40B4-BE49-F238E27FC236}">
                  <a16:creationId xmlns:a16="http://schemas.microsoft.com/office/drawing/2014/main" id="{00D065CF-1E6C-9018-6342-A2F135486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713" y="3387726"/>
              <a:ext cx="17463" cy="484188"/>
            </a:xfrm>
            <a:custGeom>
              <a:avLst/>
              <a:gdLst>
                <a:gd name="T0" fmla="*/ 7 w 11"/>
                <a:gd name="T1" fmla="*/ 0 h 305"/>
                <a:gd name="T2" fmla="*/ 11 w 11"/>
                <a:gd name="T3" fmla="*/ 305 h 305"/>
                <a:gd name="T4" fmla="*/ 0 w 11"/>
                <a:gd name="T5" fmla="*/ 305 h 305"/>
                <a:gd name="T6" fmla="*/ 7 w 11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305">
                  <a:moveTo>
                    <a:pt x="7" y="0"/>
                  </a:moveTo>
                  <a:lnTo>
                    <a:pt x="11" y="305"/>
                  </a:lnTo>
                  <a:lnTo>
                    <a:pt x="0" y="305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9" name="Freeform 3280">
              <a:extLst>
                <a:ext uri="{FF2B5EF4-FFF2-40B4-BE49-F238E27FC236}">
                  <a16:creationId xmlns:a16="http://schemas.microsoft.com/office/drawing/2014/main" id="{23DB0EB0-FB8D-55A5-F147-3B6882DEA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650" y="3462338"/>
              <a:ext cx="50800" cy="49213"/>
            </a:xfrm>
            <a:custGeom>
              <a:avLst/>
              <a:gdLst>
                <a:gd name="T0" fmla="*/ 32 w 32"/>
                <a:gd name="T1" fmla="*/ 0 h 31"/>
                <a:gd name="T2" fmla="*/ 0 w 32"/>
                <a:gd name="T3" fmla="*/ 29 h 31"/>
                <a:gd name="T4" fmla="*/ 3 w 32"/>
                <a:gd name="T5" fmla="*/ 31 h 31"/>
                <a:gd name="T6" fmla="*/ 32 w 32"/>
                <a:gd name="T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1">
                  <a:moveTo>
                    <a:pt x="32" y="0"/>
                  </a:moveTo>
                  <a:lnTo>
                    <a:pt x="0" y="29"/>
                  </a:lnTo>
                  <a:lnTo>
                    <a:pt x="3" y="3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0" name="Freeform 3281">
              <a:extLst>
                <a:ext uri="{FF2B5EF4-FFF2-40B4-BE49-F238E27FC236}">
                  <a16:creationId xmlns:a16="http://schemas.microsoft.com/office/drawing/2014/main" id="{18F0DC75-69B4-6328-BB0A-5BD1E5842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3433763"/>
              <a:ext cx="44450" cy="53975"/>
            </a:xfrm>
            <a:custGeom>
              <a:avLst/>
              <a:gdLst>
                <a:gd name="T0" fmla="*/ 0 w 28"/>
                <a:gd name="T1" fmla="*/ 0 h 34"/>
                <a:gd name="T2" fmla="*/ 26 w 28"/>
                <a:gd name="T3" fmla="*/ 34 h 34"/>
                <a:gd name="T4" fmla="*/ 28 w 28"/>
                <a:gd name="T5" fmla="*/ 31 h 34"/>
                <a:gd name="T6" fmla="*/ 0 w 28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34">
                  <a:moveTo>
                    <a:pt x="0" y="0"/>
                  </a:moveTo>
                  <a:lnTo>
                    <a:pt x="26" y="34"/>
                  </a:lnTo>
                  <a:lnTo>
                    <a:pt x="28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1" name="Oval 3282">
              <a:extLst>
                <a:ext uri="{FF2B5EF4-FFF2-40B4-BE49-F238E27FC236}">
                  <a16:creationId xmlns:a16="http://schemas.microsoft.com/office/drawing/2014/main" id="{F77A189A-BC1B-E02A-D16A-F3CF0986D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863" y="3440113"/>
              <a:ext cx="49213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2" name="Oval 3283">
              <a:extLst>
                <a:ext uri="{FF2B5EF4-FFF2-40B4-BE49-F238E27FC236}">
                  <a16:creationId xmlns:a16="http://schemas.microsoft.com/office/drawing/2014/main" id="{79586E8F-92F6-3E35-2B9C-E00ADEC3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3482976"/>
              <a:ext cx="47625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3" name="Freeform 3284">
              <a:extLst>
                <a:ext uri="{FF2B5EF4-FFF2-40B4-BE49-F238E27FC236}">
                  <a16:creationId xmlns:a16="http://schemas.microsoft.com/office/drawing/2014/main" id="{FC23E9DF-00FF-ED84-7EB0-018DBC7D5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463" y="3444876"/>
              <a:ext cx="17463" cy="38100"/>
            </a:xfrm>
            <a:custGeom>
              <a:avLst/>
              <a:gdLst>
                <a:gd name="T0" fmla="*/ 16 w 20"/>
                <a:gd name="T1" fmla="*/ 1 h 48"/>
                <a:gd name="T2" fmla="*/ 17 w 20"/>
                <a:gd name="T3" fmla="*/ 26 h 48"/>
                <a:gd name="T4" fmla="*/ 4 w 20"/>
                <a:gd name="T5" fmla="*/ 47 h 48"/>
                <a:gd name="T6" fmla="*/ 4 w 20"/>
                <a:gd name="T7" fmla="*/ 22 h 48"/>
                <a:gd name="T8" fmla="*/ 16 w 20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48">
                  <a:moveTo>
                    <a:pt x="16" y="1"/>
                  </a:moveTo>
                  <a:cubicBezTo>
                    <a:pt x="19" y="2"/>
                    <a:pt x="20" y="13"/>
                    <a:pt x="17" y="26"/>
                  </a:cubicBezTo>
                  <a:cubicBezTo>
                    <a:pt x="13" y="38"/>
                    <a:pt x="8" y="48"/>
                    <a:pt x="4" y="47"/>
                  </a:cubicBezTo>
                  <a:cubicBezTo>
                    <a:pt x="1" y="46"/>
                    <a:pt x="0" y="35"/>
                    <a:pt x="4" y="22"/>
                  </a:cubicBezTo>
                  <a:cubicBezTo>
                    <a:pt x="7" y="9"/>
                    <a:pt x="12" y="0"/>
                    <a:pt x="16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4" name="Freeform 3285">
              <a:extLst>
                <a:ext uri="{FF2B5EF4-FFF2-40B4-BE49-F238E27FC236}">
                  <a16:creationId xmlns:a16="http://schemas.microsoft.com/office/drawing/2014/main" id="{35FE7793-7A32-35CF-36C7-5EF15DDF3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275" y="3449638"/>
              <a:ext cx="15875" cy="15875"/>
            </a:xfrm>
            <a:custGeom>
              <a:avLst/>
              <a:gdLst>
                <a:gd name="T0" fmla="*/ 20 w 21"/>
                <a:gd name="T1" fmla="*/ 1 h 20"/>
                <a:gd name="T2" fmla="*/ 13 w 21"/>
                <a:gd name="T3" fmla="*/ 12 h 20"/>
                <a:gd name="T4" fmla="*/ 2 w 21"/>
                <a:gd name="T5" fmla="*/ 18 h 20"/>
                <a:gd name="T6" fmla="*/ 8 w 21"/>
                <a:gd name="T7" fmla="*/ 7 h 20"/>
                <a:gd name="T8" fmla="*/ 20 w 21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0" y="1"/>
                  </a:moveTo>
                  <a:cubicBezTo>
                    <a:pt x="21" y="2"/>
                    <a:pt x="18" y="7"/>
                    <a:pt x="13" y="12"/>
                  </a:cubicBezTo>
                  <a:cubicBezTo>
                    <a:pt x="8" y="17"/>
                    <a:pt x="3" y="20"/>
                    <a:pt x="2" y="18"/>
                  </a:cubicBezTo>
                  <a:cubicBezTo>
                    <a:pt x="0" y="17"/>
                    <a:pt x="3" y="12"/>
                    <a:pt x="8" y="7"/>
                  </a:cubicBezTo>
                  <a:cubicBezTo>
                    <a:pt x="13" y="2"/>
                    <a:pt x="18" y="0"/>
                    <a:pt x="20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5" name="Freeform 3286">
              <a:extLst>
                <a:ext uri="{FF2B5EF4-FFF2-40B4-BE49-F238E27FC236}">
                  <a16:creationId xmlns:a16="http://schemas.microsoft.com/office/drawing/2014/main" id="{D4A34C61-7B7F-DD42-7805-574D605A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650" y="3400426"/>
              <a:ext cx="41275" cy="39688"/>
            </a:xfrm>
            <a:custGeom>
              <a:avLst/>
              <a:gdLst>
                <a:gd name="T0" fmla="*/ 46 w 50"/>
                <a:gd name="T1" fmla="*/ 4 h 49"/>
                <a:gd name="T2" fmla="*/ 31 w 50"/>
                <a:gd name="T3" fmla="*/ 31 h 49"/>
                <a:gd name="T4" fmla="*/ 4 w 50"/>
                <a:gd name="T5" fmla="*/ 45 h 49"/>
                <a:gd name="T6" fmla="*/ 19 w 50"/>
                <a:gd name="T7" fmla="*/ 18 h 49"/>
                <a:gd name="T8" fmla="*/ 46 w 50"/>
                <a:gd name="T9" fmla="*/ 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9">
                  <a:moveTo>
                    <a:pt x="46" y="4"/>
                  </a:moveTo>
                  <a:cubicBezTo>
                    <a:pt x="50" y="7"/>
                    <a:pt x="43" y="19"/>
                    <a:pt x="31" y="31"/>
                  </a:cubicBezTo>
                  <a:cubicBezTo>
                    <a:pt x="19" y="42"/>
                    <a:pt x="7" y="49"/>
                    <a:pt x="4" y="45"/>
                  </a:cubicBezTo>
                  <a:cubicBezTo>
                    <a:pt x="0" y="42"/>
                    <a:pt x="7" y="30"/>
                    <a:pt x="19" y="18"/>
                  </a:cubicBezTo>
                  <a:cubicBezTo>
                    <a:pt x="31" y="7"/>
                    <a:pt x="43" y="0"/>
                    <a:pt x="46" y="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6" name="Freeform 3287">
              <a:extLst>
                <a:ext uri="{FF2B5EF4-FFF2-40B4-BE49-F238E27FC236}">
                  <a16:creationId xmlns:a16="http://schemas.microsoft.com/office/drawing/2014/main" id="{9FB60353-2EAF-E158-D8D4-BE4943F13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013" y="3384551"/>
              <a:ext cx="25400" cy="36513"/>
            </a:xfrm>
            <a:custGeom>
              <a:avLst/>
              <a:gdLst>
                <a:gd name="T0" fmla="*/ 3 w 31"/>
                <a:gd name="T1" fmla="*/ 2 h 45"/>
                <a:gd name="T2" fmla="*/ 21 w 31"/>
                <a:gd name="T3" fmla="*/ 19 h 45"/>
                <a:gd name="T4" fmla="*/ 27 w 31"/>
                <a:gd name="T5" fmla="*/ 43 h 45"/>
                <a:gd name="T6" fmla="*/ 10 w 31"/>
                <a:gd name="T7" fmla="*/ 26 h 45"/>
                <a:gd name="T8" fmla="*/ 3 w 31"/>
                <a:gd name="T9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45">
                  <a:moveTo>
                    <a:pt x="3" y="2"/>
                  </a:moveTo>
                  <a:cubicBezTo>
                    <a:pt x="7" y="0"/>
                    <a:pt x="15" y="8"/>
                    <a:pt x="21" y="19"/>
                  </a:cubicBezTo>
                  <a:cubicBezTo>
                    <a:pt x="28" y="31"/>
                    <a:pt x="31" y="41"/>
                    <a:pt x="27" y="43"/>
                  </a:cubicBezTo>
                  <a:cubicBezTo>
                    <a:pt x="24" y="45"/>
                    <a:pt x="16" y="37"/>
                    <a:pt x="10" y="26"/>
                  </a:cubicBezTo>
                  <a:cubicBezTo>
                    <a:pt x="3" y="15"/>
                    <a:pt x="0" y="4"/>
                    <a:pt x="3" y="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7" name="Freeform 3288">
              <a:extLst>
                <a:ext uri="{FF2B5EF4-FFF2-40B4-BE49-F238E27FC236}">
                  <a16:creationId xmlns:a16="http://schemas.microsoft.com/office/drawing/2014/main" id="{5AFFF030-7A96-6A05-316B-A5D7876E2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838" y="3417888"/>
              <a:ext cx="12700" cy="39688"/>
            </a:xfrm>
            <a:custGeom>
              <a:avLst/>
              <a:gdLst>
                <a:gd name="T0" fmla="*/ 8 w 15"/>
                <a:gd name="T1" fmla="*/ 0 h 48"/>
                <a:gd name="T2" fmla="*/ 14 w 15"/>
                <a:gd name="T3" fmla="*/ 24 h 48"/>
                <a:gd name="T4" fmla="*/ 7 w 15"/>
                <a:gd name="T5" fmla="*/ 48 h 48"/>
                <a:gd name="T6" fmla="*/ 1 w 15"/>
                <a:gd name="T7" fmla="*/ 24 h 48"/>
                <a:gd name="T8" fmla="*/ 8 w 15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48">
                  <a:moveTo>
                    <a:pt x="8" y="0"/>
                  </a:moveTo>
                  <a:cubicBezTo>
                    <a:pt x="12" y="1"/>
                    <a:pt x="15" y="11"/>
                    <a:pt x="14" y="24"/>
                  </a:cubicBezTo>
                  <a:cubicBezTo>
                    <a:pt x="14" y="38"/>
                    <a:pt x="10" y="48"/>
                    <a:pt x="7" y="48"/>
                  </a:cubicBezTo>
                  <a:cubicBezTo>
                    <a:pt x="3" y="48"/>
                    <a:pt x="0" y="37"/>
                    <a:pt x="1" y="24"/>
                  </a:cubicBezTo>
                  <a:cubicBezTo>
                    <a:pt x="1" y="11"/>
                    <a:pt x="5" y="0"/>
                    <a:pt x="8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8" name="Freeform 3289">
              <a:extLst>
                <a:ext uri="{FF2B5EF4-FFF2-40B4-BE49-F238E27FC236}">
                  <a16:creationId xmlns:a16="http://schemas.microsoft.com/office/drawing/2014/main" id="{9E18699D-BAE8-813B-C714-40E5924C3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650" y="3371851"/>
              <a:ext cx="6350" cy="20638"/>
            </a:xfrm>
            <a:custGeom>
              <a:avLst/>
              <a:gdLst>
                <a:gd name="T0" fmla="*/ 4 w 7"/>
                <a:gd name="T1" fmla="*/ 0 h 25"/>
                <a:gd name="T2" fmla="*/ 7 w 7"/>
                <a:gd name="T3" fmla="*/ 13 h 25"/>
                <a:gd name="T4" fmla="*/ 3 w 7"/>
                <a:gd name="T5" fmla="*/ 25 h 25"/>
                <a:gd name="T6" fmla="*/ 0 w 7"/>
                <a:gd name="T7" fmla="*/ 13 h 25"/>
                <a:gd name="T8" fmla="*/ 4 w 7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5">
                  <a:moveTo>
                    <a:pt x="4" y="0"/>
                  </a:moveTo>
                  <a:cubicBezTo>
                    <a:pt x="6" y="0"/>
                    <a:pt x="7" y="6"/>
                    <a:pt x="7" y="13"/>
                  </a:cubicBezTo>
                  <a:cubicBezTo>
                    <a:pt x="7" y="20"/>
                    <a:pt x="5" y="25"/>
                    <a:pt x="3" y="25"/>
                  </a:cubicBezTo>
                  <a:cubicBezTo>
                    <a:pt x="1" y="25"/>
                    <a:pt x="0" y="19"/>
                    <a:pt x="0" y="13"/>
                  </a:cubicBezTo>
                  <a:cubicBezTo>
                    <a:pt x="0" y="6"/>
                    <a:pt x="2" y="0"/>
                    <a:pt x="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9" name="Freeform 3290">
              <a:extLst>
                <a:ext uri="{FF2B5EF4-FFF2-40B4-BE49-F238E27FC236}">
                  <a16:creationId xmlns:a16="http://schemas.microsoft.com/office/drawing/2014/main" id="{D0A27111-C3CA-6F6D-51DB-D53AF95A4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625" y="3805238"/>
              <a:ext cx="227013" cy="95250"/>
            </a:xfrm>
            <a:custGeom>
              <a:avLst/>
              <a:gdLst>
                <a:gd name="T0" fmla="*/ 279 w 279"/>
                <a:gd name="T1" fmla="*/ 117 h 117"/>
                <a:gd name="T2" fmla="*/ 217 w 279"/>
                <a:gd name="T3" fmla="*/ 77 h 117"/>
                <a:gd name="T4" fmla="*/ 215 w 279"/>
                <a:gd name="T5" fmla="*/ 77 h 117"/>
                <a:gd name="T6" fmla="*/ 188 w 279"/>
                <a:gd name="T7" fmla="*/ 54 h 117"/>
                <a:gd name="T8" fmla="*/ 99 w 279"/>
                <a:gd name="T9" fmla="*/ 0 h 117"/>
                <a:gd name="T10" fmla="*/ 0 w 279"/>
                <a:gd name="T11" fmla="*/ 99 h 117"/>
                <a:gd name="T12" fmla="*/ 2 w 279"/>
                <a:gd name="T13" fmla="*/ 117 h 117"/>
                <a:gd name="T14" fmla="*/ 279 w 279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117">
                  <a:moveTo>
                    <a:pt x="279" y="117"/>
                  </a:moveTo>
                  <a:cubicBezTo>
                    <a:pt x="268" y="93"/>
                    <a:pt x="244" y="77"/>
                    <a:pt x="217" y="77"/>
                  </a:cubicBezTo>
                  <a:cubicBezTo>
                    <a:pt x="216" y="77"/>
                    <a:pt x="216" y="77"/>
                    <a:pt x="215" y="77"/>
                  </a:cubicBezTo>
                  <a:cubicBezTo>
                    <a:pt x="212" y="65"/>
                    <a:pt x="201" y="55"/>
                    <a:pt x="188" y="54"/>
                  </a:cubicBezTo>
                  <a:cubicBezTo>
                    <a:pt x="171" y="22"/>
                    <a:pt x="138" y="0"/>
                    <a:pt x="99" y="0"/>
                  </a:cubicBezTo>
                  <a:cubicBezTo>
                    <a:pt x="45" y="0"/>
                    <a:pt x="0" y="44"/>
                    <a:pt x="0" y="99"/>
                  </a:cubicBezTo>
                  <a:cubicBezTo>
                    <a:pt x="0" y="105"/>
                    <a:pt x="1" y="111"/>
                    <a:pt x="2" y="117"/>
                  </a:cubicBezTo>
                  <a:lnTo>
                    <a:pt x="279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" name="Freeform 3291">
              <a:extLst>
                <a:ext uri="{FF2B5EF4-FFF2-40B4-BE49-F238E27FC236}">
                  <a16:creationId xmlns:a16="http://schemas.microsoft.com/office/drawing/2014/main" id="{E36FC763-C5DF-1A3B-5893-AC6D3711B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438" y="3811588"/>
              <a:ext cx="225425" cy="95250"/>
            </a:xfrm>
            <a:custGeom>
              <a:avLst/>
              <a:gdLst>
                <a:gd name="T0" fmla="*/ 278 w 278"/>
                <a:gd name="T1" fmla="*/ 117 h 117"/>
                <a:gd name="T2" fmla="*/ 216 w 278"/>
                <a:gd name="T3" fmla="*/ 77 h 117"/>
                <a:gd name="T4" fmla="*/ 215 w 278"/>
                <a:gd name="T5" fmla="*/ 77 h 117"/>
                <a:gd name="T6" fmla="*/ 187 w 278"/>
                <a:gd name="T7" fmla="*/ 54 h 117"/>
                <a:gd name="T8" fmla="*/ 99 w 278"/>
                <a:gd name="T9" fmla="*/ 0 h 117"/>
                <a:gd name="T10" fmla="*/ 0 w 278"/>
                <a:gd name="T11" fmla="*/ 99 h 117"/>
                <a:gd name="T12" fmla="*/ 2 w 278"/>
                <a:gd name="T13" fmla="*/ 117 h 117"/>
                <a:gd name="T14" fmla="*/ 278 w 27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117">
                  <a:moveTo>
                    <a:pt x="278" y="117"/>
                  </a:moveTo>
                  <a:cubicBezTo>
                    <a:pt x="268" y="94"/>
                    <a:pt x="244" y="77"/>
                    <a:pt x="216" y="77"/>
                  </a:cubicBezTo>
                  <a:cubicBezTo>
                    <a:pt x="216" y="77"/>
                    <a:pt x="215" y="77"/>
                    <a:pt x="215" y="77"/>
                  </a:cubicBezTo>
                  <a:cubicBezTo>
                    <a:pt x="211" y="65"/>
                    <a:pt x="200" y="56"/>
                    <a:pt x="187" y="54"/>
                  </a:cubicBezTo>
                  <a:cubicBezTo>
                    <a:pt x="171" y="22"/>
                    <a:pt x="137" y="0"/>
                    <a:pt x="99" y="0"/>
                  </a:cubicBezTo>
                  <a:cubicBezTo>
                    <a:pt x="44" y="0"/>
                    <a:pt x="0" y="44"/>
                    <a:pt x="0" y="99"/>
                  </a:cubicBezTo>
                  <a:cubicBezTo>
                    <a:pt x="0" y="105"/>
                    <a:pt x="1" y="111"/>
                    <a:pt x="2" y="117"/>
                  </a:cubicBezTo>
                  <a:lnTo>
                    <a:pt x="278" y="11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1" name="Oval 3292">
              <a:extLst>
                <a:ext uri="{FF2B5EF4-FFF2-40B4-BE49-F238E27FC236}">
                  <a16:creationId xmlns:a16="http://schemas.microsoft.com/office/drawing/2014/main" id="{F6780D6E-C973-0567-58AC-7695CA02D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900" y="3322638"/>
              <a:ext cx="227013" cy="2270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2" name="Freeform 3293">
              <a:extLst>
                <a:ext uri="{FF2B5EF4-FFF2-40B4-BE49-F238E27FC236}">
                  <a16:creationId xmlns:a16="http://schemas.microsoft.com/office/drawing/2014/main" id="{DD1666B3-7A0F-D16B-8DDD-472D537C9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200" y="3387726"/>
              <a:ext cx="15875" cy="484188"/>
            </a:xfrm>
            <a:custGeom>
              <a:avLst/>
              <a:gdLst>
                <a:gd name="T0" fmla="*/ 3 w 10"/>
                <a:gd name="T1" fmla="*/ 0 h 305"/>
                <a:gd name="T2" fmla="*/ 0 w 10"/>
                <a:gd name="T3" fmla="*/ 305 h 305"/>
                <a:gd name="T4" fmla="*/ 10 w 10"/>
                <a:gd name="T5" fmla="*/ 305 h 305"/>
                <a:gd name="T6" fmla="*/ 3 w 10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305">
                  <a:moveTo>
                    <a:pt x="3" y="0"/>
                  </a:moveTo>
                  <a:lnTo>
                    <a:pt x="0" y="305"/>
                  </a:lnTo>
                  <a:lnTo>
                    <a:pt x="10" y="30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3" name="Freeform 3294">
              <a:extLst>
                <a:ext uri="{FF2B5EF4-FFF2-40B4-BE49-F238E27FC236}">
                  <a16:creationId xmlns:a16="http://schemas.microsoft.com/office/drawing/2014/main" id="{60CCAEEB-FA08-8C54-7725-9A2FF1494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925" y="3462338"/>
              <a:ext cx="49213" cy="49213"/>
            </a:xfrm>
            <a:custGeom>
              <a:avLst/>
              <a:gdLst>
                <a:gd name="T0" fmla="*/ 0 w 31"/>
                <a:gd name="T1" fmla="*/ 0 h 31"/>
                <a:gd name="T2" fmla="*/ 31 w 31"/>
                <a:gd name="T3" fmla="*/ 29 h 31"/>
                <a:gd name="T4" fmla="*/ 29 w 31"/>
                <a:gd name="T5" fmla="*/ 31 h 31"/>
                <a:gd name="T6" fmla="*/ 0 w 31"/>
                <a:gd name="T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31">
                  <a:moveTo>
                    <a:pt x="0" y="0"/>
                  </a:moveTo>
                  <a:lnTo>
                    <a:pt x="31" y="29"/>
                  </a:lnTo>
                  <a:lnTo>
                    <a:pt x="29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4" name="Freeform 3295">
              <a:extLst>
                <a:ext uri="{FF2B5EF4-FFF2-40B4-BE49-F238E27FC236}">
                  <a16:creationId xmlns:a16="http://schemas.microsoft.com/office/drawing/2014/main" id="{AE1F95F2-890D-8BA5-3E29-37FCAEB79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3433763"/>
              <a:ext cx="42863" cy="53975"/>
            </a:xfrm>
            <a:custGeom>
              <a:avLst/>
              <a:gdLst>
                <a:gd name="T0" fmla="*/ 27 w 27"/>
                <a:gd name="T1" fmla="*/ 0 h 34"/>
                <a:gd name="T2" fmla="*/ 2 w 27"/>
                <a:gd name="T3" fmla="*/ 34 h 34"/>
                <a:gd name="T4" fmla="*/ 0 w 27"/>
                <a:gd name="T5" fmla="*/ 31 h 34"/>
                <a:gd name="T6" fmla="*/ 27 w 27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4">
                  <a:moveTo>
                    <a:pt x="27" y="0"/>
                  </a:moveTo>
                  <a:lnTo>
                    <a:pt x="2" y="34"/>
                  </a:lnTo>
                  <a:lnTo>
                    <a:pt x="0" y="3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5" name="Oval 3296">
              <a:extLst>
                <a:ext uri="{FF2B5EF4-FFF2-40B4-BE49-F238E27FC236}">
                  <a16:creationId xmlns:a16="http://schemas.microsoft.com/office/drawing/2014/main" id="{F9CA1EFE-0B08-CC91-0495-E3AA5CA4B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300" y="3440113"/>
              <a:ext cx="47625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6" name="Oval 3297">
              <a:extLst>
                <a:ext uri="{FF2B5EF4-FFF2-40B4-BE49-F238E27FC236}">
                  <a16:creationId xmlns:a16="http://schemas.microsoft.com/office/drawing/2014/main" id="{C4377746-0294-8F61-7E77-9A43F8632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3482976"/>
              <a:ext cx="49213" cy="1428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7" name="Freeform 3298">
              <a:extLst>
                <a:ext uri="{FF2B5EF4-FFF2-40B4-BE49-F238E27FC236}">
                  <a16:creationId xmlns:a16="http://schemas.microsoft.com/office/drawing/2014/main" id="{B40EFA44-B4AF-BE51-45CD-DC1B029E0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450" y="3444876"/>
              <a:ext cx="15875" cy="38100"/>
            </a:xfrm>
            <a:custGeom>
              <a:avLst/>
              <a:gdLst>
                <a:gd name="T0" fmla="*/ 4 w 19"/>
                <a:gd name="T1" fmla="*/ 1 h 48"/>
                <a:gd name="T2" fmla="*/ 3 w 19"/>
                <a:gd name="T3" fmla="*/ 26 h 48"/>
                <a:gd name="T4" fmla="*/ 15 w 19"/>
                <a:gd name="T5" fmla="*/ 47 h 48"/>
                <a:gd name="T6" fmla="*/ 16 w 19"/>
                <a:gd name="T7" fmla="*/ 22 h 48"/>
                <a:gd name="T8" fmla="*/ 4 w 19"/>
                <a:gd name="T9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8">
                  <a:moveTo>
                    <a:pt x="4" y="1"/>
                  </a:moveTo>
                  <a:cubicBezTo>
                    <a:pt x="0" y="2"/>
                    <a:pt x="0" y="13"/>
                    <a:pt x="3" y="26"/>
                  </a:cubicBezTo>
                  <a:cubicBezTo>
                    <a:pt x="6" y="38"/>
                    <a:pt x="12" y="48"/>
                    <a:pt x="15" y="47"/>
                  </a:cubicBezTo>
                  <a:cubicBezTo>
                    <a:pt x="19" y="46"/>
                    <a:pt x="19" y="35"/>
                    <a:pt x="16" y="22"/>
                  </a:cubicBezTo>
                  <a:cubicBezTo>
                    <a:pt x="13" y="9"/>
                    <a:pt x="7" y="0"/>
                    <a:pt x="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8" name="Freeform 3299">
              <a:extLst>
                <a:ext uri="{FF2B5EF4-FFF2-40B4-BE49-F238E27FC236}">
                  <a16:creationId xmlns:a16="http://schemas.microsoft.com/office/drawing/2014/main" id="{94D0AD98-BF70-616F-1AA7-CD203441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638" y="3449638"/>
              <a:ext cx="17463" cy="15875"/>
            </a:xfrm>
            <a:custGeom>
              <a:avLst/>
              <a:gdLst>
                <a:gd name="T0" fmla="*/ 2 w 21"/>
                <a:gd name="T1" fmla="*/ 1 h 20"/>
                <a:gd name="T2" fmla="*/ 8 w 21"/>
                <a:gd name="T3" fmla="*/ 12 h 20"/>
                <a:gd name="T4" fmla="*/ 20 w 21"/>
                <a:gd name="T5" fmla="*/ 18 h 20"/>
                <a:gd name="T6" fmla="*/ 13 w 21"/>
                <a:gd name="T7" fmla="*/ 7 h 20"/>
                <a:gd name="T8" fmla="*/ 2 w 21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1"/>
                  </a:moveTo>
                  <a:cubicBezTo>
                    <a:pt x="0" y="2"/>
                    <a:pt x="3" y="7"/>
                    <a:pt x="8" y="12"/>
                  </a:cubicBezTo>
                  <a:cubicBezTo>
                    <a:pt x="13" y="17"/>
                    <a:pt x="19" y="20"/>
                    <a:pt x="20" y="18"/>
                  </a:cubicBezTo>
                  <a:cubicBezTo>
                    <a:pt x="21" y="17"/>
                    <a:pt x="18" y="12"/>
                    <a:pt x="13" y="7"/>
                  </a:cubicBezTo>
                  <a:cubicBezTo>
                    <a:pt x="8" y="2"/>
                    <a:pt x="3" y="0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9" name="Freeform 3300">
              <a:extLst>
                <a:ext uri="{FF2B5EF4-FFF2-40B4-BE49-F238E27FC236}">
                  <a16:creationId xmlns:a16="http://schemas.microsoft.com/office/drawing/2014/main" id="{FCE4BF40-AF07-91D4-578A-298EC5F0D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450" y="3400426"/>
              <a:ext cx="39688" cy="39688"/>
            </a:xfrm>
            <a:custGeom>
              <a:avLst/>
              <a:gdLst>
                <a:gd name="T0" fmla="*/ 3 w 49"/>
                <a:gd name="T1" fmla="*/ 4 h 49"/>
                <a:gd name="T2" fmla="*/ 18 w 49"/>
                <a:gd name="T3" fmla="*/ 31 h 49"/>
                <a:gd name="T4" fmla="*/ 46 w 49"/>
                <a:gd name="T5" fmla="*/ 45 h 49"/>
                <a:gd name="T6" fmla="*/ 30 w 49"/>
                <a:gd name="T7" fmla="*/ 18 h 49"/>
                <a:gd name="T8" fmla="*/ 3 w 49"/>
                <a:gd name="T9" fmla="*/ 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3" y="4"/>
                  </a:moveTo>
                  <a:cubicBezTo>
                    <a:pt x="0" y="7"/>
                    <a:pt x="7" y="19"/>
                    <a:pt x="18" y="31"/>
                  </a:cubicBezTo>
                  <a:cubicBezTo>
                    <a:pt x="30" y="42"/>
                    <a:pt x="43" y="49"/>
                    <a:pt x="46" y="45"/>
                  </a:cubicBezTo>
                  <a:cubicBezTo>
                    <a:pt x="49" y="42"/>
                    <a:pt x="42" y="30"/>
                    <a:pt x="30" y="18"/>
                  </a:cubicBezTo>
                  <a:cubicBezTo>
                    <a:pt x="18" y="7"/>
                    <a:pt x="6" y="0"/>
                    <a:pt x="3" y="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0" name="Freeform 3301">
              <a:extLst>
                <a:ext uri="{FF2B5EF4-FFF2-40B4-BE49-F238E27FC236}">
                  <a16:creationId xmlns:a16="http://schemas.microsoft.com/office/drawing/2014/main" id="{AA860D52-7505-1D2E-0A91-EC0F23C1A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3384551"/>
              <a:ext cx="23813" cy="36513"/>
            </a:xfrm>
            <a:custGeom>
              <a:avLst/>
              <a:gdLst>
                <a:gd name="T0" fmla="*/ 27 w 30"/>
                <a:gd name="T1" fmla="*/ 2 h 45"/>
                <a:gd name="T2" fmla="*/ 9 w 30"/>
                <a:gd name="T3" fmla="*/ 19 h 45"/>
                <a:gd name="T4" fmla="*/ 3 w 30"/>
                <a:gd name="T5" fmla="*/ 43 h 45"/>
                <a:gd name="T6" fmla="*/ 21 w 30"/>
                <a:gd name="T7" fmla="*/ 26 h 45"/>
                <a:gd name="T8" fmla="*/ 27 w 30"/>
                <a:gd name="T9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5">
                  <a:moveTo>
                    <a:pt x="27" y="2"/>
                  </a:moveTo>
                  <a:cubicBezTo>
                    <a:pt x="24" y="0"/>
                    <a:pt x="16" y="8"/>
                    <a:pt x="9" y="19"/>
                  </a:cubicBezTo>
                  <a:cubicBezTo>
                    <a:pt x="3" y="31"/>
                    <a:pt x="0" y="41"/>
                    <a:pt x="3" y="43"/>
                  </a:cubicBezTo>
                  <a:cubicBezTo>
                    <a:pt x="6" y="45"/>
                    <a:pt x="14" y="37"/>
                    <a:pt x="21" y="26"/>
                  </a:cubicBezTo>
                  <a:cubicBezTo>
                    <a:pt x="28" y="15"/>
                    <a:pt x="30" y="4"/>
                    <a:pt x="27" y="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1" name="Freeform 3302">
              <a:extLst>
                <a:ext uri="{FF2B5EF4-FFF2-40B4-BE49-F238E27FC236}">
                  <a16:creationId xmlns:a16="http://schemas.microsoft.com/office/drawing/2014/main" id="{023E3A13-3540-9235-810C-456871E9E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838" y="3417888"/>
              <a:ext cx="11113" cy="39688"/>
            </a:xfrm>
            <a:custGeom>
              <a:avLst/>
              <a:gdLst>
                <a:gd name="T0" fmla="*/ 6 w 14"/>
                <a:gd name="T1" fmla="*/ 0 h 48"/>
                <a:gd name="T2" fmla="*/ 0 w 14"/>
                <a:gd name="T3" fmla="*/ 24 h 48"/>
                <a:gd name="T4" fmla="*/ 8 w 14"/>
                <a:gd name="T5" fmla="*/ 48 h 48"/>
                <a:gd name="T6" fmla="*/ 14 w 14"/>
                <a:gd name="T7" fmla="*/ 24 h 48"/>
                <a:gd name="T8" fmla="*/ 6 w 14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8">
                  <a:moveTo>
                    <a:pt x="6" y="0"/>
                  </a:moveTo>
                  <a:cubicBezTo>
                    <a:pt x="2" y="1"/>
                    <a:pt x="0" y="11"/>
                    <a:pt x="0" y="24"/>
                  </a:cubicBezTo>
                  <a:cubicBezTo>
                    <a:pt x="1" y="38"/>
                    <a:pt x="4" y="48"/>
                    <a:pt x="8" y="48"/>
                  </a:cubicBezTo>
                  <a:cubicBezTo>
                    <a:pt x="11" y="48"/>
                    <a:pt x="14" y="37"/>
                    <a:pt x="14" y="24"/>
                  </a:cubicBezTo>
                  <a:cubicBezTo>
                    <a:pt x="13" y="11"/>
                    <a:pt x="10" y="0"/>
                    <a:pt x="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2" name="Freeform 3303">
              <a:extLst>
                <a:ext uri="{FF2B5EF4-FFF2-40B4-BE49-F238E27FC236}">
                  <a16:creationId xmlns:a16="http://schemas.microsoft.com/office/drawing/2014/main" id="{921A8568-288A-B03B-167C-553A65D7D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788" y="3371851"/>
              <a:ext cx="6350" cy="20638"/>
            </a:xfrm>
            <a:custGeom>
              <a:avLst/>
              <a:gdLst>
                <a:gd name="T0" fmla="*/ 3 w 8"/>
                <a:gd name="T1" fmla="*/ 0 h 25"/>
                <a:gd name="T2" fmla="*/ 0 w 8"/>
                <a:gd name="T3" fmla="*/ 13 h 25"/>
                <a:gd name="T4" fmla="*/ 5 w 8"/>
                <a:gd name="T5" fmla="*/ 25 h 25"/>
                <a:gd name="T6" fmla="*/ 7 w 8"/>
                <a:gd name="T7" fmla="*/ 13 h 25"/>
                <a:gd name="T8" fmla="*/ 3 w 8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5">
                  <a:moveTo>
                    <a:pt x="3" y="0"/>
                  </a:moveTo>
                  <a:cubicBezTo>
                    <a:pt x="1" y="0"/>
                    <a:pt x="0" y="6"/>
                    <a:pt x="0" y="13"/>
                  </a:cubicBezTo>
                  <a:cubicBezTo>
                    <a:pt x="1" y="20"/>
                    <a:pt x="3" y="25"/>
                    <a:pt x="5" y="25"/>
                  </a:cubicBezTo>
                  <a:cubicBezTo>
                    <a:pt x="6" y="25"/>
                    <a:pt x="8" y="19"/>
                    <a:pt x="7" y="13"/>
                  </a:cubicBezTo>
                  <a:cubicBezTo>
                    <a:pt x="7" y="6"/>
                    <a:pt x="5" y="0"/>
                    <a:pt x="3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3" name="Freeform 3304">
              <a:extLst>
                <a:ext uri="{FF2B5EF4-FFF2-40B4-BE49-F238E27FC236}">
                  <a16:creationId xmlns:a16="http://schemas.microsoft.com/office/drawing/2014/main" id="{1D3C5A20-65B8-8DFA-D711-A7982A74C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738" y="3805238"/>
              <a:ext cx="225425" cy="95250"/>
            </a:xfrm>
            <a:custGeom>
              <a:avLst/>
              <a:gdLst>
                <a:gd name="T0" fmla="*/ 0 w 278"/>
                <a:gd name="T1" fmla="*/ 117 h 117"/>
                <a:gd name="T2" fmla="*/ 62 w 278"/>
                <a:gd name="T3" fmla="*/ 77 h 117"/>
                <a:gd name="T4" fmla="*/ 63 w 278"/>
                <a:gd name="T5" fmla="*/ 77 h 117"/>
                <a:gd name="T6" fmla="*/ 91 w 278"/>
                <a:gd name="T7" fmla="*/ 54 h 117"/>
                <a:gd name="T8" fmla="*/ 179 w 278"/>
                <a:gd name="T9" fmla="*/ 0 h 117"/>
                <a:gd name="T10" fmla="*/ 278 w 278"/>
                <a:gd name="T11" fmla="*/ 99 h 117"/>
                <a:gd name="T12" fmla="*/ 276 w 278"/>
                <a:gd name="T13" fmla="*/ 117 h 117"/>
                <a:gd name="T14" fmla="*/ 0 w 27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117">
                  <a:moveTo>
                    <a:pt x="0" y="117"/>
                  </a:moveTo>
                  <a:cubicBezTo>
                    <a:pt x="10" y="93"/>
                    <a:pt x="34" y="77"/>
                    <a:pt x="62" y="77"/>
                  </a:cubicBezTo>
                  <a:cubicBezTo>
                    <a:pt x="62" y="77"/>
                    <a:pt x="63" y="77"/>
                    <a:pt x="63" y="77"/>
                  </a:cubicBezTo>
                  <a:cubicBezTo>
                    <a:pt x="67" y="65"/>
                    <a:pt x="78" y="55"/>
                    <a:pt x="91" y="54"/>
                  </a:cubicBezTo>
                  <a:cubicBezTo>
                    <a:pt x="107" y="22"/>
                    <a:pt x="141" y="0"/>
                    <a:pt x="179" y="0"/>
                  </a:cubicBezTo>
                  <a:cubicBezTo>
                    <a:pt x="234" y="0"/>
                    <a:pt x="278" y="44"/>
                    <a:pt x="278" y="99"/>
                  </a:cubicBezTo>
                  <a:cubicBezTo>
                    <a:pt x="278" y="105"/>
                    <a:pt x="277" y="111"/>
                    <a:pt x="276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4" name="Freeform 3305">
              <a:extLst>
                <a:ext uri="{FF2B5EF4-FFF2-40B4-BE49-F238E27FC236}">
                  <a16:creationId xmlns:a16="http://schemas.microsoft.com/office/drawing/2014/main" id="{877B6206-FFBD-98CF-BF94-21095054F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513" y="3811588"/>
              <a:ext cx="225425" cy="95250"/>
            </a:xfrm>
            <a:custGeom>
              <a:avLst/>
              <a:gdLst>
                <a:gd name="T0" fmla="*/ 0 w 279"/>
                <a:gd name="T1" fmla="*/ 117 h 117"/>
                <a:gd name="T2" fmla="*/ 62 w 279"/>
                <a:gd name="T3" fmla="*/ 77 h 117"/>
                <a:gd name="T4" fmla="*/ 64 w 279"/>
                <a:gd name="T5" fmla="*/ 77 h 117"/>
                <a:gd name="T6" fmla="*/ 91 w 279"/>
                <a:gd name="T7" fmla="*/ 54 h 117"/>
                <a:gd name="T8" fmla="*/ 180 w 279"/>
                <a:gd name="T9" fmla="*/ 0 h 117"/>
                <a:gd name="T10" fmla="*/ 279 w 279"/>
                <a:gd name="T11" fmla="*/ 99 h 117"/>
                <a:gd name="T12" fmla="*/ 277 w 279"/>
                <a:gd name="T13" fmla="*/ 117 h 117"/>
                <a:gd name="T14" fmla="*/ 0 w 279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117">
                  <a:moveTo>
                    <a:pt x="0" y="117"/>
                  </a:moveTo>
                  <a:cubicBezTo>
                    <a:pt x="11" y="94"/>
                    <a:pt x="35" y="77"/>
                    <a:pt x="62" y="77"/>
                  </a:cubicBezTo>
                  <a:cubicBezTo>
                    <a:pt x="63" y="77"/>
                    <a:pt x="63" y="77"/>
                    <a:pt x="64" y="77"/>
                  </a:cubicBezTo>
                  <a:cubicBezTo>
                    <a:pt x="67" y="65"/>
                    <a:pt x="78" y="56"/>
                    <a:pt x="91" y="54"/>
                  </a:cubicBezTo>
                  <a:cubicBezTo>
                    <a:pt x="108" y="22"/>
                    <a:pt x="141" y="0"/>
                    <a:pt x="180" y="0"/>
                  </a:cubicBezTo>
                  <a:cubicBezTo>
                    <a:pt x="234" y="0"/>
                    <a:pt x="279" y="44"/>
                    <a:pt x="279" y="99"/>
                  </a:cubicBezTo>
                  <a:cubicBezTo>
                    <a:pt x="279" y="105"/>
                    <a:pt x="278" y="111"/>
                    <a:pt x="277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5" name="Oval 3306">
              <a:extLst>
                <a:ext uri="{FF2B5EF4-FFF2-40B4-BE49-F238E27FC236}">
                  <a16:creationId xmlns:a16="http://schemas.microsoft.com/office/drawing/2014/main" id="{C4054390-68B0-DD51-ED75-BB16A61DC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550" y="3573463"/>
              <a:ext cx="115888" cy="1158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6" name="Freeform 3307">
              <a:extLst>
                <a:ext uri="{FF2B5EF4-FFF2-40B4-BE49-F238E27FC236}">
                  <a16:creationId xmlns:a16="http://schemas.microsoft.com/office/drawing/2014/main" id="{442B4C57-D2B1-879C-9B90-6BCD7840A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700" y="3606801"/>
              <a:ext cx="7938" cy="247650"/>
            </a:xfrm>
            <a:custGeom>
              <a:avLst/>
              <a:gdLst>
                <a:gd name="T0" fmla="*/ 2 w 5"/>
                <a:gd name="T1" fmla="*/ 0 h 156"/>
                <a:gd name="T2" fmla="*/ 0 w 5"/>
                <a:gd name="T3" fmla="*/ 156 h 156"/>
                <a:gd name="T4" fmla="*/ 5 w 5"/>
                <a:gd name="T5" fmla="*/ 156 h 156"/>
                <a:gd name="T6" fmla="*/ 2 w 5"/>
                <a:gd name="T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56">
                  <a:moveTo>
                    <a:pt x="2" y="0"/>
                  </a:moveTo>
                  <a:lnTo>
                    <a:pt x="0" y="156"/>
                  </a:lnTo>
                  <a:lnTo>
                    <a:pt x="5" y="15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7" name="Freeform 3308">
              <a:extLst>
                <a:ext uri="{FF2B5EF4-FFF2-40B4-BE49-F238E27FC236}">
                  <a16:creationId xmlns:a16="http://schemas.microsoft.com/office/drawing/2014/main" id="{9D4C0757-884D-27D6-6512-51D024C9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063" y="3644901"/>
              <a:ext cx="25400" cy="25400"/>
            </a:xfrm>
            <a:custGeom>
              <a:avLst/>
              <a:gdLst>
                <a:gd name="T0" fmla="*/ 0 w 16"/>
                <a:gd name="T1" fmla="*/ 0 h 16"/>
                <a:gd name="T2" fmla="*/ 16 w 16"/>
                <a:gd name="T3" fmla="*/ 15 h 16"/>
                <a:gd name="T4" fmla="*/ 14 w 16"/>
                <a:gd name="T5" fmla="*/ 16 h 16"/>
                <a:gd name="T6" fmla="*/ 0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0" y="0"/>
                  </a:moveTo>
                  <a:lnTo>
                    <a:pt x="16" y="15"/>
                  </a:lnTo>
                  <a:lnTo>
                    <a:pt x="14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8" name="Freeform 3309">
              <a:extLst>
                <a:ext uri="{FF2B5EF4-FFF2-40B4-BE49-F238E27FC236}">
                  <a16:creationId xmlns:a16="http://schemas.microsoft.com/office/drawing/2014/main" id="{B1C03EE8-D7C9-2960-77D5-586D01611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3629026"/>
              <a:ext cx="23813" cy="28575"/>
            </a:xfrm>
            <a:custGeom>
              <a:avLst/>
              <a:gdLst>
                <a:gd name="T0" fmla="*/ 15 w 15"/>
                <a:gd name="T1" fmla="*/ 0 h 18"/>
                <a:gd name="T2" fmla="*/ 1 w 15"/>
                <a:gd name="T3" fmla="*/ 18 h 18"/>
                <a:gd name="T4" fmla="*/ 0 w 15"/>
                <a:gd name="T5" fmla="*/ 16 h 18"/>
                <a:gd name="T6" fmla="*/ 15 w 1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8">
                  <a:moveTo>
                    <a:pt x="15" y="0"/>
                  </a:moveTo>
                  <a:lnTo>
                    <a:pt x="1" y="18"/>
                  </a:lnTo>
                  <a:lnTo>
                    <a:pt x="0" y="1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9" name="Oval 3310">
              <a:extLst>
                <a:ext uri="{FF2B5EF4-FFF2-40B4-BE49-F238E27FC236}">
                  <a16:creationId xmlns:a16="http://schemas.microsoft.com/office/drawing/2014/main" id="{F664461C-5856-A72D-89E2-EFE866AB4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338" y="3633788"/>
              <a:ext cx="23813" cy="63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0" name="Oval 3311">
              <a:extLst>
                <a:ext uri="{FF2B5EF4-FFF2-40B4-BE49-F238E27FC236}">
                  <a16:creationId xmlns:a16="http://schemas.microsoft.com/office/drawing/2014/main" id="{4774CE16-9850-9F6D-E0F7-673B851A0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950" y="3656013"/>
              <a:ext cx="23813" cy="63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1" name="Freeform 3312">
              <a:extLst>
                <a:ext uri="{FF2B5EF4-FFF2-40B4-BE49-F238E27FC236}">
                  <a16:creationId xmlns:a16="http://schemas.microsoft.com/office/drawing/2014/main" id="{A588A670-0822-8CCE-5CCB-2697F5909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825" y="3635376"/>
              <a:ext cx="7938" cy="20638"/>
            </a:xfrm>
            <a:custGeom>
              <a:avLst/>
              <a:gdLst>
                <a:gd name="T0" fmla="*/ 2 w 10"/>
                <a:gd name="T1" fmla="*/ 1 h 25"/>
                <a:gd name="T2" fmla="*/ 1 w 10"/>
                <a:gd name="T3" fmla="*/ 13 h 25"/>
                <a:gd name="T4" fmla="*/ 8 w 10"/>
                <a:gd name="T5" fmla="*/ 24 h 25"/>
                <a:gd name="T6" fmla="*/ 8 w 10"/>
                <a:gd name="T7" fmla="*/ 12 h 25"/>
                <a:gd name="T8" fmla="*/ 2 w 10"/>
                <a:gd name="T9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5">
                  <a:moveTo>
                    <a:pt x="2" y="1"/>
                  </a:moveTo>
                  <a:cubicBezTo>
                    <a:pt x="0" y="1"/>
                    <a:pt x="0" y="7"/>
                    <a:pt x="1" y="13"/>
                  </a:cubicBezTo>
                  <a:cubicBezTo>
                    <a:pt x="3" y="20"/>
                    <a:pt x="6" y="25"/>
                    <a:pt x="8" y="24"/>
                  </a:cubicBezTo>
                  <a:cubicBezTo>
                    <a:pt x="10" y="24"/>
                    <a:pt x="10" y="18"/>
                    <a:pt x="8" y="12"/>
                  </a:cubicBezTo>
                  <a:cubicBezTo>
                    <a:pt x="6" y="5"/>
                    <a:pt x="4" y="0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2" name="Freeform 3313">
              <a:extLst>
                <a:ext uri="{FF2B5EF4-FFF2-40B4-BE49-F238E27FC236}">
                  <a16:creationId xmlns:a16="http://schemas.microsoft.com/office/drawing/2014/main" id="{BD994C58-D69A-8796-B22D-17D468B70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3636963"/>
              <a:ext cx="9525" cy="9525"/>
            </a:xfrm>
            <a:custGeom>
              <a:avLst/>
              <a:gdLst>
                <a:gd name="T0" fmla="*/ 0 w 10"/>
                <a:gd name="T1" fmla="*/ 1 h 10"/>
                <a:gd name="T2" fmla="*/ 4 w 10"/>
                <a:gd name="T3" fmla="*/ 6 h 10"/>
                <a:gd name="T4" fmla="*/ 10 w 10"/>
                <a:gd name="T5" fmla="*/ 9 h 10"/>
                <a:gd name="T6" fmla="*/ 6 w 10"/>
                <a:gd name="T7" fmla="*/ 4 h 10"/>
                <a:gd name="T8" fmla="*/ 0 w 1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1"/>
                  </a:moveTo>
                  <a:cubicBezTo>
                    <a:pt x="0" y="1"/>
                    <a:pt x="1" y="4"/>
                    <a:pt x="4" y="6"/>
                  </a:cubicBezTo>
                  <a:cubicBezTo>
                    <a:pt x="6" y="9"/>
                    <a:pt x="9" y="10"/>
                    <a:pt x="10" y="9"/>
                  </a:cubicBezTo>
                  <a:cubicBezTo>
                    <a:pt x="10" y="9"/>
                    <a:pt x="9" y="6"/>
                    <a:pt x="6" y="4"/>
                  </a:cubicBezTo>
                  <a:cubicBezTo>
                    <a:pt x="4" y="1"/>
                    <a:pt x="1" y="0"/>
                    <a:pt x="0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3" name="Freeform 3314">
              <a:extLst>
                <a:ext uri="{FF2B5EF4-FFF2-40B4-BE49-F238E27FC236}">
                  <a16:creationId xmlns:a16="http://schemas.microsoft.com/office/drawing/2014/main" id="{3814059B-221C-D12D-08CC-CECA77556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825" y="3613151"/>
              <a:ext cx="19050" cy="19050"/>
            </a:xfrm>
            <a:custGeom>
              <a:avLst/>
              <a:gdLst>
                <a:gd name="T0" fmla="*/ 2 w 25"/>
                <a:gd name="T1" fmla="*/ 1 h 24"/>
                <a:gd name="T2" fmla="*/ 10 w 25"/>
                <a:gd name="T3" fmla="*/ 15 h 24"/>
                <a:gd name="T4" fmla="*/ 24 w 25"/>
                <a:gd name="T5" fmla="*/ 23 h 24"/>
                <a:gd name="T6" fmla="*/ 16 w 25"/>
                <a:gd name="T7" fmla="*/ 9 h 24"/>
                <a:gd name="T8" fmla="*/ 2 w 25"/>
                <a:gd name="T9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4">
                  <a:moveTo>
                    <a:pt x="2" y="1"/>
                  </a:moveTo>
                  <a:cubicBezTo>
                    <a:pt x="0" y="3"/>
                    <a:pt x="4" y="9"/>
                    <a:pt x="10" y="15"/>
                  </a:cubicBezTo>
                  <a:cubicBezTo>
                    <a:pt x="16" y="21"/>
                    <a:pt x="22" y="24"/>
                    <a:pt x="24" y="23"/>
                  </a:cubicBezTo>
                  <a:cubicBezTo>
                    <a:pt x="25" y="21"/>
                    <a:pt x="22" y="15"/>
                    <a:pt x="16" y="9"/>
                  </a:cubicBezTo>
                  <a:cubicBezTo>
                    <a:pt x="10" y="3"/>
                    <a:pt x="4" y="0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4" name="Freeform 3315">
              <a:extLst>
                <a:ext uri="{FF2B5EF4-FFF2-40B4-BE49-F238E27FC236}">
                  <a16:creationId xmlns:a16="http://schemas.microsoft.com/office/drawing/2014/main" id="{0D73E3D1-E382-E50D-82F2-5FEFBCEFC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3605213"/>
              <a:ext cx="14288" cy="19050"/>
            </a:xfrm>
            <a:custGeom>
              <a:avLst/>
              <a:gdLst>
                <a:gd name="T0" fmla="*/ 14 w 16"/>
                <a:gd name="T1" fmla="*/ 1 h 23"/>
                <a:gd name="T2" fmla="*/ 5 w 16"/>
                <a:gd name="T3" fmla="*/ 10 h 23"/>
                <a:gd name="T4" fmla="*/ 2 w 16"/>
                <a:gd name="T5" fmla="*/ 22 h 23"/>
                <a:gd name="T6" fmla="*/ 11 w 16"/>
                <a:gd name="T7" fmla="*/ 13 h 23"/>
                <a:gd name="T8" fmla="*/ 14 w 16"/>
                <a:gd name="T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3">
                  <a:moveTo>
                    <a:pt x="14" y="1"/>
                  </a:moveTo>
                  <a:cubicBezTo>
                    <a:pt x="13" y="0"/>
                    <a:pt x="9" y="4"/>
                    <a:pt x="5" y="10"/>
                  </a:cubicBezTo>
                  <a:cubicBezTo>
                    <a:pt x="2" y="15"/>
                    <a:pt x="0" y="21"/>
                    <a:pt x="2" y="22"/>
                  </a:cubicBezTo>
                  <a:cubicBezTo>
                    <a:pt x="4" y="23"/>
                    <a:pt x="8" y="19"/>
                    <a:pt x="11" y="13"/>
                  </a:cubicBezTo>
                  <a:cubicBezTo>
                    <a:pt x="14" y="7"/>
                    <a:pt x="16" y="2"/>
                    <a:pt x="1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5" name="Freeform 3316">
              <a:extLst>
                <a:ext uri="{FF2B5EF4-FFF2-40B4-BE49-F238E27FC236}">
                  <a16:creationId xmlns:a16="http://schemas.microsoft.com/office/drawing/2014/main" id="{8F3A129E-29C6-5F7F-4395-8E6C81980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225" y="3622676"/>
              <a:ext cx="7938" cy="19050"/>
            </a:xfrm>
            <a:custGeom>
              <a:avLst/>
              <a:gdLst>
                <a:gd name="T0" fmla="*/ 4 w 8"/>
                <a:gd name="T1" fmla="*/ 0 h 24"/>
                <a:gd name="T2" fmla="*/ 1 w 8"/>
                <a:gd name="T3" fmla="*/ 12 h 24"/>
                <a:gd name="T4" fmla="*/ 5 w 8"/>
                <a:gd name="T5" fmla="*/ 24 h 24"/>
                <a:gd name="T6" fmla="*/ 8 w 8"/>
                <a:gd name="T7" fmla="*/ 12 h 24"/>
                <a:gd name="T8" fmla="*/ 4 w 8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4">
                  <a:moveTo>
                    <a:pt x="4" y="0"/>
                  </a:moveTo>
                  <a:cubicBezTo>
                    <a:pt x="2" y="0"/>
                    <a:pt x="0" y="6"/>
                    <a:pt x="1" y="12"/>
                  </a:cubicBezTo>
                  <a:cubicBezTo>
                    <a:pt x="1" y="19"/>
                    <a:pt x="3" y="24"/>
                    <a:pt x="5" y="24"/>
                  </a:cubicBezTo>
                  <a:cubicBezTo>
                    <a:pt x="6" y="24"/>
                    <a:pt x="8" y="19"/>
                    <a:pt x="8" y="12"/>
                  </a:cubicBezTo>
                  <a:cubicBezTo>
                    <a:pt x="7" y="5"/>
                    <a:pt x="6" y="0"/>
                    <a:pt x="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6" name="Freeform 3317">
              <a:extLst>
                <a:ext uri="{FF2B5EF4-FFF2-40B4-BE49-F238E27FC236}">
                  <a16:creationId xmlns:a16="http://schemas.microsoft.com/office/drawing/2014/main" id="{6DC718AC-91D0-3FBE-3F29-8B45D0EB1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3598863"/>
              <a:ext cx="3175" cy="11113"/>
            </a:xfrm>
            <a:custGeom>
              <a:avLst/>
              <a:gdLst>
                <a:gd name="T0" fmla="*/ 2 w 4"/>
                <a:gd name="T1" fmla="*/ 0 h 13"/>
                <a:gd name="T2" fmla="*/ 0 w 4"/>
                <a:gd name="T3" fmla="*/ 6 h 13"/>
                <a:gd name="T4" fmla="*/ 2 w 4"/>
                <a:gd name="T5" fmla="*/ 13 h 13"/>
                <a:gd name="T6" fmla="*/ 4 w 4"/>
                <a:gd name="T7" fmla="*/ 6 h 13"/>
                <a:gd name="T8" fmla="*/ 2 w 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3">
                  <a:moveTo>
                    <a:pt x="2" y="0"/>
                  </a:moveTo>
                  <a:cubicBezTo>
                    <a:pt x="1" y="0"/>
                    <a:pt x="0" y="3"/>
                    <a:pt x="0" y="6"/>
                  </a:cubicBezTo>
                  <a:cubicBezTo>
                    <a:pt x="0" y="10"/>
                    <a:pt x="1" y="13"/>
                    <a:pt x="2" y="13"/>
                  </a:cubicBezTo>
                  <a:cubicBezTo>
                    <a:pt x="3" y="12"/>
                    <a:pt x="4" y="10"/>
                    <a:pt x="4" y="6"/>
                  </a:cubicBezTo>
                  <a:cubicBezTo>
                    <a:pt x="4" y="3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7" name="Oval 3318">
              <a:extLst>
                <a:ext uri="{FF2B5EF4-FFF2-40B4-BE49-F238E27FC236}">
                  <a16:creationId xmlns:a16="http://schemas.microsoft.com/office/drawing/2014/main" id="{2F8DEED0-B89A-2C4A-8EF5-EDF93179D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938" y="3600451"/>
              <a:ext cx="115888" cy="1174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8" name="Freeform 3319">
              <a:extLst>
                <a:ext uri="{FF2B5EF4-FFF2-40B4-BE49-F238E27FC236}">
                  <a16:creationId xmlns:a16="http://schemas.microsoft.com/office/drawing/2014/main" id="{F5A08CE0-FF82-AFFF-FBEE-12DDD0B0D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088" y="3635376"/>
              <a:ext cx="9525" cy="246063"/>
            </a:xfrm>
            <a:custGeom>
              <a:avLst/>
              <a:gdLst>
                <a:gd name="T0" fmla="*/ 3 w 6"/>
                <a:gd name="T1" fmla="*/ 0 h 155"/>
                <a:gd name="T2" fmla="*/ 0 w 6"/>
                <a:gd name="T3" fmla="*/ 155 h 155"/>
                <a:gd name="T4" fmla="*/ 6 w 6"/>
                <a:gd name="T5" fmla="*/ 155 h 155"/>
                <a:gd name="T6" fmla="*/ 3 w 6"/>
                <a:gd name="T7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55">
                  <a:moveTo>
                    <a:pt x="3" y="0"/>
                  </a:moveTo>
                  <a:lnTo>
                    <a:pt x="0" y="155"/>
                  </a:lnTo>
                  <a:lnTo>
                    <a:pt x="6" y="15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9" name="Freeform 3320">
              <a:extLst>
                <a:ext uri="{FF2B5EF4-FFF2-40B4-BE49-F238E27FC236}">
                  <a16:creationId xmlns:a16="http://schemas.microsoft.com/office/drawing/2014/main" id="{4297467E-F192-3C71-3CAE-0C3D2A751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0" y="3671888"/>
              <a:ext cx="26988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5 h 17"/>
                <a:gd name="T4" fmla="*/ 15 w 17"/>
                <a:gd name="T5" fmla="*/ 17 h 17"/>
                <a:gd name="T6" fmla="*/ 0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5"/>
                  </a:lnTo>
                  <a:lnTo>
                    <a:pt x="15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0" name="Freeform 3321">
              <a:extLst>
                <a:ext uri="{FF2B5EF4-FFF2-40B4-BE49-F238E27FC236}">
                  <a16:creationId xmlns:a16="http://schemas.microsoft.com/office/drawing/2014/main" id="{D666FF36-99EB-4E1E-86C8-4CB6CA9E0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3657601"/>
              <a:ext cx="22225" cy="28575"/>
            </a:xfrm>
            <a:custGeom>
              <a:avLst/>
              <a:gdLst>
                <a:gd name="T0" fmla="*/ 14 w 14"/>
                <a:gd name="T1" fmla="*/ 0 h 18"/>
                <a:gd name="T2" fmla="*/ 1 w 14"/>
                <a:gd name="T3" fmla="*/ 18 h 18"/>
                <a:gd name="T4" fmla="*/ 0 w 14"/>
                <a:gd name="T5" fmla="*/ 16 h 18"/>
                <a:gd name="T6" fmla="*/ 14 w 14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8">
                  <a:moveTo>
                    <a:pt x="14" y="0"/>
                  </a:moveTo>
                  <a:lnTo>
                    <a:pt x="1" y="18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24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1" name="Oval 3322">
              <a:extLst>
                <a:ext uri="{FF2B5EF4-FFF2-40B4-BE49-F238E27FC236}">
                  <a16:creationId xmlns:a16="http://schemas.microsoft.com/office/drawing/2014/main" id="{A3CA79F3-66AE-E6FF-1F85-7E8BB05B4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3660776"/>
              <a:ext cx="25400" cy="793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2" name="Oval 3323">
              <a:extLst>
                <a:ext uri="{FF2B5EF4-FFF2-40B4-BE49-F238E27FC236}">
                  <a16:creationId xmlns:a16="http://schemas.microsoft.com/office/drawing/2014/main" id="{7F42B183-0112-84E1-C1B9-FDDDFB8FA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338" y="3684588"/>
              <a:ext cx="25400" cy="63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3" name="Freeform 3324">
              <a:extLst>
                <a:ext uri="{FF2B5EF4-FFF2-40B4-BE49-F238E27FC236}">
                  <a16:creationId xmlns:a16="http://schemas.microsoft.com/office/drawing/2014/main" id="{BFDA7950-818E-CDA4-E507-A38FC669E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800" y="3663951"/>
              <a:ext cx="7938" cy="19050"/>
            </a:xfrm>
            <a:custGeom>
              <a:avLst/>
              <a:gdLst>
                <a:gd name="T0" fmla="*/ 2 w 10"/>
                <a:gd name="T1" fmla="*/ 0 h 24"/>
                <a:gd name="T2" fmla="*/ 1 w 10"/>
                <a:gd name="T3" fmla="*/ 13 h 24"/>
                <a:gd name="T4" fmla="*/ 8 w 10"/>
                <a:gd name="T5" fmla="*/ 24 h 24"/>
                <a:gd name="T6" fmla="*/ 8 w 10"/>
                <a:gd name="T7" fmla="*/ 11 h 24"/>
                <a:gd name="T8" fmla="*/ 2 w 10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24">
                  <a:moveTo>
                    <a:pt x="2" y="0"/>
                  </a:moveTo>
                  <a:cubicBezTo>
                    <a:pt x="0" y="1"/>
                    <a:pt x="0" y="6"/>
                    <a:pt x="1" y="13"/>
                  </a:cubicBezTo>
                  <a:cubicBezTo>
                    <a:pt x="3" y="19"/>
                    <a:pt x="6" y="24"/>
                    <a:pt x="8" y="24"/>
                  </a:cubicBezTo>
                  <a:cubicBezTo>
                    <a:pt x="9" y="23"/>
                    <a:pt x="10" y="18"/>
                    <a:pt x="8" y="11"/>
                  </a:cubicBezTo>
                  <a:cubicBezTo>
                    <a:pt x="6" y="5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4" name="Freeform 3325">
              <a:extLst>
                <a:ext uri="{FF2B5EF4-FFF2-40B4-BE49-F238E27FC236}">
                  <a16:creationId xmlns:a16="http://schemas.microsoft.com/office/drawing/2014/main" id="{F7B384DD-A6D5-489B-5DBF-44E09D863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100" y="3665538"/>
              <a:ext cx="7938" cy="7938"/>
            </a:xfrm>
            <a:custGeom>
              <a:avLst/>
              <a:gdLst>
                <a:gd name="T0" fmla="*/ 0 w 10"/>
                <a:gd name="T1" fmla="*/ 1 h 10"/>
                <a:gd name="T2" fmla="*/ 4 w 10"/>
                <a:gd name="T3" fmla="*/ 6 h 10"/>
                <a:gd name="T4" fmla="*/ 10 w 10"/>
                <a:gd name="T5" fmla="*/ 9 h 10"/>
                <a:gd name="T6" fmla="*/ 6 w 10"/>
                <a:gd name="T7" fmla="*/ 4 h 10"/>
                <a:gd name="T8" fmla="*/ 0 w 10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0" y="1"/>
                  </a:moveTo>
                  <a:cubicBezTo>
                    <a:pt x="0" y="1"/>
                    <a:pt x="1" y="4"/>
                    <a:pt x="4" y="6"/>
                  </a:cubicBezTo>
                  <a:cubicBezTo>
                    <a:pt x="6" y="9"/>
                    <a:pt x="9" y="10"/>
                    <a:pt x="10" y="9"/>
                  </a:cubicBezTo>
                  <a:cubicBezTo>
                    <a:pt x="10" y="9"/>
                    <a:pt x="9" y="6"/>
                    <a:pt x="6" y="4"/>
                  </a:cubicBezTo>
                  <a:cubicBezTo>
                    <a:pt x="4" y="1"/>
                    <a:pt x="1" y="0"/>
                    <a:pt x="0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5" name="Freeform 3326">
              <a:extLst>
                <a:ext uri="{FF2B5EF4-FFF2-40B4-BE49-F238E27FC236}">
                  <a16:creationId xmlns:a16="http://schemas.microsoft.com/office/drawing/2014/main" id="{888331E3-90B0-3154-B00D-5DEB113BB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213" y="3641726"/>
              <a:ext cx="20638" cy="19050"/>
            </a:xfrm>
            <a:custGeom>
              <a:avLst/>
              <a:gdLst>
                <a:gd name="T0" fmla="*/ 2 w 25"/>
                <a:gd name="T1" fmla="*/ 2 h 25"/>
                <a:gd name="T2" fmla="*/ 10 w 25"/>
                <a:gd name="T3" fmla="*/ 16 h 25"/>
                <a:gd name="T4" fmla="*/ 24 w 25"/>
                <a:gd name="T5" fmla="*/ 24 h 25"/>
                <a:gd name="T6" fmla="*/ 16 w 25"/>
                <a:gd name="T7" fmla="*/ 10 h 25"/>
                <a:gd name="T8" fmla="*/ 2 w 25"/>
                <a:gd name="T9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2" y="2"/>
                  </a:moveTo>
                  <a:cubicBezTo>
                    <a:pt x="0" y="4"/>
                    <a:pt x="4" y="10"/>
                    <a:pt x="10" y="16"/>
                  </a:cubicBezTo>
                  <a:cubicBezTo>
                    <a:pt x="16" y="22"/>
                    <a:pt x="22" y="25"/>
                    <a:pt x="24" y="24"/>
                  </a:cubicBezTo>
                  <a:cubicBezTo>
                    <a:pt x="25" y="22"/>
                    <a:pt x="22" y="16"/>
                    <a:pt x="16" y="10"/>
                  </a:cubicBezTo>
                  <a:cubicBezTo>
                    <a:pt x="10" y="4"/>
                    <a:pt x="3" y="0"/>
                    <a:pt x="2" y="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6" name="Freeform 3327">
              <a:extLst>
                <a:ext uri="{FF2B5EF4-FFF2-40B4-BE49-F238E27FC236}">
                  <a16:creationId xmlns:a16="http://schemas.microsoft.com/office/drawing/2014/main" id="{107E48DF-53C0-CBFE-4151-C96FC6613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3633788"/>
              <a:ext cx="12700" cy="19050"/>
            </a:xfrm>
            <a:custGeom>
              <a:avLst/>
              <a:gdLst>
                <a:gd name="T0" fmla="*/ 14 w 16"/>
                <a:gd name="T1" fmla="*/ 1 h 23"/>
                <a:gd name="T2" fmla="*/ 5 w 16"/>
                <a:gd name="T3" fmla="*/ 9 h 23"/>
                <a:gd name="T4" fmla="*/ 2 w 16"/>
                <a:gd name="T5" fmla="*/ 22 h 23"/>
                <a:gd name="T6" fmla="*/ 11 w 16"/>
                <a:gd name="T7" fmla="*/ 13 h 23"/>
                <a:gd name="T8" fmla="*/ 14 w 16"/>
                <a:gd name="T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3">
                  <a:moveTo>
                    <a:pt x="14" y="1"/>
                  </a:moveTo>
                  <a:cubicBezTo>
                    <a:pt x="12" y="0"/>
                    <a:pt x="8" y="4"/>
                    <a:pt x="5" y="9"/>
                  </a:cubicBezTo>
                  <a:cubicBezTo>
                    <a:pt x="2" y="15"/>
                    <a:pt x="0" y="21"/>
                    <a:pt x="2" y="22"/>
                  </a:cubicBezTo>
                  <a:cubicBezTo>
                    <a:pt x="3" y="23"/>
                    <a:pt x="8" y="19"/>
                    <a:pt x="11" y="13"/>
                  </a:cubicBezTo>
                  <a:cubicBezTo>
                    <a:pt x="14" y="7"/>
                    <a:pt x="16" y="2"/>
                    <a:pt x="1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7" name="Freeform 3328">
              <a:extLst>
                <a:ext uri="{FF2B5EF4-FFF2-40B4-BE49-F238E27FC236}">
                  <a16:creationId xmlns:a16="http://schemas.microsoft.com/office/drawing/2014/main" id="{5AD8A667-50E6-2599-0434-90CAD5715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200" y="3651251"/>
              <a:ext cx="6350" cy="19050"/>
            </a:xfrm>
            <a:custGeom>
              <a:avLst/>
              <a:gdLst>
                <a:gd name="T0" fmla="*/ 4 w 8"/>
                <a:gd name="T1" fmla="*/ 0 h 24"/>
                <a:gd name="T2" fmla="*/ 1 w 8"/>
                <a:gd name="T3" fmla="*/ 12 h 24"/>
                <a:gd name="T4" fmla="*/ 4 w 8"/>
                <a:gd name="T5" fmla="*/ 24 h 24"/>
                <a:gd name="T6" fmla="*/ 7 w 8"/>
                <a:gd name="T7" fmla="*/ 12 h 24"/>
                <a:gd name="T8" fmla="*/ 4 w 8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4">
                  <a:moveTo>
                    <a:pt x="4" y="0"/>
                  </a:moveTo>
                  <a:cubicBezTo>
                    <a:pt x="2" y="0"/>
                    <a:pt x="0" y="5"/>
                    <a:pt x="1" y="12"/>
                  </a:cubicBezTo>
                  <a:cubicBezTo>
                    <a:pt x="1" y="19"/>
                    <a:pt x="3" y="24"/>
                    <a:pt x="4" y="24"/>
                  </a:cubicBezTo>
                  <a:cubicBezTo>
                    <a:pt x="6" y="24"/>
                    <a:pt x="8" y="19"/>
                    <a:pt x="7" y="12"/>
                  </a:cubicBezTo>
                  <a:cubicBezTo>
                    <a:pt x="7" y="5"/>
                    <a:pt x="6" y="0"/>
                    <a:pt x="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8" name="Freeform 3329">
              <a:extLst>
                <a:ext uri="{FF2B5EF4-FFF2-40B4-BE49-F238E27FC236}">
                  <a16:creationId xmlns:a16="http://schemas.microsoft.com/office/drawing/2014/main" id="{CCB13FF1-6B21-92A1-16A3-66A5948EC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3625851"/>
              <a:ext cx="3175" cy="11113"/>
            </a:xfrm>
            <a:custGeom>
              <a:avLst/>
              <a:gdLst>
                <a:gd name="T0" fmla="*/ 1 w 4"/>
                <a:gd name="T1" fmla="*/ 1 h 13"/>
                <a:gd name="T2" fmla="*/ 0 w 4"/>
                <a:gd name="T3" fmla="*/ 7 h 13"/>
                <a:gd name="T4" fmla="*/ 2 w 4"/>
                <a:gd name="T5" fmla="*/ 13 h 13"/>
                <a:gd name="T6" fmla="*/ 4 w 4"/>
                <a:gd name="T7" fmla="*/ 7 h 13"/>
                <a:gd name="T8" fmla="*/ 1 w 4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3">
                  <a:moveTo>
                    <a:pt x="1" y="1"/>
                  </a:moveTo>
                  <a:cubicBezTo>
                    <a:pt x="0" y="1"/>
                    <a:pt x="0" y="3"/>
                    <a:pt x="0" y="7"/>
                  </a:cubicBezTo>
                  <a:cubicBezTo>
                    <a:pt x="0" y="10"/>
                    <a:pt x="1" y="13"/>
                    <a:pt x="2" y="13"/>
                  </a:cubicBezTo>
                  <a:cubicBezTo>
                    <a:pt x="3" y="13"/>
                    <a:pt x="4" y="10"/>
                    <a:pt x="4" y="7"/>
                  </a:cubicBezTo>
                  <a:cubicBezTo>
                    <a:pt x="3" y="3"/>
                    <a:pt x="2" y="0"/>
                    <a:pt x="1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9" name="Freeform 3330">
              <a:extLst>
                <a:ext uri="{FF2B5EF4-FFF2-40B4-BE49-F238E27FC236}">
                  <a16:creationId xmlns:a16="http://schemas.microsoft.com/office/drawing/2014/main" id="{7DFC745A-5FBE-7D69-2D48-D0015E13F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3805238"/>
              <a:ext cx="227013" cy="95250"/>
            </a:xfrm>
            <a:custGeom>
              <a:avLst/>
              <a:gdLst>
                <a:gd name="T0" fmla="*/ 0 w 279"/>
                <a:gd name="T1" fmla="*/ 117 h 117"/>
                <a:gd name="T2" fmla="*/ 63 w 279"/>
                <a:gd name="T3" fmla="*/ 76 h 117"/>
                <a:gd name="T4" fmla="*/ 64 w 279"/>
                <a:gd name="T5" fmla="*/ 77 h 117"/>
                <a:gd name="T6" fmla="*/ 92 w 279"/>
                <a:gd name="T7" fmla="*/ 54 h 117"/>
                <a:gd name="T8" fmla="*/ 180 w 279"/>
                <a:gd name="T9" fmla="*/ 0 h 117"/>
                <a:gd name="T10" fmla="*/ 279 w 279"/>
                <a:gd name="T11" fmla="*/ 98 h 117"/>
                <a:gd name="T12" fmla="*/ 277 w 279"/>
                <a:gd name="T13" fmla="*/ 117 h 117"/>
                <a:gd name="T14" fmla="*/ 0 w 279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117">
                  <a:moveTo>
                    <a:pt x="0" y="117"/>
                  </a:moveTo>
                  <a:cubicBezTo>
                    <a:pt x="11" y="93"/>
                    <a:pt x="35" y="76"/>
                    <a:pt x="63" y="76"/>
                  </a:cubicBezTo>
                  <a:cubicBezTo>
                    <a:pt x="63" y="76"/>
                    <a:pt x="63" y="77"/>
                    <a:pt x="64" y="77"/>
                  </a:cubicBezTo>
                  <a:cubicBezTo>
                    <a:pt x="68" y="64"/>
                    <a:pt x="78" y="55"/>
                    <a:pt x="92" y="54"/>
                  </a:cubicBezTo>
                  <a:cubicBezTo>
                    <a:pt x="108" y="22"/>
                    <a:pt x="141" y="0"/>
                    <a:pt x="180" y="0"/>
                  </a:cubicBezTo>
                  <a:cubicBezTo>
                    <a:pt x="234" y="0"/>
                    <a:pt x="279" y="44"/>
                    <a:pt x="279" y="98"/>
                  </a:cubicBezTo>
                  <a:cubicBezTo>
                    <a:pt x="279" y="105"/>
                    <a:pt x="278" y="111"/>
                    <a:pt x="277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0" name="Freeform 3331">
              <a:extLst>
                <a:ext uri="{FF2B5EF4-FFF2-40B4-BE49-F238E27FC236}">
                  <a16:creationId xmlns:a16="http://schemas.microsoft.com/office/drawing/2014/main" id="{BE956BAC-3F20-85A1-F367-A54B389C7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3811588"/>
              <a:ext cx="225425" cy="95250"/>
            </a:xfrm>
            <a:custGeom>
              <a:avLst/>
              <a:gdLst>
                <a:gd name="T0" fmla="*/ 0 w 278"/>
                <a:gd name="T1" fmla="*/ 117 h 117"/>
                <a:gd name="T2" fmla="*/ 62 w 278"/>
                <a:gd name="T3" fmla="*/ 77 h 117"/>
                <a:gd name="T4" fmla="*/ 63 w 278"/>
                <a:gd name="T5" fmla="*/ 77 h 117"/>
                <a:gd name="T6" fmla="*/ 91 w 278"/>
                <a:gd name="T7" fmla="*/ 54 h 117"/>
                <a:gd name="T8" fmla="*/ 179 w 278"/>
                <a:gd name="T9" fmla="*/ 0 h 117"/>
                <a:gd name="T10" fmla="*/ 278 w 278"/>
                <a:gd name="T11" fmla="*/ 99 h 117"/>
                <a:gd name="T12" fmla="*/ 277 w 278"/>
                <a:gd name="T13" fmla="*/ 117 h 117"/>
                <a:gd name="T14" fmla="*/ 0 w 278"/>
                <a:gd name="T15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117">
                  <a:moveTo>
                    <a:pt x="0" y="117"/>
                  </a:moveTo>
                  <a:cubicBezTo>
                    <a:pt x="11" y="93"/>
                    <a:pt x="34" y="77"/>
                    <a:pt x="62" y="77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67" y="64"/>
                    <a:pt x="78" y="55"/>
                    <a:pt x="91" y="54"/>
                  </a:cubicBezTo>
                  <a:cubicBezTo>
                    <a:pt x="107" y="22"/>
                    <a:pt x="141" y="0"/>
                    <a:pt x="179" y="0"/>
                  </a:cubicBezTo>
                  <a:cubicBezTo>
                    <a:pt x="234" y="0"/>
                    <a:pt x="278" y="44"/>
                    <a:pt x="278" y="99"/>
                  </a:cubicBezTo>
                  <a:cubicBezTo>
                    <a:pt x="278" y="105"/>
                    <a:pt x="278" y="111"/>
                    <a:pt x="277" y="117"/>
                  </a:cubicBezTo>
                  <a:lnTo>
                    <a:pt x="0" y="11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35" name="Oval 934">
            <a:extLst>
              <a:ext uri="{FF2B5EF4-FFF2-40B4-BE49-F238E27FC236}">
                <a16:creationId xmlns:a16="http://schemas.microsoft.com/office/drawing/2014/main" id="{072748C1-477D-1A60-0DB3-0239893A4BA1}"/>
              </a:ext>
            </a:extLst>
          </p:cNvPr>
          <p:cNvSpPr/>
          <p:nvPr/>
        </p:nvSpPr>
        <p:spPr>
          <a:xfrm>
            <a:off x="948240" y="3536543"/>
            <a:ext cx="1004455" cy="100445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Oval 935">
            <a:extLst>
              <a:ext uri="{FF2B5EF4-FFF2-40B4-BE49-F238E27FC236}">
                <a16:creationId xmlns:a16="http://schemas.microsoft.com/office/drawing/2014/main" id="{B235E140-D3C9-67BF-876A-E79B1BD2A9F5}"/>
              </a:ext>
            </a:extLst>
          </p:cNvPr>
          <p:cNvSpPr/>
          <p:nvPr/>
        </p:nvSpPr>
        <p:spPr>
          <a:xfrm>
            <a:off x="948240" y="4923225"/>
            <a:ext cx="1004455" cy="100445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9" name="Group 938">
            <a:extLst>
              <a:ext uri="{FF2B5EF4-FFF2-40B4-BE49-F238E27FC236}">
                <a16:creationId xmlns:a16="http://schemas.microsoft.com/office/drawing/2014/main" id="{9B1CF571-611E-C13D-B010-538401C815DF}"/>
              </a:ext>
            </a:extLst>
          </p:cNvPr>
          <p:cNvGrpSpPr/>
          <p:nvPr/>
        </p:nvGrpSpPr>
        <p:grpSpPr>
          <a:xfrm>
            <a:off x="2190263" y="3584362"/>
            <a:ext cx="2729781" cy="908817"/>
            <a:chOff x="2629619" y="3053086"/>
            <a:chExt cx="2729781" cy="908817"/>
          </a:xfrm>
        </p:grpSpPr>
        <p:sp>
          <p:nvSpPr>
            <p:cNvPr id="940" name="TextBox 939">
              <a:extLst>
                <a:ext uri="{FF2B5EF4-FFF2-40B4-BE49-F238E27FC236}">
                  <a16:creationId xmlns:a16="http://schemas.microsoft.com/office/drawing/2014/main" id="{B76F8DC7-D7F6-B425-F006-9BCD38688671}"/>
                </a:ext>
              </a:extLst>
            </p:cNvPr>
            <p:cNvSpPr txBox="1"/>
            <p:nvPr/>
          </p:nvSpPr>
          <p:spPr>
            <a:xfrm>
              <a:off x="2629619" y="3429000"/>
              <a:ext cx="2729781" cy="532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000" dirty="0">
                  <a:latin typeface="DM Sans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Also male air bring is Signs first , It’s good design Example Creepiest</a:t>
              </a:r>
            </a:p>
          </p:txBody>
        </p: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FC213EFD-4157-B4DD-F68B-C0F1F42EACB2}"/>
                </a:ext>
              </a:extLst>
            </p:cNvPr>
            <p:cNvSpPr txBox="1"/>
            <p:nvPr/>
          </p:nvSpPr>
          <p:spPr>
            <a:xfrm>
              <a:off x="2629620" y="3053086"/>
              <a:ext cx="200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50" charset="0"/>
                  <a:ea typeface="Roboto" panose="02000000000000000000" pitchFamily="2" charset="0"/>
                  <a:cs typeface="Poppins SemiBold" panose="00000700000000000000" pitchFamily="50" charset="0"/>
                </a:rPr>
                <a:t>75425+</a:t>
              </a:r>
            </a:p>
          </p:txBody>
        </p:sp>
      </p:grpSp>
      <p:grpSp>
        <p:nvGrpSpPr>
          <p:cNvPr id="942" name="Group 941">
            <a:extLst>
              <a:ext uri="{FF2B5EF4-FFF2-40B4-BE49-F238E27FC236}">
                <a16:creationId xmlns:a16="http://schemas.microsoft.com/office/drawing/2014/main" id="{7D15F480-D30C-7A02-A753-6E573DBDB208}"/>
              </a:ext>
            </a:extLst>
          </p:cNvPr>
          <p:cNvGrpSpPr/>
          <p:nvPr/>
        </p:nvGrpSpPr>
        <p:grpSpPr>
          <a:xfrm>
            <a:off x="2190263" y="4971044"/>
            <a:ext cx="2729781" cy="908817"/>
            <a:chOff x="2629619" y="4489563"/>
            <a:chExt cx="2729781" cy="908817"/>
          </a:xfrm>
        </p:grpSpPr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936C7638-B89E-97FB-E20E-C8792BAD140E}"/>
                </a:ext>
              </a:extLst>
            </p:cNvPr>
            <p:cNvSpPr txBox="1"/>
            <p:nvPr/>
          </p:nvSpPr>
          <p:spPr>
            <a:xfrm>
              <a:off x="2629619" y="4865477"/>
              <a:ext cx="2729781" cy="532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000" dirty="0">
                  <a:latin typeface="DM Sans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Also male air bring is Signs first , It’s good design Example Creepiest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F2B15CA7-F5D2-34E1-B507-1DC3898E95D8}"/>
                </a:ext>
              </a:extLst>
            </p:cNvPr>
            <p:cNvSpPr txBox="1"/>
            <p:nvPr/>
          </p:nvSpPr>
          <p:spPr>
            <a:xfrm>
              <a:off x="2629620" y="4489563"/>
              <a:ext cx="200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50" charset="0"/>
                  <a:ea typeface="Roboto" panose="02000000000000000000" pitchFamily="2" charset="0"/>
                  <a:cs typeface="Poppins SemiBold" panose="00000700000000000000" pitchFamily="50" charset="0"/>
                </a:rPr>
                <a:t>5360006+</a:t>
              </a:r>
            </a:p>
          </p:txBody>
        </p:sp>
      </p:grpSp>
      <p:sp>
        <p:nvSpPr>
          <p:cNvPr id="945" name="Freeform 12">
            <a:extLst>
              <a:ext uri="{FF2B5EF4-FFF2-40B4-BE49-F238E27FC236}">
                <a16:creationId xmlns:a16="http://schemas.microsoft.com/office/drawing/2014/main" id="{24863BF0-1251-0DFD-FCE8-D79DE73D0E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61542" y="5279877"/>
            <a:ext cx="377851" cy="291151"/>
          </a:xfrm>
          <a:custGeom>
            <a:avLst/>
            <a:gdLst>
              <a:gd name="T0" fmla="*/ 1168 w 1286"/>
              <a:gd name="T1" fmla="*/ 817 h 993"/>
              <a:gd name="T2" fmla="*/ 1168 w 1286"/>
              <a:gd name="T3" fmla="*/ 145 h 993"/>
              <a:gd name="T4" fmla="*/ 963 w 1286"/>
              <a:gd name="T5" fmla="*/ 117 h 993"/>
              <a:gd name="T6" fmla="*/ 643 w 1286"/>
              <a:gd name="T7" fmla="*/ 205 h 993"/>
              <a:gd name="T8" fmla="*/ 643 w 1286"/>
              <a:gd name="T9" fmla="*/ 875 h 993"/>
              <a:gd name="T10" fmla="*/ 963 w 1286"/>
              <a:gd name="T11" fmla="*/ 787 h 993"/>
              <a:gd name="T12" fmla="*/ 1168 w 1286"/>
              <a:gd name="T13" fmla="*/ 817 h 993"/>
              <a:gd name="T14" fmla="*/ 962 w 1286"/>
              <a:gd name="T15" fmla="*/ 0 h 993"/>
              <a:gd name="T16" fmla="*/ 1285 w 1286"/>
              <a:gd name="T17" fmla="*/ 87 h 993"/>
              <a:gd name="T18" fmla="*/ 1285 w 1286"/>
              <a:gd name="T19" fmla="*/ 938 h 993"/>
              <a:gd name="T20" fmla="*/ 1255 w 1286"/>
              <a:gd name="T21" fmla="*/ 968 h 993"/>
              <a:gd name="T22" fmla="*/ 1241 w 1286"/>
              <a:gd name="T23" fmla="*/ 965 h 993"/>
              <a:gd name="T24" fmla="*/ 962 w 1286"/>
              <a:gd name="T25" fmla="*/ 905 h 993"/>
              <a:gd name="T26" fmla="*/ 643 w 1286"/>
              <a:gd name="T27" fmla="*/ 992 h 993"/>
              <a:gd name="T28" fmla="*/ 323 w 1286"/>
              <a:gd name="T29" fmla="*/ 905 h 993"/>
              <a:gd name="T30" fmla="*/ 44 w 1286"/>
              <a:gd name="T31" fmla="*/ 968 h 993"/>
              <a:gd name="T32" fmla="*/ 30 w 1286"/>
              <a:gd name="T33" fmla="*/ 970 h 993"/>
              <a:gd name="T34" fmla="*/ 0 w 1286"/>
              <a:gd name="T35" fmla="*/ 943 h 993"/>
              <a:gd name="T36" fmla="*/ 0 w 1286"/>
              <a:gd name="T37" fmla="*/ 87 h 993"/>
              <a:gd name="T38" fmla="*/ 323 w 1286"/>
              <a:gd name="T39" fmla="*/ 0 h 993"/>
              <a:gd name="T40" fmla="*/ 643 w 1286"/>
              <a:gd name="T41" fmla="*/ 87 h 993"/>
              <a:gd name="T42" fmla="*/ 962 w 1286"/>
              <a:gd name="T43" fmla="*/ 0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993">
                <a:moveTo>
                  <a:pt x="1168" y="817"/>
                </a:moveTo>
                <a:lnTo>
                  <a:pt x="1168" y="145"/>
                </a:lnTo>
                <a:cubicBezTo>
                  <a:pt x="1105" y="126"/>
                  <a:pt x="1034" y="117"/>
                  <a:pt x="963" y="117"/>
                </a:cubicBezTo>
                <a:cubicBezTo>
                  <a:pt x="864" y="117"/>
                  <a:pt x="722" y="156"/>
                  <a:pt x="643" y="205"/>
                </a:cubicBezTo>
                <a:lnTo>
                  <a:pt x="643" y="875"/>
                </a:lnTo>
                <a:cubicBezTo>
                  <a:pt x="722" y="825"/>
                  <a:pt x="864" y="787"/>
                  <a:pt x="963" y="787"/>
                </a:cubicBezTo>
                <a:cubicBezTo>
                  <a:pt x="1034" y="787"/>
                  <a:pt x="1105" y="798"/>
                  <a:pt x="1168" y="817"/>
                </a:cubicBezTo>
                <a:close/>
                <a:moveTo>
                  <a:pt x="962" y="0"/>
                </a:moveTo>
                <a:cubicBezTo>
                  <a:pt x="1083" y="0"/>
                  <a:pt x="1211" y="30"/>
                  <a:pt x="1285" y="87"/>
                </a:cubicBezTo>
                <a:lnTo>
                  <a:pt x="1285" y="938"/>
                </a:lnTo>
                <a:cubicBezTo>
                  <a:pt x="1285" y="951"/>
                  <a:pt x="1269" y="968"/>
                  <a:pt x="1255" y="968"/>
                </a:cubicBezTo>
                <a:cubicBezTo>
                  <a:pt x="1250" y="968"/>
                  <a:pt x="1247" y="968"/>
                  <a:pt x="1241" y="965"/>
                </a:cubicBezTo>
                <a:cubicBezTo>
                  <a:pt x="1159" y="921"/>
                  <a:pt x="1058" y="905"/>
                  <a:pt x="962" y="905"/>
                </a:cubicBezTo>
                <a:cubicBezTo>
                  <a:pt x="864" y="905"/>
                  <a:pt x="722" y="943"/>
                  <a:pt x="643" y="992"/>
                </a:cubicBezTo>
                <a:cubicBezTo>
                  <a:pt x="558" y="929"/>
                  <a:pt x="437" y="905"/>
                  <a:pt x="323" y="905"/>
                </a:cubicBezTo>
                <a:cubicBezTo>
                  <a:pt x="238" y="905"/>
                  <a:pt x="123" y="929"/>
                  <a:pt x="44" y="968"/>
                </a:cubicBezTo>
                <a:cubicBezTo>
                  <a:pt x="38" y="968"/>
                  <a:pt x="36" y="970"/>
                  <a:pt x="30" y="970"/>
                </a:cubicBezTo>
                <a:cubicBezTo>
                  <a:pt x="16" y="970"/>
                  <a:pt x="0" y="957"/>
                  <a:pt x="0" y="943"/>
                </a:cubicBezTo>
                <a:lnTo>
                  <a:pt x="0" y="87"/>
                </a:lnTo>
                <a:cubicBezTo>
                  <a:pt x="85" y="24"/>
                  <a:pt x="208" y="0"/>
                  <a:pt x="323" y="0"/>
                </a:cubicBezTo>
                <a:cubicBezTo>
                  <a:pt x="437" y="0"/>
                  <a:pt x="558" y="24"/>
                  <a:pt x="643" y="87"/>
                </a:cubicBezTo>
                <a:cubicBezTo>
                  <a:pt x="727" y="24"/>
                  <a:pt x="848" y="0"/>
                  <a:pt x="9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46" name="Freeform 78">
            <a:extLst>
              <a:ext uri="{FF2B5EF4-FFF2-40B4-BE49-F238E27FC236}">
                <a16:creationId xmlns:a16="http://schemas.microsoft.com/office/drawing/2014/main" id="{94949787-340B-29EF-F6AB-7ABD0F7B06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8675" y="3849845"/>
            <a:ext cx="463584" cy="377851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7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073919-AADA-340C-1A8D-4763812C77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Learn Today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Lead Tomorrow’s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130C78-96C5-333A-F7BA-488B45674484}"/>
              </a:ext>
            </a:extLst>
          </p:cNvPr>
          <p:cNvSpPr txBox="1"/>
          <p:nvPr/>
        </p:nvSpPr>
        <p:spPr>
          <a:xfrm>
            <a:off x="1458760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FC102-35C6-BEFD-89A0-813C86B1BDB2}"/>
              </a:ext>
            </a:extLst>
          </p:cNvPr>
          <p:cNvSpPr txBox="1"/>
          <p:nvPr/>
        </p:nvSpPr>
        <p:spPr>
          <a:xfrm>
            <a:off x="1458761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640EF-50E5-8FCE-8A0F-F179DDBC0993}"/>
              </a:ext>
            </a:extLst>
          </p:cNvPr>
          <p:cNvSpPr txBox="1"/>
          <p:nvPr/>
        </p:nvSpPr>
        <p:spPr>
          <a:xfrm>
            <a:off x="4752846" y="3111551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37B84-965F-BC45-6665-9268845709E8}"/>
              </a:ext>
            </a:extLst>
          </p:cNvPr>
          <p:cNvSpPr txBox="1"/>
          <p:nvPr/>
        </p:nvSpPr>
        <p:spPr>
          <a:xfrm>
            <a:off x="4762372" y="3403084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F65E1-19A6-085F-36FC-B09AEA51DBDB}"/>
              </a:ext>
            </a:extLst>
          </p:cNvPr>
          <p:cNvSpPr txBox="1"/>
          <p:nvPr/>
        </p:nvSpPr>
        <p:spPr>
          <a:xfrm>
            <a:off x="1458760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347BE-C0F3-544D-1F71-E90550205C05}"/>
              </a:ext>
            </a:extLst>
          </p:cNvPr>
          <p:cNvSpPr txBox="1"/>
          <p:nvPr/>
        </p:nvSpPr>
        <p:spPr>
          <a:xfrm>
            <a:off x="1458761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EA332-FC4E-9709-D859-290BEE26446D}"/>
              </a:ext>
            </a:extLst>
          </p:cNvPr>
          <p:cNvSpPr txBox="1"/>
          <p:nvPr/>
        </p:nvSpPr>
        <p:spPr>
          <a:xfrm>
            <a:off x="4752846" y="4781193"/>
            <a:ext cx="1871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Educated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DA478-CF10-6997-6F2D-8F00E041549D}"/>
              </a:ext>
            </a:extLst>
          </p:cNvPr>
          <p:cNvSpPr txBox="1"/>
          <p:nvPr/>
        </p:nvSpPr>
        <p:spPr>
          <a:xfrm>
            <a:off x="4752847" y="5072726"/>
            <a:ext cx="2686305" cy="657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Lorem ipsum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dolor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consetur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is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7A1FBE-D253-BCE4-1154-B32D5927C2E1}"/>
              </a:ext>
            </a:extLst>
          </p:cNvPr>
          <p:cNvSpPr txBox="1"/>
          <p:nvPr/>
        </p:nvSpPr>
        <p:spPr>
          <a:xfrm>
            <a:off x="586305" y="3006795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8AE43B-C522-0BBE-CD23-4040C9C3B37F}"/>
              </a:ext>
            </a:extLst>
          </p:cNvPr>
          <p:cNvSpPr txBox="1"/>
          <p:nvPr/>
        </p:nvSpPr>
        <p:spPr>
          <a:xfrm>
            <a:off x="586305" y="4671527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190C56-E69A-EE5C-9675-6336D9F13426}"/>
              </a:ext>
            </a:extLst>
          </p:cNvPr>
          <p:cNvSpPr txBox="1"/>
          <p:nvPr/>
        </p:nvSpPr>
        <p:spPr>
          <a:xfrm>
            <a:off x="3891480" y="3006795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2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FC7A1E-A5BD-8822-3864-8BB2C3822257}"/>
              </a:ext>
            </a:extLst>
          </p:cNvPr>
          <p:cNvSpPr txBox="1"/>
          <p:nvPr/>
        </p:nvSpPr>
        <p:spPr>
          <a:xfrm>
            <a:off x="3891480" y="4671527"/>
            <a:ext cx="924103" cy="63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sz="3000" dirty="0">
                <a:solidFill>
                  <a:schemeClr val="accent4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04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D2BEDB-16A8-85A6-019A-8170346AD1AB}"/>
              </a:ext>
            </a:extLst>
          </p:cNvPr>
          <p:cNvSpPr/>
          <p:nvPr/>
        </p:nvSpPr>
        <p:spPr>
          <a:xfrm>
            <a:off x="7954329" y="3070860"/>
            <a:ext cx="135471" cy="37871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50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Team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4DE812-8B7D-39AA-3147-86E230FEBA03}"/>
              </a:ext>
            </a:extLst>
          </p:cNvPr>
          <p:cNvCxnSpPr/>
          <p:nvPr/>
        </p:nvCxnSpPr>
        <p:spPr>
          <a:xfrm>
            <a:off x="8046523" y="5444415"/>
            <a:ext cx="2097514" cy="0"/>
          </a:xfrm>
          <a:prstGeom prst="line">
            <a:avLst/>
          </a:prstGeom>
          <a:ln w="76200" cap="rnd">
            <a:solidFill>
              <a:schemeClr val="tx1">
                <a:alpha val="2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C46F4F-9667-BCF8-A27B-9C5E2A31D96E}"/>
              </a:ext>
            </a:extLst>
          </p:cNvPr>
          <p:cNvCxnSpPr>
            <a:cxnSpLocks/>
          </p:cNvCxnSpPr>
          <p:nvPr/>
        </p:nvCxnSpPr>
        <p:spPr>
          <a:xfrm>
            <a:off x="8046523" y="5444415"/>
            <a:ext cx="1869147" cy="0"/>
          </a:xfrm>
          <a:prstGeom prst="line">
            <a:avLst/>
          </a:prstGeom>
          <a:ln w="88900" cap="rnd">
            <a:solidFill>
              <a:schemeClr val="accent1"/>
            </a:solidFill>
            <a:round/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301526-94B6-AE06-DC73-90610A9423DD}"/>
              </a:ext>
            </a:extLst>
          </p:cNvPr>
          <p:cNvSpPr txBox="1"/>
          <p:nvPr/>
        </p:nvSpPr>
        <p:spPr>
          <a:xfrm>
            <a:off x="10292788" y="5359777"/>
            <a:ext cx="3451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latin typeface="DM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85%</a:t>
            </a:r>
          </a:p>
        </p:txBody>
      </p:sp>
      <p:sp>
        <p:nvSpPr>
          <p:cNvPr id="9" name="Medical Resale International ltd">
            <a:extLst>
              <a:ext uri="{FF2B5EF4-FFF2-40B4-BE49-F238E27FC236}">
                <a16:creationId xmlns:a16="http://schemas.microsoft.com/office/drawing/2014/main" id="{8EE7BDA0-A437-6605-ECAA-DEA6B3BA8240}"/>
              </a:ext>
            </a:extLst>
          </p:cNvPr>
          <p:cNvSpPr txBox="1"/>
          <p:nvPr/>
        </p:nvSpPr>
        <p:spPr>
          <a:xfrm>
            <a:off x="8040069" y="5126728"/>
            <a:ext cx="1603922" cy="25648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0800" rIns="0" bIns="50800" anchor="ctr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cap="all">
                <a:solidFill>
                  <a:schemeClr val="accent1">
                    <a:hueOff val="262910"/>
                    <a:satOff val="3867"/>
                    <a:lumOff val="-18039"/>
                  </a:schemeClr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000" b="0" cap="none" dirty="0">
                <a:solidFill>
                  <a:schemeClr val="tx2"/>
                </a:solidFill>
                <a:latin typeface="DM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Good Practical Skills.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209AD2-23D3-3363-FF42-FDD7A5473A68}"/>
              </a:ext>
            </a:extLst>
          </p:cNvPr>
          <p:cNvCxnSpPr/>
          <p:nvPr/>
        </p:nvCxnSpPr>
        <p:spPr>
          <a:xfrm>
            <a:off x="8046523" y="5920647"/>
            <a:ext cx="2097514" cy="0"/>
          </a:xfrm>
          <a:prstGeom prst="line">
            <a:avLst/>
          </a:prstGeom>
          <a:ln w="76200" cap="rnd">
            <a:solidFill>
              <a:schemeClr val="tx1">
                <a:alpha val="2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D5A4F8-4B93-E4CC-FA7D-75D3E2C2E1C3}"/>
              </a:ext>
            </a:extLst>
          </p:cNvPr>
          <p:cNvCxnSpPr>
            <a:cxnSpLocks/>
          </p:cNvCxnSpPr>
          <p:nvPr/>
        </p:nvCxnSpPr>
        <p:spPr>
          <a:xfrm>
            <a:off x="8046523" y="5920647"/>
            <a:ext cx="1597468" cy="0"/>
          </a:xfrm>
          <a:prstGeom prst="line">
            <a:avLst/>
          </a:prstGeom>
          <a:ln w="88900" cap="rnd">
            <a:solidFill>
              <a:schemeClr val="accent2"/>
            </a:solidFill>
            <a:round/>
            <a:headEnd type="none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E514D1-FD0C-1356-BF43-907F4B44BCFA}"/>
              </a:ext>
            </a:extLst>
          </p:cNvPr>
          <p:cNvSpPr txBox="1"/>
          <p:nvPr/>
        </p:nvSpPr>
        <p:spPr>
          <a:xfrm>
            <a:off x="10292788" y="5836009"/>
            <a:ext cx="3451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latin typeface="DM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75%</a:t>
            </a:r>
          </a:p>
        </p:txBody>
      </p:sp>
      <p:sp>
        <p:nvSpPr>
          <p:cNvPr id="17" name="Medical Resale International ltd">
            <a:extLst>
              <a:ext uri="{FF2B5EF4-FFF2-40B4-BE49-F238E27FC236}">
                <a16:creationId xmlns:a16="http://schemas.microsoft.com/office/drawing/2014/main" id="{F7652BFD-8062-BD90-1152-331B95E8FF06}"/>
              </a:ext>
            </a:extLst>
          </p:cNvPr>
          <p:cNvSpPr txBox="1"/>
          <p:nvPr/>
        </p:nvSpPr>
        <p:spPr>
          <a:xfrm>
            <a:off x="8040069" y="5602960"/>
            <a:ext cx="1603922" cy="25648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0800" rIns="0" bIns="50800" anchor="ctr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cap="all">
                <a:solidFill>
                  <a:schemeClr val="accent1">
                    <a:hueOff val="262910"/>
                    <a:satOff val="3867"/>
                    <a:lumOff val="-18039"/>
                  </a:schemeClr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000" b="0" cap="none" dirty="0">
                <a:solidFill>
                  <a:schemeClr val="tx2"/>
                </a:solidFill>
                <a:latin typeface="DM Sans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Good Practical Skills.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F790D-EE30-2E52-80A2-C024B7E30F1F}"/>
              </a:ext>
            </a:extLst>
          </p:cNvPr>
          <p:cNvSpPr txBox="1"/>
          <p:nvPr/>
        </p:nvSpPr>
        <p:spPr>
          <a:xfrm>
            <a:off x="7899288" y="3885843"/>
            <a:ext cx="1777723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Experience</a:t>
            </a:r>
          </a:p>
          <a:p>
            <a:pPr>
              <a:lnSpc>
                <a:spcPts val="22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Skills/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66F55E-FAC4-BD59-039E-68A2CD0CF7EE}"/>
              </a:ext>
            </a:extLst>
          </p:cNvPr>
          <p:cNvSpPr txBox="1"/>
          <p:nvPr/>
        </p:nvSpPr>
        <p:spPr>
          <a:xfrm>
            <a:off x="1805214" y="2513004"/>
            <a:ext cx="2540000" cy="152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5300"/>
              </a:lnSpc>
            </a:pPr>
            <a:r>
              <a:rPr lang="en-US" sz="3500" dirty="0">
                <a:latin typeface="Poppins Medium" panose="00000600000000000000" pitchFamily="2" charset="0"/>
                <a:cs typeface="Poppins Medium" panose="00000600000000000000" pitchFamily="2" charset="0"/>
              </a:rPr>
              <a:t>Jhon</a:t>
            </a:r>
            <a:r>
              <a:rPr lang="en-US" sz="35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</a:p>
          <a:p>
            <a:pPr algn="r">
              <a:lnSpc>
                <a:spcPts val="5300"/>
              </a:lnSpc>
            </a:pPr>
            <a:r>
              <a:rPr lang="en-US" sz="55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smith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FB3932-4EBB-04C2-0ADB-668B9EDE25FA}"/>
              </a:ext>
            </a:extLst>
          </p:cNvPr>
          <p:cNvSpPr txBox="1"/>
          <p:nvPr/>
        </p:nvSpPr>
        <p:spPr>
          <a:xfrm>
            <a:off x="2567491" y="3840158"/>
            <a:ext cx="1777723" cy="3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200"/>
              </a:lnSpc>
            </a:pP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Post Title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49DE17-CB3B-601F-CA45-E94CED38CCA6}"/>
              </a:ext>
            </a:extLst>
          </p:cNvPr>
          <p:cNvGrpSpPr/>
          <p:nvPr/>
        </p:nvGrpSpPr>
        <p:grpSpPr>
          <a:xfrm>
            <a:off x="3112294" y="4377907"/>
            <a:ext cx="1096980" cy="238007"/>
            <a:chOff x="5158022" y="3046438"/>
            <a:chExt cx="1213213" cy="263225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92CE0172-5010-21C5-5925-759D7DD5E1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8022" y="3046438"/>
              <a:ext cx="263225" cy="263225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171 w 305"/>
                <a:gd name="T11" fmla="*/ 124 h 304"/>
                <a:gd name="T12" fmla="*/ 201 w 305"/>
                <a:gd name="T13" fmla="*/ 124 h 304"/>
                <a:gd name="T14" fmla="*/ 204 w 305"/>
                <a:gd name="T15" fmla="*/ 125 h 304"/>
                <a:gd name="T16" fmla="*/ 206 w 305"/>
                <a:gd name="T17" fmla="*/ 128 h 304"/>
                <a:gd name="T18" fmla="*/ 206 w 305"/>
                <a:gd name="T19" fmla="*/ 161 h 304"/>
                <a:gd name="T20" fmla="*/ 202 w 305"/>
                <a:gd name="T21" fmla="*/ 165 h 304"/>
                <a:gd name="T22" fmla="*/ 171 w 305"/>
                <a:gd name="T23" fmla="*/ 165 h 304"/>
                <a:gd name="T24" fmla="*/ 171 w 305"/>
                <a:gd name="T25" fmla="*/ 248 h 304"/>
                <a:gd name="T26" fmla="*/ 167 w 305"/>
                <a:gd name="T27" fmla="*/ 252 h 304"/>
                <a:gd name="T28" fmla="*/ 133 w 305"/>
                <a:gd name="T29" fmla="*/ 252 h 304"/>
                <a:gd name="T30" fmla="*/ 129 w 305"/>
                <a:gd name="T31" fmla="*/ 248 h 304"/>
                <a:gd name="T32" fmla="*/ 129 w 305"/>
                <a:gd name="T33" fmla="*/ 165 h 304"/>
                <a:gd name="T34" fmla="*/ 102 w 305"/>
                <a:gd name="T35" fmla="*/ 165 h 304"/>
                <a:gd name="T36" fmla="*/ 98 w 305"/>
                <a:gd name="T37" fmla="*/ 161 h 304"/>
                <a:gd name="T38" fmla="*/ 98 w 305"/>
                <a:gd name="T39" fmla="*/ 128 h 304"/>
                <a:gd name="T40" fmla="*/ 102 w 305"/>
                <a:gd name="T41" fmla="*/ 124 h 304"/>
                <a:gd name="T42" fmla="*/ 129 w 305"/>
                <a:gd name="T43" fmla="*/ 124 h 304"/>
                <a:gd name="T44" fmla="*/ 128 w 305"/>
                <a:gd name="T45" fmla="*/ 101 h 304"/>
                <a:gd name="T46" fmla="*/ 176 w 305"/>
                <a:gd name="T47" fmla="*/ 52 h 304"/>
                <a:gd name="T48" fmla="*/ 203 w 305"/>
                <a:gd name="T49" fmla="*/ 52 h 304"/>
                <a:gd name="T50" fmla="*/ 207 w 305"/>
                <a:gd name="T51" fmla="*/ 56 h 304"/>
                <a:gd name="T52" fmla="*/ 207 w 305"/>
                <a:gd name="T53" fmla="*/ 86 h 304"/>
                <a:gd name="T54" fmla="*/ 203 w 305"/>
                <a:gd name="T55" fmla="*/ 90 h 304"/>
                <a:gd name="T56" fmla="*/ 185 w 305"/>
                <a:gd name="T57" fmla="*/ 90 h 304"/>
                <a:gd name="T58" fmla="*/ 171 w 305"/>
                <a:gd name="T59" fmla="*/ 104 h 304"/>
                <a:gd name="T60" fmla="*/ 171 w 305"/>
                <a:gd name="T61" fmla="*/ 12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171" y="124"/>
                  </a:moveTo>
                  <a:cubicBezTo>
                    <a:pt x="201" y="124"/>
                    <a:pt x="201" y="124"/>
                    <a:pt x="201" y="124"/>
                  </a:cubicBezTo>
                  <a:cubicBezTo>
                    <a:pt x="203" y="124"/>
                    <a:pt x="204" y="124"/>
                    <a:pt x="204" y="125"/>
                  </a:cubicBezTo>
                  <a:cubicBezTo>
                    <a:pt x="205" y="126"/>
                    <a:pt x="206" y="127"/>
                    <a:pt x="206" y="128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3"/>
                    <a:pt x="204" y="165"/>
                    <a:pt x="202" y="165"/>
                  </a:cubicBezTo>
                  <a:cubicBezTo>
                    <a:pt x="171" y="165"/>
                    <a:pt x="171" y="165"/>
                    <a:pt x="171" y="165"/>
                  </a:cubicBezTo>
                  <a:cubicBezTo>
                    <a:pt x="171" y="248"/>
                    <a:pt x="171" y="248"/>
                    <a:pt x="171" y="248"/>
                  </a:cubicBezTo>
                  <a:cubicBezTo>
                    <a:pt x="171" y="250"/>
                    <a:pt x="169" y="252"/>
                    <a:pt x="167" y="252"/>
                  </a:cubicBezTo>
                  <a:cubicBezTo>
                    <a:pt x="133" y="252"/>
                    <a:pt x="133" y="252"/>
                    <a:pt x="133" y="252"/>
                  </a:cubicBezTo>
                  <a:cubicBezTo>
                    <a:pt x="131" y="252"/>
                    <a:pt x="129" y="251"/>
                    <a:pt x="129" y="248"/>
                  </a:cubicBezTo>
                  <a:cubicBezTo>
                    <a:pt x="129" y="165"/>
                    <a:pt x="129" y="165"/>
                    <a:pt x="129" y="165"/>
                  </a:cubicBezTo>
                  <a:cubicBezTo>
                    <a:pt x="102" y="165"/>
                    <a:pt x="102" y="165"/>
                    <a:pt x="102" y="165"/>
                  </a:cubicBezTo>
                  <a:cubicBezTo>
                    <a:pt x="100" y="165"/>
                    <a:pt x="98" y="163"/>
                    <a:pt x="98" y="161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6"/>
                    <a:pt x="100" y="124"/>
                    <a:pt x="102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28" y="71"/>
                    <a:pt x="147" y="52"/>
                    <a:pt x="176" y="52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205" y="52"/>
                    <a:pt x="207" y="53"/>
                    <a:pt x="207" y="56"/>
                  </a:cubicBezTo>
                  <a:cubicBezTo>
                    <a:pt x="207" y="86"/>
                    <a:pt x="207" y="86"/>
                    <a:pt x="207" y="86"/>
                  </a:cubicBezTo>
                  <a:cubicBezTo>
                    <a:pt x="207" y="89"/>
                    <a:pt x="205" y="90"/>
                    <a:pt x="203" y="90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73" y="90"/>
                    <a:pt x="171" y="95"/>
                    <a:pt x="171" y="104"/>
                  </a:cubicBezTo>
                  <a:lnTo>
                    <a:pt x="171" y="1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76D8C87C-D485-F038-6B1F-EEB247050D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9426" y="3046438"/>
              <a:ext cx="261809" cy="263225"/>
            </a:xfrm>
            <a:custGeom>
              <a:avLst/>
              <a:gdLst>
                <a:gd name="T0" fmla="*/ 153 w 305"/>
                <a:gd name="T1" fmla="*/ 0 h 304"/>
                <a:gd name="T2" fmla="*/ 0 w 305"/>
                <a:gd name="T3" fmla="*/ 152 h 304"/>
                <a:gd name="T4" fmla="*/ 153 w 305"/>
                <a:gd name="T5" fmla="*/ 304 h 304"/>
                <a:gd name="T6" fmla="*/ 305 w 305"/>
                <a:gd name="T7" fmla="*/ 152 h 304"/>
                <a:gd name="T8" fmla="*/ 153 w 305"/>
                <a:gd name="T9" fmla="*/ 0 h 304"/>
                <a:gd name="T10" fmla="*/ 111 w 305"/>
                <a:gd name="T11" fmla="*/ 231 h 304"/>
                <a:gd name="T12" fmla="*/ 75 w 305"/>
                <a:gd name="T13" fmla="*/ 231 h 304"/>
                <a:gd name="T14" fmla="*/ 75 w 305"/>
                <a:gd name="T15" fmla="*/ 124 h 304"/>
                <a:gd name="T16" fmla="*/ 111 w 305"/>
                <a:gd name="T17" fmla="*/ 124 h 304"/>
                <a:gd name="T18" fmla="*/ 111 w 305"/>
                <a:gd name="T19" fmla="*/ 231 h 304"/>
                <a:gd name="T20" fmla="*/ 93 w 305"/>
                <a:gd name="T21" fmla="*/ 110 h 304"/>
                <a:gd name="T22" fmla="*/ 93 w 305"/>
                <a:gd name="T23" fmla="*/ 110 h 304"/>
                <a:gd name="T24" fmla="*/ 73 w 305"/>
                <a:gd name="T25" fmla="*/ 91 h 304"/>
                <a:gd name="T26" fmla="*/ 93 w 305"/>
                <a:gd name="T27" fmla="*/ 73 h 304"/>
                <a:gd name="T28" fmla="*/ 113 w 305"/>
                <a:gd name="T29" fmla="*/ 91 h 304"/>
                <a:gd name="T30" fmla="*/ 93 w 305"/>
                <a:gd name="T31" fmla="*/ 110 h 304"/>
                <a:gd name="T32" fmla="*/ 239 w 305"/>
                <a:gd name="T33" fmla="*/ 231 h 304"/>
                <a:gd name="T34" fmla="*/ 203 w 305"/>
                <a:gd name="T35" fmla="*/ 231 h 304"/>
                <a:gd name="T36" fmla="*/ 203 w 305"/>
                <a:gd name="T37" fmla="*/ 174 h 304"/>
                <a:gd name="T38" fmla="*/ 185 w 305"/>
                <a:gd name="T39" fmla="*/ 150 h 304"/>
                <a:gd name="T40" fmla="*/ 167 w 305"/>
                <a:gd name="T41" fmla="*/ 163 h 304"/>
                <a:gd name="T42" fmla="*/ 166 w 305"/>
                <a:gd name="T43" fmla="*/ 172 h 304"/>
                <a:gd name="T44" fmla="*/ 166 w 305"/>
                <a:gd name="T45" fmla="*/ 231 h 304"/>
                <a:gd name="T46" fmla="*/ 130 w 305"/>
                <a:gd name="T47" fmla="*/ 231 h 304"/>
                <a:gd name="T48" fmla="*/ 130 w 305"/>
                <a:gd name="T49" fmla="*/ 124 h 304"/>
                <a:gd name="T50" fmla="*/ 166 w 305"/>
                <a:gd name="T51" fmla="*/ 124 h 304"/>
                <a:gd name="T52" fmla="*/ 166 w 305"/>
                <a:gd name="T53" fmla="*/ 140 h 304"/>
                <a:gd name="T54" fmla="*/ 198 w 305"/>
                <a:gd name="T55" fmla="*/ 122 h 304"/>
                <a:gd name="T56" fmla="*/ 239 w 305"/>
                <a:gd name="T57" fmla="*/ 170 h 304"/>
                <a:gd name="T58" fmla="*/ 239 w 305"/>
                <a:gd name="T59" fmla="*/ 23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04">
                  <a:moveTo>
                    <a:pt x="153" y="0"/>
                  </a:moveTo>
                  <a:cubicBezTo>
                    <a:pt x="69" y="0"/>
                    <a:pt x="0" y="68"/>
                    <a:pt x="0" y="152"/>
                  </a:cubicBezTo>
                  <a:cubicBezTo>
                    <a:pt x="0" y="236"/>
                    <a:pt x="69" y="304"/>
                    <a:pt x="153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11" y="231"/>
                  </a:moveTo>
                  <a:cubicBezTo>
                    <a:pt x="75" y="231"/>
                    <a:pt x="75" y="231"/>
                    <a:pt x="75" y="231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111" y="124"/>
                    <a:pt x="111" y="124"/>
                    <a:pt x="111" y="124"/>
                  </a:cubicBezTo>
                  <a:lnTo>
                    <a:pt x="111" y="231"/>
                  </a:lnTo>
                  <a:close/>
                  <a:moveTo>
                    <a:pt x="93" y="110"/>
                  </a:moveTo>
                  <a:cubicBezTo>
                    <a:pt x="93" y="110"/>
                    <a:pt x="93" y="110"/>
                    <a:pt x="93" y="110"/>
                  </a:cubicBezTo>
                  <a:cubicBezTo>
                    <a:pt x="81" y="110"/>
                    <a:pt x="73" y="101"/>
                    <a:pt x="73" y="91"/>
                  </a:cubicBezTo>
                  <a:cubicBezTo>
                    <a:pt x="73" y="81"/>
                    <a:pt x="81" y="73"/>
                    <a:pt x="93" y="73"/>
                  </a:cubicBezTo>
                  <a:cubicBezTo>
                    <a:pt x="105" y="73"/>
                    <a:pt x="113" y="81"/>
                    <a:pt x="113" y="91"/>
                  </a:cubicBezTo>
                  <a:cubicBezTo>
                    <a:pt x="113" y="101"/>
                    <a:pt x="105" y="110"/>
                    <a:pt x="93" y="110"/>
                  </a:cubicBezTo>
                  <a:close/>
                  <a:moveTo>
                    <a:pt x="239" y="231"/>
                  </a:moveTo>
                  <a:cubicBezTo>
                    <a:pt x="203" y="231"/>
                    <a:pt x="203" y="231"/>
                    <a:pt x="203" y="231"/>
                  </a:cubicBezTo>
                  <a:cubicBezTo>
                    <a:pt x="203" y="174"/>
                    <a:pt x="203" y="174"/>
                    <a:pt x="203" y="174"/>
                  </a:cubicBezTo>
                  <a:cubicBezTo>
                    <a:pt x="203" y="160"/>
                    <a:pt x="198" y="150"/>
                    <a:pt x="185" y="150"/>
                  </a:cubicBezTo>
                  <a:cubicBezTo>
                    <a:pt x="176" y="150"/>
                    <a:pt x="170" y="157"/>
                    <a:pt x="167" y="163"/>
                  </a:cubicBezTo>
                  <a:cubicBezTo>
                    <a:pt x="166" y="165"/>
                    <a:pt x="166" y="168"/>
                    <a:pt x="166" y="172"/>
                  </a:cubicBezTo>
                  <a:cubicBezTo>
                    <a:pt x="166" y="231"/>
                    <a:pt x="166" y="231"/>
                    <a:pt x="166" y="231"/>
                  </a:cubicBezTo>
                  <a:cubicBezTo>
                    <a:pt x="130" y="231"/>
                    <a:pt x="130" y="231"/>
                    <a:pt x="130" y="231"/>
                  </a:cubicBezTo>
                  <a:cubicBezTo>
                    <a:pt x="130" y="231"/>
                    <a:pt x="131" y="134"/>
                    <a:pt x="130" y="124"/>
                  </a:cubicBezTo>
                  <a:cubicBezTo>
                    <a:pt x="166" y="124"/>
                    <a:pt x="166" y="124"/>
                    <a:pt x="166" y="124"/>
                  </a:cubicBezTo>
                  <a:cubicBezTo>
                    <a:pt x="166" y="140"/>
                    <a:pt x="166" y="140"/>
                    <a:pt x="166" y="140"/>
                  </a:cubicBezTo>
                  <a:cubicBezTo>
                    <a:pt x="171" y="132"/>
                    <a:pt x="179" y="122"/>
                    <a:pt x="198" y="122"/>
                  </a:cubicBezTo>
                  <a:cubicBezTo>
                    <a:pt x="222" y="122"/>
                    <a:pt x="239" y="137"/>
                    <a:pt x="239" y="170"/>
                  </a:cubicBezTo>
                  <a:lnTo>
                    <a:pt x="239" y="23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3DB3107-9B49-4AE7-87D4-A3DE32AEB8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6101" y="3046438"/>
              <a:ext cx="261809" cy="263225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221 w 305"/>
                <a:gd name="T11" fmla="*/ 117 h 304"/>
                <a:gd name="T12" fmla="*/ 221 w 305"/>
                <a:gd name="T13" fmla="*/ 122 h 304"/>
                <a:gd name="T14" fmla="*/ 120 w 305"/>
                <a:gd name="T15" fmla="*/ 221 h 304"/>
                <a:gd name="T16" fmla="*/ 66 w 305"/>
                <a:gd name="T17" fmla="*/ 206 h 304"/>
                <a:gd name="T18" fmla="*/ 75 w 305"/>
                <a:gd name="T19" fmla="*/ 206 h 304"/>
                <a:gd name="T20" fmla="*/ 119 w 305"/>
                <a:gd name="T21" fmla="*/ 191 h 304"/>
                <a:gd name="T22" fmla="*/ 85 w 305"/>
                <a:gd name="T23" fmla="*/ 167 h 304"/>
                <a:gd name="T24" fmla="*/ 92 w 305"/>
                <a:gd name="T25" fmla="*/ 167 h 304"/>
                <a:gd name="T26" fmla="*/ 101 w 305"/>
                <a:gd name="T27" fmla="*/ 166 h 304"/>
                <a:gd name="T28" fmla="*/ 73 w 305"/>
                <a:gd name="T29" fmla="*/ 132 h 304"/>
                <a:gd name="T30" fmla="*/ 73 w 305"/>
                <a:gd name="T31" fmla="*/ 131 h 304"/>
                <a:gd name="T32" fmla="*/ 89 w 305"/>
                <a:gd name="T33" fmla="*/ 136 h 304"/>
                <a:gd name="T34" fmla="*/ 73 w 305"/>
                <a:gd name="T35" fmla="*/ 107 h 304"/>
                <a:gd name="T36" fmla="*/ 78 w 305"/>
                <a:gd name="T37" fmla="*/ 89 h 304"/>
                <a:gd name="T38" fmla="*/ 151 w 305"/>
                <a:gd name="T39" fmla="*/ 126 h 304"/>
                <a:gd name="T40" fmla="*/ 150 w 305"/>
                <a:gd name="T41" fmla="*/ 118 h 304"/>
                <a:gd name="T42" fmla="*/ 186 w 305"/>
                <a:gd name="T43" fmla="*/ 83 h 304"/>
                <a:gd name="T44" fmla="*/ 212 w 305"/>
                <a:gd name="T45" fmla="*/ 94 h 304"/>
                <a:gd name="T46" fmla="*/ 234 w 305"/>
                <a:gd name="T47" fmla="*/ 85 h 304"/>
                <a:gd name="T48" fmla="*/ 219 w 305"/>
                <a:gd name="T49" fmla="*/ 105 h 304"/>
                <a:gd name="T50" fmla="*/ 239 w 305"/>
                <a:gd name="T51" fmla="*/ 99 h 304"/>
                <a:gd name="T52" fmla="*/ 221 w 305"/>
                <a:gd name="T53" fmla="*/ 117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21" y="117"/>
                  </a:moveTo>
                  <a:cubicBezTo>
                    <a:pt x="221" y="122"/>
                    <a:pt x="221" y="122"/>
                    <a:pt x="221" y="122"/>
                  </a:cubicBezTo>
                  <a:cubicBezTo>
                    <a:pt x="221" y="168"/>
                    <a:pt x="186" y="221"/>
                    <a:pt x="120" y="221"/>
                  </a:cubicBezTo>
                  <a:cubicBezTo>
                    <a:pt x="100" y="221"/>
                    <a:pt x="82" y="216"/>
                    <a:pt x="66" y="206"/>
                  </a:cubicBezTo>
                  <a:cubicBezTo>
                    <a:pt x="69" y="206"/>
                    <a:pt x="72" y="206"/>
                    <a:pt x="75" y="206"/>
                  </a:cubicBezTo>
                  <a:cubicBezTo>
                    <a:pt x="91" y="206"/>
                    <a:pt x="106" y="200"/>
                    <a:pt x="119" y="191"/>
                  </a:cubicBezTo>
                  <a:cubicBezTo>
                    <a:pt x="103" y="191"/>
                    <a:pt x="90" y="181"/>
                    <a:pt x="85" y="167"/>
                  </a:cubicBezTo>
                  <a:cubicBezTo>
                    <a:pt x="88" y="167"/>
                    <a:pt x="90" y="167"/>
                    <a:pt x="92" y="167"/>
                  </a:cubicBezTo>
                  <a:cubicBezTo>
                    <a:pt x="95" y="167"/>
                    <a:pt x="99" y="167"/>
                    <a:pt x="101" y="166"/>
                  </a:cubicBezTo>
                  <a:cubicBezTo>
                    <a:pt x="85" y="163"/>
                    <a:pt x="73" y="149"/>
                    <a:pt x="73" y="132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8" y="134"/>
                    <a:pt x="83" y="136"/>
                    <a:pt x="89" y="136"/>
                  </a:cubicBezTo>
                  <a:cubicBezTo>
                    <a:pt x="80" y="130"/>
                    <a:pt x="73" y="119"/>
                    <a:pt x="73" y="107"/>
                  </a:cubicBezTo>
                  <a:cubicBezTo>
                    <a:pt x="73" y="100"/>
                    <a:pt x="75" y="94"/>
                    <a:pt x="78" y="89"/>
                  </a:cubicBezTo>
                  <a:cubicBezTo>
                    <a:pt x="96" y="110"/>
                    <a:pt x="122" y="124"/>
                    <a:pt x="151" y="126"/>
                  </a:cubicBezTo>
                  <a:cubicBezTo>
                    <a:pt x="151" y="123"/>
                    <a:pt x="150" y="120"/>
                    <a:pt x="150" y="118"/>
                  </a:cubicBezTo>
                  <a:cubicBezTo>
                    <a:pt x="150" y="98"/>
                    <a:pt x="166" y="83"/>
                    <a:pt x="186" y="83"/>
                  </a:cubicBezTo>
                  <a:cubicBezTo>
                    <a:pt x="196" y="83"/>
                    <a:pt x="205" y="87"/>
                    <a:pt x="212" y="94"/>
                  </a:cubicBezTo>
                  <a:cubicBezTo>
                    <a:pt x="220" y="92"/>
                    <a:pt x="227" y="89"/>
                    <a:pt x="234" y="85"/>
                  </a:cubicBezTo>
                  <a:cubicBezTo>
                    <a:pt x="231" y="93"/>
                    <a:pt x="226" y="100"/>
                    <a:pt x="219" y="105"/>
                  </a:cubicBezTo>
                  <a:cubicBezTo>
                    <a:pt x="226" y="104"/>
                    <a:pt x="233" y="102"/>
                    <a:pt x="239" y="99"/>
                  </a:cubicBezTo>
                  <a:cubicBezTo>
                    <a:pt x="234" y="106"/>
                    <a:pt x="228" y="112"/>
                    <a:pt x="221" y="1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2A236B7E-F92D-9A3E-BF20-858D3C843B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2763" y="3046438"/>
              <a:ext cx="261809" cy="263225"/>
            </a:xfrm>
            <a:custGeom>
              <a:avLst/>
              <a:gdLst>
                <a:gd name="T0" fmla="*/ 152 w 305"/>
                <a:gd name="T1" fmla="*/ 124 h 304"/>
                <a:gd name="T2" fmla="*/ 125 w 305"/>
                <a:gd name="T3" fmla="*/ 151 h 304"/>
                <a:gd name="T4" fmla="*/ 152 w 305"/>
                <a:gd name="T5" fmla="*/ 178 h 304"/>
                <a:gd name="T6" fmla="*/ 180 w 305"/>
                <a:gd name="T7" fmla="*/ 151 h 304"/>
                <a:gd name="T8" fmla="*/ 152 w 305"/>
                <a:gd name="T9" fmla="*/ 124 h 304"/>
                <a:gd name="T10" fmla="*/ 187 w 305"/>
                <a:gd name="T11" fmla="*/ 82 h 304"/>
                <a:gd name="T12" fmla="*/ 118 w 305"/>
                <a:gd name="T13" fmla="*/ 82 h 304"/>
                <a:gd name="T14" fmla="*/ 83 w 305"/>
                <a:gd name="T15" fmla="*/ 116 h 304"/>
                <a:gd name="T16" fmla="*/ 83 w 305"/>
                <a:gd name="T17" fmla="*/ 186 h 304"/>
                <a:gd name="T18" fmla="*/ 118 w 305"/>
                <a:gd name="T19" fmla="*/ 220 h 304"/>
                <a:gd name="T20" fmla="*/ 187 w 305"/>
                <a:gd name="T21" fmla="*/ 220 h 304"/>
                <a:gd name="T22" fmla="*/ 222 w 305"/>
                <a:gd name="T23" fmla="*/ 186 h 304"/>
                <a:gd name="T24" fmla="*/ 222 w 305"/>
                <a:gd name="T25" fmla="*/ 116 h 304"/>
                <a:gd name="T26" fmla="*/ 187 w 305"/>
                <a:gd name="T27" fmla="*/ 82 h 304"/>
                <a:gd name="T28" fmla="*/ 152 w 305"/>
                <a:gd name="T29" fmla="*/ 196 h 304"/>
                <a:gd name="T30" fmla="*/ 108 w 305"/>
                <a:gd name="T31" fmla="*/ 151 h 304"/>
                <a:gd name="T32" fmla="*/ 152 w 305"/>
                <a:gd name="T33" fmla="*/ 106 h 304"/>
                <a:gd name="T34" fmla="*/ 197 w 305"/>
                <a:gd name="T35" fmla="*/ 151 h 304"/>
                <a:gd name="T36" fmla="*/ 152 w 305"/>
                <a:gd name="T37" fmla="*/ 196 h 304"/>
                <a:gd name="T38" fmla="*/ 197 w 305"/>
                <a:gd name="T39" fmla="*/ 117 h 304"/>
                <a:gd name="T40" fmla="*/ 187 w 305"/>
                <a:gd name="T41" fmla="*/ 107 h 304"/>
                <a:gd name="T42" fmla="*/ 197 w 305"/>
                <a:gd name="T43" fmla="*/ 96 h 304"/>
                <a:gd name="T44" fmla="*/ 208 w 305"/>
                <a:gd name="T45" fmla="*/ 107 h 304"/>
                <a:gd name="T46" fmla="*/ 197 w 305"/>
                <a:gd name="T47" fmla="*/ 117 h 304"/>
                <a:gd name="T48" fmla="*/ 152 w 305"/>
                <a:gd name="T49" fmla="*/ 0 h 304"/>
                <a:gd name="T50" fmla="*/ 0 w 305"/>
                <a:gd name="T51" fmla="*/ 152 h 304"/>
                <a:gd name="T52" fmla="*/ 152 w 305"/>
                <a:gd name="T53" fmla="*/ 304 h 304"/>
                <a:gd name="T54" fmla="*/ 305 w 305"/>
                <a:gd name="T55" fmla="*/ 152 h 304"/>
                <a:gd name="T56" fmla="*/ 152 w 305"/>
                <a:gd name="T57" fmla="*/ 0 h 304"/>
                <a:gd name="T58" fmla="*/ 239 w 305"/>
                <a:gd name="T59" fmla="*/ 186 h 304"/>
                <a:gd name="T60" fmla="*/ 187 w 305"/>
                <a:gd name="T61" fmla="*/ 237 h 304"/>
                <a:gd name="T62" fmla="*/ 118 w 305"/>
                <a:gd name="T63" fmla="*/ 237 h 304"/>
                <a:gd name="T64" fmla="*/ 66 w 305"/>
                <a:gd name="T65" fmla="*/ 186 h 304"/>
                <a:gd name="T66" fmla="*/ 66 w 305"/>
                <a:gd name="T67" fmla="*/ 116 h 304"/>
                <a:gd name="T68" fmla="*/ 118 w 305"/>
                <a:gd name="T69" fmla="*/ 65 h 304"/>
                <a:gd name="T70" fmla="*/ 187 w 305"/>
                <a:gd name="T71" fmla="*/ 65 h 304"/>
                <a:gd name="T72" fmla="*/ 239 w 305"/>
                <a:gd name="T73" fmla="*/ 116 h 304"/>
                <a:gd name="T74" fmla="*/ 239 w 305"/>
                <a:gd name="T75" fmla="*/ 186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5" h="304">
                  <a:moveTo>
                    <a:pt x="152" y="124"/>
                  </a:moveTo>
                  <a:cubicBezTo>
                    <a:pt x="137" y="124"/>
                    <a:pt x="125" y="136"/>
                    <a:pt x="125" y="151"/>
                  </a:cubicBezTo>
                  <a:cubicBezTo>
                    <a:pt x="125" y="166"/>
                    <a:pt x="137" y="178"/>
                    <a:pt x="152" y="178"/>
                  </a:cubicBezTo>
                  <a:cubicBezTo>
                    <a:pt x="168" y="178"/>
                    <a:pt x="180" y="166"/>
                    <a:pt x="180" y="151"/>
                  </a:cubicBezTo>
                  <a:cubicBezTo>
                    <a:pt x="180" y="136"/>
                    <a:pt x="168" y="124"/>
                    <a:pt x="152" y="124"/>
                  </a:cubicBezTo>
                  <a:close/>
                  <a:moveTo>
                    <a:pt x="187" y="82"/>
                  </a:moveTo>
                  <a:cubicBezTo>
                    <a:pt x="118" y="82"/>
                    <a:pt x="118" y="82"/>
                    <a:pt x="118" y="82"/>
                  </a:cubicBezTo>
                  <a:cubicBezTo>
                    <a:pt x="99" y="82"/>
                    <a:pt x="83" y="97"/>
                    <a:pt x="83" y="116"/>
                  </a:cubicBezTo>
                  <a:cubicBezTo>
                    <a:pt x="83" y="186"/>
                    <a:pt x="83" y="186"/>
                    <a:pt x="83" y="186"/>
                  </a:cubicBezTo>
                  <a:cubicBezTo>
                    <a:pt x="83" y="205"/>
                    <a:pt x="99" y="220"/>
                    <a:pt x="118" y="220"/>
                  </a:cubicBezTo>
                  <a:cubicBezTo>
                    <a:pt x="187" y="220"/>
                    <a:pt x="187" y="220"/>
                    <a:pt x="187" y="220"/>
                  </a:cubicBezTo>
                  <a:cubicBezTo>
                    <a:pt x="206" y="220"/>
                    <a:pt x="222" y="205"/>
                    <a:pt x="222" y="186"/>
                  </a:cubicBezTo>
                  <a:cubicBezTo>
                    <a:pt x="222" y="116"/>
                    <a:pt x="222" y="116"/>
                    <a:pt x="222" y="116"/>
                  </a:cubicBezTo>
                  <a:cubicBezTo>
                    <a:pt x="222" y="97"/>
                    <a:pt x="206" y="82"/>
                    <a:pt x="187" y="82"/>
                  </a:cubicBezTo>
                  <a:close/>
                  <a:moveTo>
                    <a:pt x="152" y="196"/>
                  </a:moveTo>
                  <a:cubicBezTo>
                    <a:pt x="128" y="196"/>
                    <a:pt x="108" y="176"/>
                    <a:pt x="108" y="151"/>
                  </a:cubicBezTo>
                  <a:cubicBezTo>
                    <a:pt x="108" y="126"/>
                    <a:pt x="128" y="106"/>
                    <a:pt x="152" y="106"/>
                  </a:cubicBezTo>
                  <a:cubicBezTo>
                    <a:pt x="177" y="106"/>
                    <a:pt x="197" y="126"/>
                    <a:pt x="197" y="151"/>
                  </a:cubicBezTo>
                  <a:cubicBezTo>
                    <a:pt x="197" y="176"/>
                    <a:pt x="177" y="196"/>
                    <a:pt x="152" y="196"/>
                  </a:cubicBezTo>
                  <a:close/>
                  <a:moveTo>
                    <a:pt x="197" y="117"/>
                  </a:moveTo>
                  <a:cubicBezTo>
                    <a:pt x="191" y="117"/>
                    <a:pt x="187" y="113"/>
                    <a:pt x="187" y="107"/>
                  </a:cubicBezTo>
                  <a:cubicBezTo>
                    <a:pt x="187" y="101"/>
                    <a:pt x="191" y="96"/>
                    <a:pt x="197" y="96"/>
                  </a:cubicBezTo>
                  <a:cubicBezTo>
                    <a:pt x="203" y="96"/>
                    <a:pt x="208" y="101"/>
                    <a:pt x="208" y="107"/>
                  </a:cubicBezTo>
                  <a:cubicBezTo>
                    <a:pt x="208" y="113"/>
                    <a:pt x="203" y="117"/>
                    <a:pt x="197" y="117"/>
                  </a:cubicBezTo>
                  <a:close/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39" y="186"/>
                  </a:moveTo>
                  <a:cubicBezTo>
                    <a:pt x="239" y="214"/>
                    <a:pt x="216" y="237"/>
                    <a:pt x="187" y="237"/>
                  </a:cubicBezTo>
                  <a:cubicBezTo>
                    <a:pt x="118" y="237"/>
                    <a:pt x="118" y="237"/>
                    <a:pt x="118" y="237"/>
                  </a:cubicBezTo>
                  <a:cubicBezTo>
                    <a:pt x="89" y="237"/>
                    <a:pt x="66" y="214"/>
                    <a:pt x="66" y="18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88"/>
                    <a:pt x="89" y="65"/>
                    <a:pt x="118" y="65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216" y="65"/>
                    <a:pt x="239" y="88"/>
                    <a:pt x="239" y="116"/>
                  </a:cubicBezTo>
                  <a:lnTo>
                    <a:pt x="239" y="1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22B5D0F-D42D-2FA0-55AF-250B611FB502}"/>
              </a:ext>
            </a:extLst>
          </p:cNvPr>
          <p:cNvSpPr txBox="1"/>
          <p:nvPr/>
        </p:nvSpPr>
        <p:spPr>
          <a:xfrm>
            <a:off x="7917812" y="4496911"/>
            <a:ext cx="2686305" cy="4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adipiscing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elit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seds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b="0" i="0" dirty="0" err="1">
                <a:effectLst/>
                <a:latin typeface="DM Sans" pitchFamily="2" charset="0"/>
                <a:cs typeface="Poppins Light" panose="00000400000000000000" pitchFamily="2" charset="0"/>
              </a:rPr>
              <a:t>eiusmod</a:t>
            </a: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 </a:t>
            </a:r>
            <a:r>
              <a:rPr lang="en-GB" sz="1000" dirty="0" err="1">
                <a:latin typeface="DM Sans" pitchFamily="2" charset="0"/>
                <a:cs typeface="Poppins Light" panose="00000400000000000000" pitchFamily="2" charset="0"/>
              </a:rPr>
              <a:t>ametd</a:t>
            </a:r>
            <a:endParaRPr lang="en-GB" sz="1000" dirty="0">
              <a:latin typeface="DM Sans" pitchFamily="2" charset="0"/>
              <a:cs typeface="Poppins Light" panose="00000400000000000000" pitchFamily="2" charset="0"/>
            </a:endParaRPr>
          </a:p>
          <a:p>
            <a:pPr algn="l">
              <a:lnSpc>
                <a:spcPts val="1500"/>
              </a:lnSpc>
            </a:pPr>
            <a:r>
              <a:rPr lang="en-GB" sz="1000" b="0" i="0" dirty="0">
                <a:effectLst/>
                <a:latin typeface="DM Sans" pitchFamily="2" charset="0"/>
                <a:cs typeface="Poppins Light" panose="00000400000000000000" pitchFamily="2" charset="0"/>
              </a:rPr>
              <a:t>labore dolore magna.</a:t>
            </a:r>
            <a:endParaRPr lang="en-GB" sz="1000" b="0" i="0" dirty="0">
              <a:effectLst/>
              <a:latin typeface="DM Sans" pitchFamily="2" charset="0"/>
              <a:ea typeface="Source Sans Pro Light" panose="020B0403030403020204" pitchFamily="34" charset="0"/>
              <a:cs typeface="Poppins Light" panose="00000400000000000000" pitchFamily="2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15F490-D546-9FAF-5F0E-E3EFD9F5FD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76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7AE9A-2F61-69F8-8D39-ECA9981C65CC}"/>
              </a:ext>
            </a:extLst>
          </p:cNvPr>
          <p:cNvSpPr/>
          <p:nvPr/>
        </p:nvSpPr>
        <p:spPr>
          <a:xfrm>
            <a:off x="1616863" y="4566421"/>
            <a:ext cx="2488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Poppins Bold" panose="00000800000000000000" pitchFamily="2" charset="0"/>
                <a:ea typeface="Open Sans" panose="020B0606030504020204" pitchFamily="34" charset="0"/>
                <a:cs typeface="Poppins Bold" panose="00000800000000000000" pitchFamily="2" charset="0"/>
              </a:rPr>
              <a:t>Relyea Smith</a:t>
            </a:r>
            <a:endParaRPr lang="en-US" dirty="0">
              <a:latin typeface="Poppins Bold" panose="00000800000000000000" pitchFamily="2" charset="0"/>
              <a:ea typeface="Open Sans" panose="020B0606030504020204" pitchFamily="34" charset="0"/>
              <a:cs typeface="Poppins Bold" panose="000008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80C61B-288C-77EF-82D1-4CA8B0A481D1}"/>
              </a:ext>
            </a:extLst>
          </p:cNvPr>
          <p:cNvSpPr/>
          <p:nvPr/>
        </p:nvSpPr>
        <p:spPr>
          <a:xfrm>
            <a:off x="1808931" y="4872988"/>
            <a:ext cx="2104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latin typeface="Poppins" panose="00000500000000000000" pitchFamily="2" charset="0"/>
                <a:ea typeface="Arimo" panose="020B0604020202020204" pitchFamily="34" charset="0"/>
                <a:cs typeface="Poppins" panose="00000500000000000000" pitchFamily="2" charset="0"/>
              </a:rPr>
              <a:t>Web Designer</a:t>
            </a:r>
            <a:endParaRPr lang="en-US" sz="1200" dirty="0">
              <a:latin typeface="Poppins" panose="00000500000000000000" pitchFamily="2" charset="0"/>
              <a:ea typeface="Arimo" panose="020B06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E6D8E82-1C4A-4B6D-95EA-084F0FB0501F}"/>
              </a:ext>
            </a:extLst>
          </p:cNvPr>
          <p:cNvSpPr>
            <a:spLocks noEditPoints="1"/>
          </p:cNvSpPr>
          <p:nvPr/>
        </p:nvSpPr>
        <p:spPr bwMode="auto">
          <a:xfrm>
            <a:off x="2415859" y="5876246"/>
            <a:ext cx="183241" cy="183241"/>
          </a:xfrm>
          <a:custGeom>
            <a:avLst/>
            <a:gdLst>
              <a:gd name="T0" fmla="*/ 152 w 305"/>
              <a:gd name="T1" fmla="*/ 0 h 304"/>
              <a:gd name="T2" fmla="*/ 0 w 305"/>
              <a:gd name="T3" fmla="*/ 152 h 304"/>
              <a:gd name="T4" fmla="*/ 152 w 305"/>
              <a:gd name="T5" fmla="*/ 304 h 304"/>
              <a:gd name="T6" fmla="*/ 305 w 305"/>
              <a:gd name="T7" fmla="*/ 152 h 304"/>
              <a:gd name="T8" fmla="*/ 152 w 305"/>
              <a:gd name="T9" fmla="*/ 0 h 304"/>
              <a:gd name="T10" fmla="*/ 171 w 305"/>
              <a:gd name="T11" fmla="*/ 124 h 304"/>
              <a:gd name="T12" fmla="*/ 201 w 305"/>
              <a:gd name="T13" fmla="*/ 124 h 304"/>
              <a:gd name="T14" fmla="*/ 204 w 305"/>
              <a:gd name="T15" fmla="*/ 125 h 304"/>
              <a:gd name="T16" fmla="*/ 206 w 305"/>
              <a:gd name="T17" fmla="*/ 128 h 304"/>
              <a:gd name="T18" fmla="*/ 206 w 305"/>
              <a:gd name="T19" fmla="*/ 161 h 304"/>
              <a:gd name="T20" fmla="*/ 202 w 305"/>
              <a:gd name="T21" fmla="*/ 165 h 304"/>
              <a:gd name="T22" fmla="*/ 171 w 305"/>
              <a:gd name="T23" fmla="*/ 165 h 304"/>
              <a:gd name="T24" fmla="*/ 171 w 305"/>
              <a:gd name="T25" fmla="*/ 248 h 304"/>
              <a:gd name="T26" fmla="*/ 167 w 305"/>
              <a:gd name="T27" fmla="*/ 252 h 304"/>
              <a:gd name="T28" fmla="*/ 133 w 305"/>
              <a:gd name="T29" fmla="*/ 252 h 304"/>
              <a:gd name="T30" fmla="*/ 129 w 305"/>
              <a:gd name="T31" fmla="*/ 248 h 304"/>
              <a:gd name="T32" fmla="*/ 129 w 305"/>
              <a:gd name="T33" fmla="*/ 165 h 304"/>
              <a:gd name="T34" fmla="*/ 102 w 305"/>
              <a:gd name="T35" fmla="*/ 165 h 304"/>
              <a:gd name="T36" fmla="*/ 98 w 305"/>
              <a:gd name="T37" fmla="*/ 161 h 304"/>
              <a:gd name="T38" fmla="*/ 98 w 305"/>
              <a:gd name="T39" fmla="*/ 128 h 304"/>
              <a:gd name="T40" fmla="*/ 102 w 305"/>
              <a:gd name="T41" fmla="*/ 124 h 304"/>
              <a:gd name="T42" fmla="*/ 129 w 305"/>
              <a:gd name="T43" fmla="*/ 124 h 304"/>
              <a:gd name="T44" fmla="*/ 128 w 305"/>
              <a:gd name="T45" fmla="*/ 101 h 304"/>
              <a:gd name="T46" fmla="*/ 176 w 305"/>
              <a:gd name="T47" fmla="*/ 52 h 304"/>
              <a:gd name="T48" fmla="*/ 203 w 305"/>
              <a:gd name="T49" fmla="*/ 52 h 304"/>
              <a:gd name="T50" fmla="*/ 207 w 305"/>
              <a:gd name="T51" fmla="*/ 56 h 304"/>
              <a:gd name="T52" fmla="*/ 207 w 305"/>
              <a:gd name="T53" fmla="*/ 86 h 304"/>
              <a:gd name="T54" fmla="*/ 203 w 305"/>
              <a:gd name="T55" fmla="*/ 90 h 304"/>
              <a:gd name="T56" fmla="*/ 185 w 305"/>
              <a:gd name="T57" fmla="*/ 90 h 304"/>
              <a:gd name="T58" fmla="*/ 171 w 305"/>
              <a:gd name="T59" fmla="*/ 104 h 304"/>
              <a:gd name="T60" fmla="*/ 171 w 305"/>
              <a:gd name="T61" fmla="*/ 12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5" h="304"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171" y="124"/>
                </a:moveTo>
                <a:cubicBezTo>
                  <a:pt x="201" y="124"/>
                  <a:pt x="201" y="124"/>
                  <a:pt x="201" y="124"/>
                </a:cubicBezTo>
                <a:cubicBezTo>
                  <a:pt x="203" y="124"/>
                  <a:pt x="204" y="124"/>
                  <a:pt x="204" y="125"/>
                </a:cubicBezTo>
                <a:cubicBezTo>
                  <a:pt x="205" y="126"/>
                  <a:pt x="206" y="127"/>
                  <a:pt x="206" y="128"/>
                </a:cubicBezTo>
                <a:cubicBezTo>
                  <a:pt x="206" y="161"/>
                  <a:pt x="206" y="161"/>
                  <a:pt x="206" y="161"/>
                </a:cubicBezTo>
                <a:cubicBezTo>
                  <a:pt x="206" y="163"/>
                  <a:pt x="204" y="165"/>
                  <a:pt x="202" y="165"/>
                </a:cubicBezTo>
                <a:cubicBezTo>
                  <a:pt x="171" y="165"/>
                  <a:pt x="171" y="165"/>
                  <a:pt x="171" y="165"/>
                </a:cubicBezTo>
                <a:cubicBezTo>
                  <a:pt x="171" y="248"/>
                  <a:pt x="171" y="248"/>
                  <a:pt x="171" y="248"/>
                </a:cubicBezTo>
                <a:cubicBezTo>
                  <a:pt x="171" y="250"/>
                  <a:pt x="169" y="252"/>
                  <a:pt x="167" y="252"/>
                </a:cubicBezTo>
                <a:cubicBezTo>
                  <a:pt x="133" y="252"/>
                  <a:pt x="133" y="252"/>
                  <a:pt x="133" y="252"/>
                </a:cubicBezTo>
                <a:cubicBezTo>
                  <a:pt x="131" y="252"/>
                  <a:pt x="129" y="251"/>
                  <a:pt x="129" y="248"/>
                </a:cubicBezTo>
                <a:cubicBezTo>
                  <a:pt x="129" y="165"/>
                  <a:pt x="129" y="165"/>
                  <a:pt x="129" y="165"/>
                </a:cubicBezTo>
                <a:cubicBezTo>
                  <a:pt x="102" y="165"/>
                  <a:pt x="102" y="165"/>
                  <a:pt x="102" y="165"/>
                </a:cubicBezTo>
                <a:cubicBezTo>
                  <a:pt x="100" y="165"/>
                  <a:pt x="98" y="163"/>
                  <a:pt x="98" y="161"/>
                </a:cubicBezTo>
                <a:cubicBezTo>
                  <a:pt x="98" y="128"/>
                  <a:pt x="98" y="128"/>
                  <a:pt x="98" y="128"/>
                </a:cubicBezTo>
                <a:cubicBezTo>
                  <a:pt x="98" y="126"/>
                  <a:pt x="100" y="124"/>
                  <a:pt x="102" y="124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01"/>
                  <a:pt x="128" y="101"/>
                  <a:pt x="128" y="101"/>
                </a:cubicBezTo>
                <a:cubicBezTo>
                  <a:pt x="128" y="71"/>
                  <a:pt x="147" y="52"/>
                  <a:pt x="176" y="52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05" y="52"/>
                  <a:pt x="207" y="53"/>
                  <a:pt x="207" y="56"/>
                </a:cubicBezTo>
                <a:cubicBezTo>
                  <a:pt x="207" y="86"/>
                  <a:pt x="207" y="86"/>
                  <a:pt x="207" y="86"/>
                </a:cubicBezTo>
                <a:cubicBezTo>
                  <a:pt x="207" y="89"/>
                  <a:pt x="205" y="90"/>
                  <a:pt x="203" y="90"/>
                </a:cubicBezTo>
                <a:cubicBezTo>
                  <a:pt x="185" y="90"/>
                  <a:pt x="185" y="90"/>
                  <a:pt x="185" y="90"/>
                </a:cubicBezTo>
                <a:cubicBezTo>
                  <a:pt x="173" y="90"/>
                  <a:pt x="171" y="95"/>
                  <a:pt x="171" y="104"/>
                </a:cubicBezTo>
                <a:lnTo>
                  <a:pt x="171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D18268E4-918E-42F3-B71B-C2CC8461337C}"/>
              </a:ext>
            </a:extLst>
          </p:cNvPr>
          <p:cNvSpPr>
            <a:spLocks noEditPoints="1"/>
          </p:cNvSpPr>
          <p:nvPr/>
        </p:nvSpPr>
        <p:spPr bwMode="auto">
          <a:xfrm>
            <a:off x="3124192" y="5872305"/>
            <a:ext cx="182255" cy="183241"/>
          </a:xfrm>
          <a:custGeom>
            <a:avLst/>
            <a:gdLst>
              <a:gd name="T0" fmla="*/ 153 w 305"/>
              <a:gd name="T1" fmla="*/ 0 h 304"/>
              <a:gd name="T2" fmla="*/ 0 w 305"/>
              <a:gd name="T3" fmla="*/ 152 h 304"/>
              <a:gd name="T4" fmla="*/ 153 w 305"/>
              <a:gd name="T5" fmla="*/ 304 h 304"/>
              <a:gd name="T6" fmla="*/ 305 w 305"/>
              <a:gd name="T7" fmla="*/ 152 h 304"/>
              <a:gd name="T8" fmla="*/ 153 w 305"/>
              <a:gd name="T9" fmla="*/ 0 h 304"/>
              <a:gd name="T10" fmla="*/ 111 w 305"/>
              <a:gd name="T11" fmla="*/ 231 h 304"/>
              <a:gd name="T12" fmla="*/ 75 w 305"/>
              <a:gd name="T13" fmla="*/ 231 h 304"/>
              <a:gd name="T14" fmla="*/ 75 w 305"/>
              <a:gd name="T15" fmla="*/ 124 h 304"/>
              <a:gd name="T16" fmla="*/ 111 w 305"/>
              <a:gd name="T17" fmla="*/ 124 h 304"/>
              <a:gd name="T18" fmla="*/ 111 w 305"/>
              <a:gd name="T19" fmla="*/ 231 h 304"/>
              <a:gd name="T20" fmla="*/ 93 w 305"/>
              <a:gd name="T21" fmla="*/ 110 h 304"/>
              <a:gd name="T22" fmla="*/ 93 w 305"/>
              <a:gd name="T23" fmla="*/ 110 h 304"/>
              <a:gd name="T24" fmla="*/ 73 w 305"/>
              <a:gd name="T25" fmla="*/ 91 h 304"/>
              <a:gd name="T26" fmla="*/ 93 w 305"/>
              <a:gd name="T27" fmla="*/ 73 h 304"/>
              <a:gd name="T28" fmla="*/ 113 w 305"/>
              <a:gd name="T29" fmla="*/ 91 h 304"/>
              <a:gd name="T30" fmla="*/ 93 w 305"/>
              <a:gd name="T31" fmla="*/ 110 h 304"/>
              <a:gd name="T32" fmla="*/ 239 w 305"/>
              <a:gd name="T33" fmla="*/ 231 h 304"/>
              <a:gd name="T34" fmla="*/ 203 w 305"/>
              <a:gd name="T35" fmla="*/ 231 h 304"/>
              <a:gd name="T36" fmla="*/ 203 w 305"/>
              <a:gd name="T37" fmla="*/ 174 h 304"/>
              <a:gd name="T38" fmla="*/ 185 w 305"/>
              <a:gd name="T39" fmla="*/ 150 h 304"/>
              <a:gd name="T40" fmla="*/ 167 w 305"/>
              <a:gd name="T41" fmla="*/ 163 h 304"/>
              <a:gd name="T42" fmla="*/ 166 w 305"/>
              <a:gd name="T43" fmla="*/ 172 h 304"/>
              <a:gd name="T44" fmla="*/ 166 w 305"/>
              <a:gd name="T45" fmla="*/ 231 h 304"/>
              <a:gd name="T46" fmla="*/ 130 w 305"/>
              <a:gd name="T47" fmla="*/ 231 h 304"/>
              <a:gd name="T48" fmla="*/ 130 w 305"/>
              <a:gd name="T49" fmla="*/ 124 h 304"/>
              <a:gd name="T50" fmla="*/ 166 w 305"/>
              <a:gd name="T51" fmla="*/ 124 h 304"/>
              <a:gd name="T52" fmla="*/ 166 w 305"/>
              <a:gd name="T53" fmla="*/ 140 h 304"/>
              <a:gd name="T54" fmla="*/ 198 w 305"/>
              <a:gd name="T55" fmla="*/ 122 h 304"/>
              <a:gd name="T56" fmla="*/ 239 w 305"/>
              <a:gd name="T57" fmla="*/ 170 h 304"/>
              <a:gd name="T58" fmla="*/ 239 w 305"/>
              <a:gd name="T59" fmla="*/ 231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05" h="304">
                <a:moveTo>
                  <a:pt x="153" y="0"/>
                </a:moveTo>
                <a:cubicBezTo>
                  <a:pt x="69" y="0"/>
                  <a:pt x="0" y="68"/>
                  <a:pt x="0" y="152"/>
                </a:cubicBezTo>
                <a:cubicBezTo>
                  <a:pt x="0" y="236"/>
                  <a:pt x="69" y="304"/>
                  <a:pt x="153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3" y="0"/>
                </a:cubicBezTo>
                <a:close/>
                <a:moveTo>
                  <a:pt x="111" y="231"/>
                </a:moveTo>
                <a:cubicBezTo>
                  <a:pt x="75" y="231"/>
                  <a:pt x="75" y="231"/>
                  <a:pt x="75" y="231"/>
                </a:cubicBezTo>
                <a:cubicBezTo>
                  <a:pt x="75" y="124"/>
                  <a:pt x="75" y="124"/>
                  <a:pt x="75" y="124"/>
                </a:cubicBezTo>
                <a:cubicBezTo>
                  <a:pt x="111" y="124"/>
                  <a:pt x="111" y="124"/>
                  <a:pt x="111" y="124"/>
                </a:cubicBezTo>
                <a:lnTo>
                  <a:pt x="111" y="231"/>
                </a:lnTo>
                <a:close/>
                <a:moveTo>
                  <a:pt x="93" y="110"/>
                </a:moveTo>
                <a:cubicBezTo>
                  <a:pt x="93" y="110"/>
                  <a:pt x="93" y="110"/>
                  <a:pt x="93" y="110"/>
                </a:cubicBezTo>
                <a:cubicBezTo>
                  <a:pt x="81" y="110"/>
                  <a:pt x="73" y="101"/>
                  <a:pt x="73" y="91"/>
                </a:cubicBezTo>
                <a:cubicBezTo>
                  <a:pt x="73" y="81"/>
                  <a:pt x="81" y="73"/>
                  <a:pt x="93" y="73"/>
                </a:cubicBezTo>
                <a:cubicBezTo>
                  <a:pt x="105" y="73"/>
                  <a:pt x="113" y="81"/>
                  <a:pt x="113" y="91"/>
                </a:cubicBezTo>
                <a:cubicBezTo>
                  <a:pt x="113" y="101"/>
                  <a:pt x="105" y="110"/>
                  <a:pt x="93" y="110"/>
                </a:cubicBezTo>
                <a:close/>
                <a:moveTo>
                  <a:pt x="239" y="231"/>
                </a:moveTo>
                <a:cubicBezTo>
                  <a:pt x="203" y="231"/>
                  <a:pt x="203" y="231"/>
                  <a:pt x="203" y="231"/>
                </a:cubicBezTo>
                <a:cubicBezTo>
                  <a:pt x="203" y="174"/>
                  <a:pt x="203" y="174"/>
                  <a:pt x="203" y="174"/>
                </a:cubicBezTo>
                <a:cubicBezTo>
                  <a:pt x="203" y="160"/>
                  <a:pt x="198" y="150"/>
                  <a:pt x="185" y="150"/>
                </a:cubicBezTo>
                <a:cubicBezTo>
                  <a:pt x="176" y="150"/>
                  <a:pt x="170" y="157"/>
                  <a:pt x="167" y="163"/>
                </a:cubicBezTo>
                <a:cubicBezTo>
                  <a:pt x="166" y="165"/>
                  <a:pt x="166" y="168"/>
                  <a:pt x="166" y="172"/>
                </a:cubicBezTo>
                <a:cubicBezTo>
                  <a:pt x="166" y="231"/>
                  <a:pt x="166" y="231"/>
                  <a:pt x="166" y="231"/>
                </a:cubicBezTo>
                <a:cubicBezTo>
                  <a:pt x="130" y="231"/>
                  <a:pt x="130" y="231"/>
                  <a:pt x="130" y="231"/>
                </a:cubicBezTo>
                <a:cubicBezTo>
                  <a:pt x="130" y="231"/>
                  <a:pt x="131" y="134"/>
                  <a:pt x="130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6" y="140"/>
                  <a:pt x="166" y="140"/>
                  <a:pt x="166" y="140"/>
                </a:cubicBezTo>
                <a:cubicBezTo>
                  <a:pt x="171" y="132"/>
                  <a:pt x="179" y="122"/>
                  <a:pt x="198" y="122"/>
                </a:cubicBezTo>
                <a:cubicBezTo>
                  <a:pt x="222" y="122"/>
                  <a:pt x="239" y="137"/>
                  <a:pt x="239" y="170"/>
                </a:cubicBezTo>
                <a:lnTo>
                  <a:pt x="239" y="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22ADADA6-4542-8F04-E14E-9ED343B4E1D6}"/>
              </a:ext>
            </a:extLst>
          </p:cNvPr>
          <p:cNvSpPr>
            <a:spLocks noEditPoints="1"/>
          </p:cNvSpPr>
          <p:nvPr/>
        </p:nvSpPr>
        <p:spPr bwMode="auto">
          <a:xfrm>
            <a:off x="2652627" y="5876246"/>
            <a:ext cx="182255" cy="183241"/>
          </a:xfrm>
          <a:custGeom>
            <a:avLst/>
            <a:gdLst>
              <a:gd name="T0" fmla="*/ 152 w 305"/>
              <a:gd name="T1" fmla="*/ 0 h 304"/>
              <a:gd name="T2" fmla="*/ 0 w 305"/>
              <a:gd name="T3" fmla="*/ 152 h 304"/>
              <a:gd name="T4" fmla="*/ 152 w 305"/>
              <a:gd name="T5" fmla="*/ 304 h 304"/>
              <a:gd name="T6" fmla="*/ 305 w 305"/>
              <a:gd name="T7" fmla="*/ 152 h 304"/>
              <a:gd name="T8" fmla="*/ 152 w 305"/>
              <a:gd name="T9" fmla="*/ 0 h 304"/>
              <a:gd name="T10" fmla="*/ 221 w 305"/>
              <a:gd name="T11" fmla="*/ 117 h 304"/>
              <a:gd name="T12" fmla="*/ 221 w 305"/>
              <a:gd name="T13" fmla="*/ 122 h 304"/>
              <a:gd name="T14" fmla="*/ 120 w 305"/>
              <a:gd name="T15" fmla="*/ 221 h 304"/>
              <a:gd name="T16" fmla="*/ 66 w 305"/>
              <a:gd name="T17" fmla="*/ 206 h 304"/>
              <a:gd name="T18" fmla="*/ 75 w 305"/>
              <a:gd name="T19" fmla="*/ 206 h 304"/>
              <a:gd name="T20" fmla="*/ 119 w 305"/>
              <a:gd name="T21" fmla="*/ 191 h 304"/>
              <a:gd name="T22" fmla="*/ 85 w 305"/>
              <a:gd name="T23" fmla="*/ 167 h 304"/>
              <a:gd name="T24" fmla="*/ 92 w 305"/>
              <a:gd name="T25" fmla="*/ 167 h 304"/>
              <a:gd name="T26" fmla="*/ 101 w 305"/>
              <a:gd name="T27" fmla="*/ 166 h 304"/>
              <a:gd name="T28" fmla="*/ 73 w 305"/>
              <a:gd name="T29" fmla="*/ 132 h 304"/>
              <a:gd name="T30" fmla="*/ 73 w 305"/>
              <a:gd name="T31" fmla="*/ 131 h 304"/>
              <a:gd name="T32" fmla="*/ 89 w 305"/>
              <a:gd name="T33" fmla="*/ 136 h 304"/>
              <a:gd name="T34" fmla="*/ 73 w 305"/>
              <a:gd name="T35" fmla="*/ 107 h 304"/>
              <a:gd name="T36" fmla="*/ 78 w 305"/>
              <a:gd name="T37" fmla="*/ 89 h 304"/>
              <a:gd name="T38" fmla="*/ 151 w 305"/>
              <a:gd name="T39" fmla="*/ 126 h 304"/>
              <a:gd name="T40" fmla="*/ 150 w 305"/>
              <a:gd name="T41" fmla="*/ 118 h 304"/>
              <a:gd name="T42" fmla="*/ 186 w 305"/>
              <a:gd name="T43" fmla="*/ 83 h 304"/>
              <a:gd name="T44" fmla="*/ 212 w 305"/>
              <a:gd name="T45" fmla="*/ 94 h 304"/>
              <a:gd name="T46" fmla="*/ 234 w 305"/>
              <a:gd name="T47" fmla="*/ 85 h 304"/>
              <a:gd name="T48" fmla="*/ 219 w 305"/>
              <a:gd name="T49" fmla="*/ 105 h 304"/>
              <a:gd name="T50" fmla="*/ 239 w 305"/>
              <a:gd name="T51" fmla="*/ 99 h 304"/>
              <a:gd name="T52" fmla="*/ 221 w 305"/>
              <a:gd name="T53" fmla="*/ 117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05" h="304"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221" y="117"/>
                </a:moveTo>
                <a:cubicBezTo>
                  <a:pt x="221" y="122"/>
                  <a:pt x="221" y="122"/>
                  <a:pt x="221" y="122"/>
                </a:cubicBezTo>
                <a:cubicBezTo>
                  <a:pt x="221" y="168"/>
                  <a:pt x="186" y="221"/>
                  <a:pt x="120" y="221"/>
                </a:cubicBezTo>
                <a:cubicBezTo>
                  <a:pt x="100" y="221"/>
                  <a:pt x="82" y="216"/>
                  <a:pt x="66" y="206"/>
                </a:cubicBezTo>
                <a:cubicBezTo>
                  <a:pt x="69" y="206"/>
                  <a:pt x="72" y="206"/>
                  <a:pt x="75" y="206"/>
                </a:cubicBezTo>
                <a:cubicBezTo>
                  <a:pt x="91" y="206"/>
                  <a:pt x="106" y="200"/>
                  <a:pt x="119" y="191"/>
                </a:cubicBezTo>
                <a:cubicBezTo>
                  <a:pt x="103" y="191"/>
                  <a:pt x="90" y="181"/>
                  <a:pt x="85" y="167"/>
                </a:cubicBezTo>
                <a:cubicBezTo>
                  <a:pt x="88" y="167"/>
                  <a:pt x="90" y="167"/>
                  <a:pt x="92" y="167"/>
                </a:cubicBezTo>
                <a:cubicBezTo>
                  <a:pt x="95" y="167"/>
                  <a:pt x="99" y="167"/>
                  <a:pt x="101" y="166"/>
                </a:cubicBezTo>
                <a:cubicBezTo>
                  <a:pt x="85" y="163"/>
                  <a:pt x="73" y="149"/>
                  <a:pt x="73" y="132"/>
                </a:cubicBezTo>
                <a:cubicBezTo>
                  <a:pt x="73" y="131"/>
                  <a:pt x="73" y="131"/>
                  <a:pt x="73" y="131"/>
                </a:cubicBezTo>
                <a:cubicBezTo>
                  <a:pt x="78" y="134"/>
                  <a:pt x="83" y="136"/>
                  <a:pt x="89" y="136"/>
                </a:cubicBezTo>
                <a:cubicBezTo>
                  <a:pt x="80" y="130"/>
                  <a:pt x="73" y="119"/>
                  <a:pt x="73" y="107"/>
                </a:cubicBezTo>
                <a:cubicBezTo>
                  <a:pt x="73" y="100"/>
                  <a:pt x="75" y="94"/>
                  <a:pt x="78" y="89"/>
                </a:cubicBezTo>
                <a:cubicBezTo>
                  <a:pt x="96" y="110"/>
                  <a:pt x="122" y="124"/>
                  <a:pt x="151" y="126"/>
                </a:cubicBezTo>
                <a:cubicBezTo>
                  <a:pt x="151" y="123"/>
                  <a:pt x="150" y="120"/>
                  <a:pt x="150" y="118"/>
                </a:cubicBezTo>
                <a:cubicBezTo>
                  <a:pt x="150" y="98"/>
                  <a:pt x="166" y="83"/>
                  <a:pt x="186" y="83"/>
                </a:cubicBezTo>
                <a:cubicBezTo>
                  <a:pt x="196" y="83"/>
                  <a:pt x="205" y="87"/>
                  <a:pt x="212" y="94"/>
                </a:cubicBezTo>
                <a:cubicBezTo>
                  <a:pt x="220" y="92"/>
                  <a:pt x="227" y="89"/>
                  <a:pt x="234" y="85"/>
                </a:cubicBezTo>
                <a:cubicBezTo>
                  <a:pt x="231" y="93"/>
                  <a:pt x="226" y="100"/>
                  <a:pt x="219" y="105"/>
                </a:cubicBezTo>
                <a:cubicBezTo>
                  <a:pt x="226" y="104"/>
                  <a:pt x="233" y="102"/>
                  <a:pt x="239" y="99"/>
                </a:cubicBezTo>
                <a:cubicBezTo>
                  <a:pt x="234" y="106"/>
                  <a:pt x="228" y="112"/>
                  <a:pt x="221" y="1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A948307D-3964-75BA-CFEF-A8DE6F1059BE}"/>
              </a:ext>
            </a:extLst>
          </p:cNvPr>
          <p:cNvSpPr>
            <a:spLocks noEditPoints="1"/>
          </p:cNvSpPr>
          <p:nvPr/>
        </p:nvSpPr>
        <p:spPr bwMode="auto">
          <a:xfrm>
            <a:off x="2888410" y="5876246"/>
            <a:ext cx="182255" cy="183241"/>
          </a:xfrm>
          <a:custGeom>
            <a:avLst/>
            <a:gdLst>
              <a:gd name="T0" fmla="*/ 152 w 305"/>
              <a:gd name="T1" fmla="*/ 124 h 304"/>
              <a:gd name="T2" fmla="*/ 125 w 305"/>
              <a:gd name="T3" fmla="*/ 151 h 304"/>
              <a:gd name="T4" fmla="*/ 152 w 305"/>
              <a:gd name="T5" fmla="*/ 178 h 304"/>
              <a:gd name="T6" fmla="*/ 180 w 305"/>
              <a:gd name="T7" fmla="*/ 151 h 304"/>
              <a:gd name="T8" fmla="*/ 152 w 305"/>
              <a:gd name="T9" fmla="*/ 124 h 304"/>
              <a:gd name="T10" fmla="*/ 187 w 305"/>
              <a:gd name="T11" fmla="*/ 82 h 304"/>
              <a:gd name="T12" fmla="*/ 118 w 305"/>
              <a:gd name="T13" fmla="*/ 82 h 304"/>
              <a:gd name="T14" fmla="*/ 83 w 305"/>
              <a:gd name="T15" fmla="*/ 116 h 304"/>
              <a:gd name="T16" fmla="*/ 83 w 305"/>
              <a:gd name="T17" fmla="*/ 186 h 304"/>
              <a:gd name="T18" fmla="*/ 118 w 305"/>
              <a:gd name="T19" fmla="*/ 220 h 304"/>
              <a:gd name="T20" fmla="*/ 187 w 305"/>
              <a:gd name="T21" fmla="*/ 220 h 304"/>
              <a:gd name="T22" fmla="*/ 222 w 305"/>
              <a:gd name="T23" fmla="*/ 186 h 304"/>
              <a:gd name="T24" fmla="*/ 222 w 305"/>
              <a:gd name="T25" fmla="*/ 116 h 304"/>
              <a:gd name="T26" fmla="*/ 187 w 305"/>
              <a:gd name="T27" fmla="*/ 82 h 304"/>
              <a:gd name="T28" fmla="*/ 152 w 305"/>
              <a:gd name="T29" fmla="*/ 196 h 304"/>
              <a:gd name="T30" fmla="*/ 108 w 305"/>
              <a:gd name="T31" fmla="*/ 151 h 304"/>
              <a:gd name="T32" fmla="*/ 152 w 305"/>
              <a:gd name="T33" fmla="*/ 106 h 304"/>
              <a:gd name="T34" fmla="*/ 197 w 305"/>
              <a:gd name="T35" fmla="*/ 151 h 304"/>
              <a:gd name="T36" fmla="*/ 152 w 305"/>
              <a:gd name="T37" fmla="*/ 196 h 304"/>
              <a:gd name="T38" fmla="*/ 197 w 305"/>
              <a:gd name="T39" fmla="*/ 117 h 304"/>
              <a:gd name="T40" fmla="*/ 187 w 305"/>
              <a:gd name="T41" fmla="*/ 107 h 304"/>
              <a:gd name="T42" fmla="*/ 197 w 305"/>
              <a:gd name="T43" fmla="*/ 96 h 304"/>
              <a:gd name="T44" fmla="*/ 208 w 305"/>
              <a:gd name="T45" fmla="*/ 107 h 304"/>
              <a:gd name="T46" fmla="*/ 197 w 305"/>
              <a:gd name="T47" fmla="*/ 117 h 304"/>
              <a:gd name="T48" fmla="*/ 152 w 305"/>
              <a:gd name="T49" fmla="*/ 0 h 304"/>
              <a:gd name="T50" fmla="*/ 0 w 305"/>
              <a:gd name="T51" fmla="*/ 152 h 304"/>
              <a:gd name="T52" fmla="*/ 152 w 305"/>
              <a:gd name="T53" fmla="*/ 304 h 304"/>
              <a:gd name="T54" fmla="*/ 305 w 305"/>
              <a:gd name="T55" fmla="*/ 152 h 304"/>
              <a:gd name="T56" fmla="*/ 152 w 305"/>
              <a:gd name="T57" fmla="*/ 0 h 304"/>
              <a:gd name="T58" fmla="*/ 239 w 305"/>
              <a:gd name="T59" fmla="*/ 186 h 304"/>
              <a:gd name="T60" fmla="*/ 187 w 305"/>
              <a:gd name="T61" fmla="*/ 237 h 304"/>
              <a:gd name="T62" fmla="*/ 118 w 305"/>
              <a:gd name="T63" fmla="*/ 237 h 304"/>
              <a:gd name="T64" fmla="*/ 66 w 305"/>
              <a:gd name="T65" fmla="*/ 186 h 304"/>
              <a:gd name="T66" fmla="*/ 66 w 305"/>
              <a:gd name="T67" fmla="*/ 116 h 304"/>
              <a:gd name="T68" fmla="*/ 118 w 305"/>
              <a:gd name="T69" fmla="*/ 65 h 304"/>
              <a:gd name="T70" fmla="*/ 187 w 305"/>
              <a:gd name="T71" fmla="*/ 65 h 304"/>
              <a:gd name="T72" fmla="*/ 239 w 305"/>
              <a:gd name="T73" fmla="*/ 116 h 304"/>
              <a:gd name="T74" fmla="*/ 239 w 305"/>
              <a:gd name="T75" fmla="*/ 186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05" h="304">
                <a:moveTo>
                  <a:pt x="152" y="124"/>
                </a:moveTo>
                <a:cubicBezTo>
                  <a:pt x="137" y="124"/>
                  <a:pt x="125" y="136"/>
                  <a:pt x="125" y="151"/>
                </a:cubicBezTo>
                <a:cubicBezTo>
                  <a:pt x="125" y="166"/>
                  <a:pt x="137" y="178"/>
                  <a:pt x="152" y="178"/>
                </a:cubicBezTo>
                <a:cubicBezTo>
                  <a:pt x="168" y="178"/>
                  <a:pt x="180" y="166"/>
                  <a:pt x="180" y="151"/>
                </a:cubicBezTo>
                <a:cubicBezTo>
                  <a:pt x="180" y="136"/>
                  <a:pt x="168" y="124"/>
                  <a:pt x="152" y="124"/>
                </a:cubicBezTo>
                <a:close/>
                <a:moveTo>
                  <a:pt x="187" y="82"/>
                </a:moveTo>
                <a:cubicBezTo>
                  <a:pt x="118" y="82"/>
                  <a:pt x="118" y="82"/>
                  <a:pt x="118" y="82"/>
                </a:cubicBezTo>
                <a:cubicBezTo>
                  <a:pt x="99" y="82"/>
                  <a:pt x="83" y="97"/>
                  <a:pt x="83" y="116"/>
                </a:cubicBezTo>
                <a:cubicBezTo>
                  <a:pt x="83" y="186"/>
                  <a:pt x="83" y="186"/>
                  <a:pt x="83" y="186"/>
                </a:cubicBezTo>
                <a:cubicBezTo>
                  <a:pt x="83" y="205"/>
                  <a:pt x="99" y="220"/>
                  <a:pt x="118" y="220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206" y="220"/>
                  <a:pt x="222" y="205"/>
                  <a:pt x="222" y="186"/>
                </a:cubicBezTo>
                <a:cubicBezTo>
                  <a:pt x="222" y="116"/>
                  <a:pt x="222" y="116"/>
                  <a:pt x="222" y="116"/>
                </a:cubicBezTo>
                <a:cubicBezTo>
                  <a:pt x="222" y="97"/>
                  <a:pt x="206" y="82"/>
                  <a:pt x="187" y="82"/>
                </a:cubicBezTo>
                <a:close/>
                <a:moveTo>
                  <a:pt x="152" y="196"/>
                </a:moveTo>
                <a:cubicBezTo>
                  <a:pt x="128" y="196"/>
                  <a:pt x="108" y="176"/>
                  <a:pt x="108" y="151"/>
                </a:cubicBezTo>
                <a:cubicBezTo>
                  <a:pt x="108" y="126"/>
                  <a:pt x="128" y="106"/>
                  <a:pt x="152" y="106"/>
                </a:cubicBezTo>
                <a:cubicBezTo>
                  <a:pt x="177" y="106"/>
                  <a:pt x="197" y="126"/>
                  <a:pt x="197" y="151"/>
                </a:cubicBezTo>
                <a:cubicBezTo>
                  <a:pt x="197" y="176"/>
                  <a:pt x="177" y="196"/>
                  <a:pt x="152" y="196"/>
                </a:cubicBezTo>
                <a:close/>
                <a:moveTo>
                  <a:pt x="197" y="117"/>
                </a:moveTo>
                <a:cubicBezTo>
                  <a:pt x="191" y="117"/>
                  <a:pt x="187" y="113"/>
                  <a:pt x="187" y="107"/>
                </a:cubicBezTo>
                <a:cubicBezTo>
                  <a:pt x="187" y="101"/>
                  <a:pt x="191" y="96"/>
                  <a:pt x="197" y="96"/>
                </a:cubicBezTo>
                <a:cubicBezTo>
                  <a:pt x="203" y="96"/>
                  <a:pt x="208" y="101"/>
                  <a:pt x="208" y="107"/>
                </a:cubicBezTo>
                <a:cubicBezTo>
                  <a:pt x="208" y="113"/>
                  <a:pt x="203" y="117"/>
                  <a:pt x="197" y="117"/>
                </a:cubicBezTo>
                <a:close/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239" y="186"/>
                </a:moveTo>
                <a:cubicBezTo>
                  <a:pt x="239" y="214"/>
                  <a:pt x="216" y="237"/>
                  <a:pt x="187" y="237"/>
                </a:cubicBezTo>
                <a:cubicBezTo>
                  <a:pt x="118" y="237"/>
                  <a:pt x="118" y="237"/>
                  <a:pt x="118" y="237"/>
                </a:cubicBezTo>
                <a:cubicBezTo>
                  <a:pt x="89" y="237"/>
                  <a:pt x="66" y="214"/>
                  <a:pt x="66" y="186"/>
                </a:cubicBezTo>
                <a:cubicBezTo>
                  <a:pt x="66" y="116"/>
                  <a:pt x="66" y="116"/>
                  <a:pt x="66" y="116"/>
                </a:cubicBezTo>
                <a:cubicBezTo>
                  <a:pt x="66" y="88"/>
                  <a:pt x="89" y="65"/>
                  <a:pt x="118" y="65"/>
                </a:cubicBezTo>
                <a:cubicBezTo>
                  <a:pt x="187" y="65"/>
                  <a:pt x="187" y="65"/>
                  <a:pt x="187" y="65"/>
                </a:cubicBezTo>
                <a:cubicBezTo>
                  <a:pt x="216" y="65"/>
                  <a:pt x="239" y="88"/>
                  <a:pt x="239" y="116"/>
                </a:cubicBezTo>
                <a:lnTo>
                  <a:pt x="239" y="1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A6922D-4350-75FA-428D-E4DCC97F7130}"/>
              </a:ext>
            </a:extLst>
          </p:cNvPr>
          <p:cNvSpPr txBox="1"/>
          <p:nvPr/>
        </p:nvSpPr>
        <p:spPr>
          <a:xfrm>
            <a:off x="1886138" y="5221260"/>
            <a:ext cx="1950030" cy="4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dirty="0">
                <a:effectLst/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Purposefully designed this meaning</a:t>
            </a:r>
            <a:r>
              <a:rPr lang="en-US" sz="1000" dirty="0">
                <a:effectLst/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 </a:t>
            </a:r>
            <a:r>
              <a:rPr lang="en-GB" sz="1000" dirty="0"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placeholder</a:t>
            </a:r>
            <a:endParaRPr lang="en-US" sz="1000" dirty="0">
              <a:latin typeface="DM Sans" pitchFamily="2" charset="0"/>
              <a:ea typeface="Arimo" panose="020B06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FD5A2-BF1A-5E6C-2969-84DEE8BB3DD3}"/>
              </a:ext>
            </a:extLst>
          </p:cNvPr>
          <p:cNvSpPr/>
          <p:nvPr/>
        </p:nvSpPr>
        <p:spPr>
          <a:xfrm>
            <a:off x="4832357" y="4566421"/>
            <a:ext cx="2488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latin typeface="Poppins Bold" panose="00000800000000000000" pitchFamily="2" charset="0"/>
                <a:ea typeface="Open Sans" panose="020B0606030504020204" pitchFamily="34" charset="0"/>
                <a:cs typeface="Poppins Bold" panose="00000800000000000000" pitchFamily="2" charset="0"/>
              </a:rPr>
              <a:t>Azizul</a:t>
            </a:r>
            <a:r>
              <a:rPr lang="en-GB" dirty="0">
                <a:latin typeface="Poppins Bold" panose="00000800000000000000" pitchFamily="2" charset="0"/>
                <a:ea typeface="Open Sans" panose="020B0606030504020204" pitchFamily="34" charset="0"/>
                <a:cs typeface="Poppins Bold" panose="00000800000000000000" pitchFamily="2" charset="0"/>
              </a:rPr>
              <a:t> Brown</a:t>
            </a:r>
            <a:endParaRPr lang="en-US" dirty="0">
              <a:latin typeface="Poppins Bold" panose="00000800000000000000" pitchFamily="2" charset="0"/>
              <a:ea typeface="Open Sans" panose="020B0606030504020204" pitchFamily="34" charset="0"/>
              <a:cs typeface="Poppins Bold" panose="000008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393C0E-BAAE-DC7A-0ED1-FFCEB59C2F48}"/>
              </a:ext>
            </a:extLst>
          </p:cNvPr>
          <p:cNvSpPr/>
          <p:nvPr/>
        </p:nvSpPr>
        <p:spPr>
          <a:xfrm>
            <a:off x="5046138" y="4872988"/>
            <a:ext cx="2104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latin typeface="Poppins" panose="00000500000000000000" pitchFamily="2" charset="0"/>
                <a:ea typeface="Arimo" panose="020B0604020202020204" pitchFamily="34" charset="0"/>
                <a:cs typeface="Poppins" panose="00000500000000000000" pitchFamily="2" charset="0"/>
              </a:rPr>
              <a:t>Designer</a:t>
            </a:r>
            <a:endParaRPr lang="en-US" sz="1200" dirty="0">
              <a:latin typeface="Poppins" panose="00000500000000000000" pitchFamily="2" charset="0"/>
              <a:ea typeface="Arimo" panose="020B06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C440A225-7AF2-1BF4-9C73-BF73948DA84D}"/>
              </a:ext>
            </a:extLst>
          </p:cNvPr>
          <p:cNvSpPr>
            <a:spLocks noEditPoints="1"/>
          </p:cNvSpPr>
          <p:nvPr/>
        </p:nvSpPr>
        <p:spPr bwMode="auto">
          <a:xfrm>
            <a:off x="5653066" y="5876246"/>
            <a:ext cx="183241" cy="183241"/>
          </a:xfrm>
          <a:custGeom>
            <a:avLst/>
            <a:gdLst>
              <a:gd name="T0" fmla="*/ 152 w 305"/>
              <a:gd name="T1" fmla="*/ 0 h 304"/>
              <a:gd name="T2" fmla="*/ 0 w 305"/>
              <a:gd name="T3" fmla="*/ 152 h 304"/>
              <a:gd name="T4" fmla="*/ 152 w 305"/>
              <a:gd name="T5" fmla="*/ 304 h 304"/>
              <a:gd name="T6" fmla="*/ 305 w 305"/>
              <a:gd name="T7" fmla="*/ 152 h 304"/>
              <a:gd name="T8" fmla="*/ 152 w 305"/>
              <a:gd name="T9" fmla="*/ 0 h 304"/>
              <a:gd name="T10" fmla="*/ 171 w 305"/>
              <a:gd name="T11" fmla="*/ 124 h 304"/>
              <a:gd name="T12" fmla="*/ 201 w 305"/>
              <a:gd name="T13" fmla="*/ 124 h 304"/>
              <a:gd name="T14" fmla="*/ 204 w 305"/>
              <a:gd name="T15" fmla="*/ 125 h 304"/>
              <a:gd name="T16" fmla="*/ 206 w 305"/>
              <a:gd name="T17" fmla="*/ 128 h 304"/>
              <a:gd name="T18" fmla="*/ 206 w 305"/>
              <a:gd name="T19" fmla="*/ 161 h 304"/>
              <a:gd name="T20" fmla="*/ 202 w 305"/>
              <a:gd name="T21" fmla="*/ 165 h 304"/>
              <a:gd name="T22" fmla="*/ 171 w 305"/>
              <a:gd name="T23" fmla="*/ 165 h 304"/>
              <a:gd name="T24" fmla="*/ 171 w 305"/>
              <a:gd name="T25" fmla="*/ 248 h 304"/>
              <a:gd name="T26" fmla="*/ 167 w 305"/>
              <a:gd name="T27" fmla="*/ 252 h 304"/>
              <a:gd name="T28" fmla="*/ 133 w 305"/>
              <a:gd name="T29" fmla="*/ 252 h 304"/>
              <a:gd name="T30" fmla="*/ 129 w 305"/>
              <a:gd name="T31" fmla="*/ 248 h 304"/>
              <a:gd name="T32" fmla="*/ 129 w 305"/>
              <a:gd name="T33" fmla="*/ 165 h 304"/>
              <a:gd name="T34" fmla="*/ 102 w 305"/>
              <a:gd name="T35" fmla="*/ 165 h 304"/>
              <a:gd name="T36" fmla="*/ 98 w 305"/>
              <a:gd name="T37" fmla="*/ 161 h 304"/>
              <a:gd name="T38" fmla="*/ 98 w 305"/>
              <a:gd name="T39" fmla="*/ 128 h 304"/>
              <a:gd name="T40" fmla="*/ 102 w 305"/>
              <a:gd name="T41" fmla="*/ 124 h 304"/>
              <a:gd name="T42" fmla="*/ 129 w 305"/>
              <a:gd name="T43" fmla="*/ 124 h 304"/>
              <a:gd name="T44" fmla="*/ 128 w 305"/>
              <a:gd name="T45" fmla="*/ 101 h 304"/>
              <a:gd name="T46" fmla="*/ 176 w 305"/>
              <a:gd name="T47" fmla="*/ 52 h 304"/>
              <a:gd name="T48" fmla="*/ 203 w 305"/>
              <a:gd name="T49" fmla="*/ 52 h 304"/>
              <a:gd name="T50" fmla="*/ 207 w 305"/>
              <a:gd name="T51" fmla="*/ 56 h 304"/>
              <a:gd name="T52" fmla="*/ 207 w 305"/>
              <a:gd name="T53" fmla="*/ 86 h 304"/>
              <a:gd name="T54" fmla="*/ 203 w 305"/>
              <a:gd name="T55" fmla="*/ 90 h 304"/>
              <a:gd name="T56" fmla="*/ 185 w 305"/>
              <a:gd name="T57" fmla="*/ 90 h 304"/>
              <a:gd name="T58" fmla="*/ 171 w 305"/>
              <a:gd name="T59" fmla="*/ 104 h 304"/>
              <a:gd name="T60" fmla="*/ 171 w 305"/>
              <a:gd name="T61" fmla="*/ 12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5" h="304"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171" y="124"/>
                </a:moveTo>
                <a:cubicBezTo>
                  <a:pt x="201" y="124"/>
                  <a:pt x="201" y="124"/>
                  <a:pt x="201" y="124"/>
                </a:cubicBezTo>
                <a:cubicBezTo>
                  <a:pt x="203" y="124"/>
                  <a:pt x="204" y="124"/>
                  <a:pt x="204" y="125"/>
                </a:cubicBezTo>
                <a:cubicBezTo>
                  <a:pt x="205" y="126"/>
                  <a:pt x="206" y="127"/>
                  <a:pt x="206" y="128"/>
                </a:cubicBezTo>
                <a:cubicBezTo>
                  <a:pt x="206" y="161"/>
                  <a:pt x="206" y="161"/>
                  <a:pt x="206" y="161"/>
                </a:cubicBezTo>
                <a:cubicBezTo>
                  <a:pt x="206" y="163"/>
                  <a:pt x="204" y="165"/>
                  <a:pt x="202" y="165"/>
                </a:cubicBezTo>
                <a:cubicBezTo>
                  <a:pt x="171" y="165"/>
                  <a:pt x="171" y="165"/>
                  <a:pt x="171" y="165"/>
                </a:cubicBezTo>
                <a:cubicBezTo>
                  <a:pt x="171" y="248"/>
                  <a:pt x="171" y="248"/>
                  <a:pt x="171" y="248"/>
                </a:cubicBezTo>
                <a:cubicBezTo>
                  <a:pt x="171" y="250"/>
                  <a:pt x="169" y="252"/>
                  <a:pt x="167" y="252"/>
                </a:cubicBezTo>
                <a:cubicBezTo>
                  <a:pt x="133" y="252"/>
                  <a:pt x="133" y="252"/>
                  <a:pt x="133" y="252"/>
                </a:cubicBezTo>
                <a:cubicBezTo>
                  <a:pt x="131" y="252"/>
                  <a:pt x="129" y="251"/>
                  <a:pt x="129" y="248"/>
                </a:cubicBezTo>
                <a:cubicBezTo>
                  <a:pt x="129" y="165"/>
                  <a:pt x="129" y="165"/>
                  <a:pt x="129" y="165"/>
                </a:cubicBezTo>
                <a:cubicBezTo>
                  <a:pt x="102" y="165"/>
                  <a:pt x="102" y="165"/>
                  <a:pt x="102" y="165"/>
                </a:cubicBezTo>
                <a:cubicBezTo>
                  <a:pt x="100" y="165"/>
                  <a:pt x="98" y="163"/>
                  <a:pt x="98" y="161"/>
                </a:cubicBezTo>
                <a:cubicBezTo>
                  <a:pt x="98" y="128"/>
                  <a:pt x="98" y="128"/>
                  <a:pt x="98" y="128"/>
                </a:cubicBezTo>
                <a:cubicBezTo>
                  <a:pt x="98" y="126"/>
                  <a:pt x="100" y="124"/>
                  <a:pt x="102" y="124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01"/>
                  <a:pt x="128" y="101"/>
                  <a:pt x="128" y="101"/>
                </a:cubicBezTo>
                <a:cubicBezTo>
                  <a:pt x="128" y="71"/>
                  <a:pt x="147" y="52"/>
                  <a:pt x="176" y="52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05" y="52"/>
                  <a:pt x="207" y="53"/>
                  <a:pt x="207" y="56"/>
                </a:cubicBezTo>
                <a:cubicBezTo>
                  <a:pt x="207" y="86"/>
                  <a:pt x="207" y="86"/>
                  <a:pt x="207" y="86"/>
                </a:cubicBezTo>
                <a:cubicBezTo>
                  <a:pt x="207" y="89"/>
                  <a:pt x="205" y="90"/>
                  <a:pt x="203" y="90"/>
                </a:cubicBezTo>
                <a:cubicBezTo>
                  <a:pt x="185" y="90"/>
                  <a:pt x="185" y="90"/>
                  <a:pt x="185" y="90"/>
                </a:cubicBezTo>
                <a:cubicBezTo>
                  <a:pt x="173" y="90"/>
                  <a:pt x="171" y="95"/>
                  <a:pt x="171" y="104"/>
                </a:cubicBezTo>
                <a:lnTo>
                  <a:pt x="171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147E9C1A-3DD1-8C01-8A50-585EAA692427}"/>
              </a:ext>
            </a:extLst>
          </p:cNvPr>
          <p:cNvSpPr>
            <a:spLocks noEditPoints="1"/>
          </p:cNvSpPr>
          <p:nvPr/>
        </p:nvSpPr>
        <p:spPr bwMode="auto">
          <a:xfrm>
            <a:off x="6361399" y="5872305"/>
            <a:ext cx="182255" cy="183241"/>
          </a:xfrm>
          <a:custGeom>
            <a:avLst/>
            <a:gdLst>
              <a:gd name="T0" fmla="*/ 153 w 305"/>
              <a:gd name="T1" fmla="*/ 0 h 304"/>
              <a:gd name="T2" fmla="*/ 0 w 305"/>
              <a:gd name="T3" fmla="*/ 152 h 304"/>
              <a:gd name="T4" fmla="*/ 153 w 305"/>
              <a:gd name="T5" fmla="*/ 304 h 304"/>
              <a:gd name="T6" fmla="*/ 305 w 305"/>
              <a:gd name="T7" fmla="*/ 152 h 304"/>
              <a:gd name="T8" fmla="*/ 153 w 305"/>
              <a:gd name="T9" fmla="*/ 0 h 304"/>
              <a:gd name="T10" fmla="*/ 111 w 305"/>
              <a:gd name="T11" fmla="*/ 231 h 304"/>
              <a:gd name="T12" fmla="*/ 75 w 305"/>
              <a:gd name="T13" fmla="*/ 231 h 304"/>
              <a:gd name="T14" fmla="*/ 75 w 305"/>
              <a:gd name="T15" fmla="*/ 124 h 304"/>
              <a:gd name="T16" fmla="*/ 111 w 305"/>
              <a:gd name="T17" fmla="*/ 124 h 304"/>
              <a:gd name="T18" fmla="*/ 111 w 305"/>
              <a:gd name="T19" fmla="*/ 231 h 304"/>
              <a:gd name="T20" fmla="*/ 93 w 305"/>
              <a:gd name="T21" fmla="*/ 110 h 304"/>
              <a:gd name="T22" fmla="*/ 93 w 305"/>
              <a:gd name="T23" fmla="*/ 110 h 304"/>
              <a:gd name="T24" fmla="*/ 73 w 305"/>
              <a:gd name="T25" fmla="*/ 91 h 304"/>
              <a:gd name="T26" fmla="*/ 93 w 305"/>
              <a:gd name="T27" fmla="*/ 73 h 304"/>
              <a:gd name="T28" fmla="*/ 113 w 305"/>
              <a:gd name="T29" fmla="*/ 91 h 304"/>
              <a:gd name="T30" fmla="*/ 93 w 305"/>
              <a:gd name="T31" fmla="*/ 110 h 304"/>
              <a:gd name="T32" fmla="*/ 239 w 305"/>
              <a:gd name="T33" fmla="*/ 231 h 304"/>
              <a:gd name="T34" fmla="*/ 203 w 305"/>
              <a:gd name="T35" fmla="*/ 231 h 304"/>
              <a:gd name="T36" fmla="*/ 203 w 305"/>
              <a:gd name="T37" fmla="*/ 174 h 304"/>
              <a:gd name="T38" fmla="*/ 185 w 305"/>
              <a:gd name="T39" fmla="*/ 150 h 304"/>
              <a:gd name="T40" fmla="*/ 167 w 305"/>
              <a:gd name="T41" fmla="*/ 163 h 304"/>
              <a:gd name="T42" fmla="*/ 166 w 305"/>
              <a:gd name="T43" fmla="*/ 172 h 304"/>
              <a:gd name="T44" fmla="*/ 166 w 305"/>
              <a:gd name="T45" fmla="*/ 231 h 304"/>
              <a:gd name="T46" fmla="*/ 130 w 305"/>
              <a:gd name="T47" fmla="*/ 231 h 304"/>
              <a:gd name="T48" fmla="*/ 130 w 305"/>
              <a:gd name="T49" fmla="*/ 124 h 304"/>
              <a:gd name="T50" fmla="*/ 166 w 305"/>
              <a:gd name="T51" fmla="*/ 124 h 304"/>
              <a:gd name="T52" fmla="*/ 166 w 305"/>
              <a:gd name="T53" fmla="*/ 140 h 304"/>
              <a:gd name="T54" fmla="*/ 198 w 305"/>
              <a:gd name="T55" fmla="*/ 122 h 304"/>
              <a:gd name="T56" fmla="*/ 239 w 305"/>
              <a:gd name="T57" fmla="*/ 170 h 304"/>
              <a:gd name="T58" fmla="*/ 239 w 305"/>
              <a:gd name="T59" fmla="*/ 231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05" h="304">
                <a:moveTo>
                  <a:pt x="153" y="0"/>
                </a:moveTo>
                <a:cubicBezTo>
                  <a:pt x="69" y="0"/>
                  <a:pt x="0" y="68"/>
                  <a:pt x="0" y="152"/>
                </a:cubicBezTo>
                <a:cubicBezTo>
                  <a:pt x="0" y="236"/>
                  <a:pt x="69" y="304"/>
                  <a:pt x="153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3" y="0"/>
                </a:cubicBezTo>
                <a:close/>
                <a:moveTo>
                  <a:pt x="111" y="231"/>
                </a:moveTo>
                <a:cubicBezTo>
                  <a:pt x="75" y="231"/>
                  <a:pt x="75" y="231"/>
                  <a:pt x="75" y="231"/>
                </a:cubicBezTo>
                <a:cubicBezTo>
                  <a:pt x="75" y="124"/>
                  <a:pt x="75" y="124"/>
                  <a:pt x="75" y="124"/>
                </a:cubicBezTo>
                <a:cubicBezTo>
                  <a:pt x="111" y="124"/>
                  <a:pt x="111" y="124"/>
                  <a:pt x="111" y="124"/>
                </a:cubicBezTo>
                <a:lnTo>
                  <a:pt x="111" y="231"/>
                </a:lnTo>
                <a:close/>
                <a:moveTo>
                  <a:pt x="93" y="110"/>
                </a:moveTo>
                <a:cubicBezTo>
                  <a:pt x="93" y="110"/>
                  <a:pt x="93" y="110"/>
                  <a:pt x="93" y="110"/>
                </a:cubicBezTo>
                <a:cubicBezTo>
                  <a:pt x="81" y="110"/>
                  <a:pt x="73" y="101"/>
                  <a:pt x="73" y="91"/>
                </a:cubicBezTo>
                <a:cubicBezTo>
                  <a:pt x="73" y="81"/>
                  <a:pt x="81" y="73"/>
                  <a:pt x="93" y="73"/>
                </a:cubicBezTo>
                <a:cubicBezTo>
                  <a:pt x="105" y="73"/>
                  <a:pt x="113" y="81"/>
                  <a:pt x="113" y="91"/>
                </a:cubicBezTo>
                <a:cubicBezTo>
                  <a:pt x="113" y="101"/>
                  <a:pt x="105" y="110"/>
                  <a:pt x="93" y="110"/>
                </a:cubicBezTo>
                <a:close/>
                <a:moveTo>
                  <a:pt x="239" y="231"/>
                </a:moveTo>
                <a:cubicBezTo>
                  <a:pt x="203" y="231"/>
                  <a:pt x="203" y="231"/>
                  <a:pt x="203" y="231"/>
                </a:cubicBezTo>
                <a:cubicBezTo>
                  <a:pt x="203" y="174"/>
                  <a:pt x="203" y="174"/>
                  <a:pt x="203" y="174"/>
                </a:cubicBezTo>
                <a:cubicBezTo>
                  <a:pt x="203" y="160"/>
                  <a:pt x="198" y="150"/>
                  <a:pt x="185" y="150"/>
                </a:cubicBezTo>
                <a:cubicBezTo>
                  <a:pt x="176" y="150"/>
                  <a:pt x="170" y="157"/>
                  <a:pt x="167" y="163"/>
                </a:cubicBezTo>
                <a:cubicBezTo>
                  <a:pt x="166" y="165"/>
                  <a:pt x="166" y="168"/>
                  <a:pt x="166" y="172"/>
                </a:cubicBezTo>
                <a:cubicBezTo>
                  <a:pt x="166" y="231"/>
                  <a:pt x="166" y="231"/>
                  <a:pt x="166" y="231"/>
                </a:cubicBezTo>
                <a:cubicBezTo>
                  <a:pt x="130" y="231"/>
                  <a:pt x="130" y="231"/>
                  <a:pt x="130" y="231"/>
                </a:cubicBezTo>
                <a:cubicBezTo>
                  <a:pt x="130" y="231"/>
                  <a:pt x="131" y="134"/>
                  <a:pt x="130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6" y="140"/>
                  <a:pt x="166" y="140"/>
                  <a:pt x="166" y="140"/>
                </a:cubicBezTo>
                <a:cubicBezTo>
                  <a:pt x="171" y="132"/>
                  <a:pt x="179" y="122"/>
                  <a:pt x="198" y="122"/>
                </a:cubicBezTo>
                <a:cubicBezTo>
                  <a:pt x="222" y="122"/>
                  <a:pt x="239" y="137"/>
                  <a:pt x="239" y="170"/>
                </a:cubicBezTo>
                <a:lnTo>
                  <a:pt x="239" y="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8B40E5BE-C17D-0362-F6A5-AA6EF0475497}"/>
              </a:ext>
            </a:extLst>
          </p:cNvPr>
          <p:cNvSpPr>
            <a:spLocks noEditPoints="1"/>
          </p:cNvSpPr>
          <p:nvPr/>
        </p:nvSpPr>
        <p:spPr bwMode="auto">
          <a:xfrm>
            <a:off x="5889834" y="5876246"/>
            <a:ext cx="182255" cy="183241"/>
          </a:xfrm>
          <a:custGeom>
            <a:avLst/>
            <a:gdLst>
              <a:gd name="T0" fmla="*/ 152 w 305"/>
              <a:gd name="T1" fmla="*/ 0 h 304"/>
              <a:gd name="T2" fmla="*/ 0 w 305"/>
              <a:gd name="T3" fmla="*/ 152 h 304"/>
              <a:gd name="T4" fmla="*/ 152 w 305"/>
              <a:gd name="T5" fmla="*/ 304 h 304"/>
              <a:gd name="T6" fmla="*/ 305 w 305"/>
              <a:gd name="T7" fmla="*/ 152 h 304"/>
              <a:gd name="T8" fmla="*/ 152 w 305"/>
              <a:gd name="T9" fmla="*/ 0 h 304"/>
              <a:gd name="T10" fmla="*/ 221 w 305"/>
              <a:gd name="T11" fmla="*/ 117 h 304"/>
              <a:gd name="T12" fmla="*/ 221 w 305"/>
              <a:gd name="T13" fmla="*/ 122 h 304"/>
              <a:gd name="T14" fmla="*/ 120 w 305"/>
              <a:gd name="T15" fmla="*/ 221 h 304"/>
              <a:gd name="T16" fmla="*/ 66 w 305"/>
              <a:gd name="T17" fmla="*/ 206 h 304"/>
              <a:gd name="T18" fmla="*/ 75 w 305"/>
              <a:gd name="T19" fmla="*/ 206 h 304"/>
              <a:gd name="T20" fmla="*/ 119 w 305"/>
              <a:gd name="T21" fmla="*/ 191 h 304"/>
              <a:gd name="T22" fmla="*/ 85 w 305"/>
              <a:gd name="T23" fmla="*/ 167 h 304"/>
              <a:gd name="T24" fmla="*/ 92 w 305"/>
              <a:gd name="T25" fmla="*/ 167 h 304"/>
              <a:gd name="T26" fmla="*/ 101 w 305"/>
              <a:gd name="T27" fmla="*/ 166 h 304"/>
              <a:gd name="T28" fmla="*/ 73 w 305"/>
              <a:gd name="T29" fmla="*/ 132 h 304"/>
              <a:gd name="T30" fmla="*/ 73 w 305"/>
              <a:gd name="T31" fmla="*/ 131 h 304"/>
              <a:gd name="T32" fmla="*/ 89 w 305"/>
              <a:gd name="T33" fmla="*/ 136 h 304"/>
              <a:gd name="T34" fmla="*/ 73 w 305"/>
              <a:gd name="T35" fmla="*/ 107 h 304"/>
              <a:gd name="T36" fmla="*/ 78 w 305"/>
              <a:gd name="T37" fmla="*/ 89 h 304"/>
              <a:gd name="T38" fmla="*/ 151 w 305"/>
              <a:gd name="T39" fmla="*/ 126 h 304"/>
              <a:gd name="T40" fmla="*/ 150 w 305"/>
              <a:gd name="T41" fmla="*/ 118 h 304"/>
              <a:gd name="T42" fmla="*/ 186 w 305"/>
              <a:gd name="T43" fmla="*/ 83 h 304"/>
              <a:gd name="T44" fmla="*/ 212 w 305"/>
              <a:gd name="T45" fmla="*/ 94 h 304"/>
              <a:gd name="T46" fmla="*/ 234 w 305"/>
              <a:gd name="T47" fmla="*/ 85 h 304"/>
              <a:gd name="T48" fmla="*/ 219 w 305"/>
              <a:gd name="T49" fmla="*/ 105 h 304"/>
              <a:gd name="T50" fmla="*/ 239 w 305"/>
              <a:gd name="T51" fmla="*/ 99 h 304"/>
              <a:gd name="T52" fmla="*/ 221 w 305"/>
              <a:gd name="T53" fmla="*/ 117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05" h="304"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221" y="117"/>
                </a:moveTo>
                <a:cubicBezTo>
                  <a:pt x="221" y="122"/>
                  <a:pt x="221" y="122"/>
                  <a:pt x="221" y="122"/>
                </a:cubicBezTo>
                <a:cubicBezTo>
                  <a:pt x="221" y="168"/>
                  <a:pt x="186" y="221"/>
                  <a:pt x="120" y="221"/>
                </a:cubicBezTo>
                <a:cubicBezTo>
                  <a:pt x="100" y="221"/>
                  <a:pt x="82" y="216"/>
                  <a:pt x="66" y="206"/>
                </a:cubicBezTo>
                <a:cubicBezTo>
                  <a:pt x="69" y="206"/>
                  <a:pt x="72" y="206"/>
                  <a:pt x="75" y="206"/>
                </a:cubicBezTo>
                <a:cubicBezTo>
                  <a:pt x="91" y="206"/>
                  <a:pt x="106" y="200"/>
                  <a:pt x="119" y="191"/>
                </a:cubicBezTo>
                <a:cubicBezTo>
                  <a:pt x="103" y="191"/>
                  <a:pt x="90" y="181"/>
                  <a:pt x="85" y="167"/>
                </a:cubicBezTo>
                <a:cubicBezTo>
                  <a:pt x="88" y="167"/>
                  <a:pt x="90" y="167"/>
                  <a:pt x="92" y="167"/>
                </a:cubicBezTo>
                <a:cubicBezTo>
                  <a:pt x="95" y="167"/>
                  <a:pt x="99" y="167"/>
                  <a:pt x="101" y="166"/>
                </a:cubicBezTo>
                <a:cubicBezTo>
                  <a:pt x="85" y="163"/>
                  <a:pt x="73" y="149"/>
                  <a:pt x="73" y="132"/>
                </a:cubicBezTo>
                <a:cubicBezTo>
                  <a:pt x="73" y="131"/>
                  <a:pt x="73" y="131"/>
                  <a:pt x="73" y="131"/>
                </a:cubicBezTo>
                <a:cubicBezTo>
                  <a:pt x="78" y="134"/>
                  <a:pt x="83" y="136"/>
                  <a:pt x="89" y="136"/>
                </a:cubicBezTo>
                <a:cubicBezTo>
                  <a:pt x="80" y="130"/>
                  <a:pt x="73" y="119"/>
                  <a:pt x="73" y="107"/>
                </a:cubicBezTo>
                <a:cubicBezTo>
                  <a:pt x="73" y="100"/>
                  <a:pt x="75" y="94"/>
                  <a:pt x="78" y="89"/>
                </a:cubicBezTo>
                <a:cubicBezTo>
                  <a:pt x="96" y="110"/>
                  <a:pt x="122" y="124"/>
                  <a:pt x="151" y="126"/>
                </a:cubicBezTo>
                <a:cubicBezTo>
                  <a:pt x="151" y="123"/>
                  <a:pt x="150" y="120"/>
                  <a:pt x="150" y="118"/>
                </a:cubicBezTo>
                <a:cubicBezTo>
                  <a:pt x="150" y="98"/>
                  <a:pt x="166" y="83"/>
                  <a:pt x="186" y="83"/>
                </a:cubicBezTo>
                <a:cubicBezTo>
                  <a:pt x="196" y="83"/>
                  <a:pt x="205" y="87"/>
                  <a:pt x="212" y="94"/>
                </a:cubicBezTo>
                <a:cubicBezTo>
                  <a:pt x="220" y="92"/>
                  <a:pt x="227" y="89"/>
                  <a:pt x="234" y="85"/>
                </a:cubicBezTo>
                <a:cubicBezTo>
                  <a:pt x="231" y="93"/>
                  <a:pt x="226" y="100"/>
                  <a:pt x="219" y="105"/>
                </a:cubicBezTo>
                <a:cubicBezTo>
                  <a:pt x="226" y="104"/>
                  <a:pt x="233" y="102"/>
                  <a:pt x="239" y="99"/>
                </a:cubicBezTo>
                <a:cubicBezTo>
                  <a:pt x="234" y="106"/>
                  <a:pt x="228" y="112"/>
                  <a:pt x="221" y="1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1979E7CC-4FF0-E6A2-9189-B3A4BA6228BB}"/>
              </a:ext>
            </a:extLst>
          </p:cNvPr>
          <p:cNvSpPr>
            <a:spLocks noEditPoints="1"/>
          </p:cNvSpPr>
          <p:nvPr/>
        </p:nvSpPr>
        <p:spPr bwMode="auto">
          <a:xfrm>
            <a:off x="6125617" y="5876246"/>
            <a:ext cx="182255" cy="183241"/>
          </a:xfrm>
          <a:custGeom>
            <a:avLst/>
            <a:gdLst>
              <a:gd name="T0" fmla="*/ 152 w 305"/>
              <a:gd name="T1" fmla="*/ 124 h 304"/>
              <a:gd name="T2" fmla="*/ 125 w 305"/>
              <a:gd name="T3" fmla="*/ 151 h 304"/>
              <a:gd name="T4" fmla="*/ 152 w 305"/>
              <a:gd name="T5" fmla="*/ 178 h 304"/>
              <a:gd name="T6" fmla="*/ 180 w 305"/>
              <a:gd name="T7" fmla="*/ 151 h 304"/>
              <a:gd name="T8" fmla="*/ 152 w 305"/>
              <a:gd name="T9" fmla="*/ 124 h 304"/>
              <a:gd name="T10" fmla="*/ 187 w 305"/>
              <a:gd name="T11" fmla="*/ 82 h 304"/>
              <a:gd name="T12" fmla="*/ 118 w 305"/>
              <a:gd name="T13" fmla="*/ 82 h 304"/>
              <a:gd name="T14" fmla="*/ 83 w 305"/>
              <a:gd name="T15" fmla="*/ 116 h 304"/>
              <a:gd name="T16" fmla="*/ 83 w 305"/>
              <a:gd name="T17" fmla="*/ 186 h 304"/>
              <a:gd name="T18" fmla="*/ 118 w 305"/>
              <a:gd name="T19" fmla="*/ 220 h 304"/>
              <a:gd name="T20" fmla="*/ 187 w 305"/>
              <a:gd name="T21" fmla="*/ 220 h 304"/>
              <a:gd name="T22" fmla="*/ 222 w 305"/>
              <a:gd name="T23" fmla="*/ 186 h 304"/>
              <a:gd name="T24" fmla="*/ 222 w 305"/>
              <a:gd name="T25" fmla="*/ 116 h 304"/>
              <a:gd name="T26" fmla="*/ 187 w 305"/>
              <a:gd name="T27" fmla="*/ 82 h 304"/>
              <a:gd name="T28" fmla="*/ 152 w 305"/>
              <a:gd name="T29" fmla="*/ 196 h 304"/>
              <a:gd name="T30" fmla="*/ 108 w 305"/>
              <a:gd name="T31" fmla="*/ 151 h 304"/>
              <a:gd name="T32" fmla="*/ 152 w 305"/>
              <a:gd name="T33" fmla="*/ 106 h 304"/>
              <a:gd name="T34" fmla="*/ 197 w 305"/>
              <a:gd name="T35" fmla="*/ 151 h 304"/>
              <a:gd name="T36" fmla="*/ 152 w 305"/>
              <a:gd name="T37" fmla="*/ 196 h 304"/>
              <a:gd name="T38" fmla="*/ 197 w 305"/>
              <a:gd name="T39" fmla="*/ 117 h 304"/>
              <a:gd name="T40" fmla="*/ 187 w 305"/>
              <a:gd name="T41" fmla="*/ 107 h 304"/>
              <a:gd name="T42" fmla="*/ 197 w 305"/>
              <a:gd name="T43" fmla="*/ 96 h 304"/>
              <a:gd name="T44" fmla="*/ 208 w 305"/>
              <a:gd name="T45" fmla="*/ 107 h 304"/>
              <a:gd name="T46" fmla="*/ 197 w 305"/>
              <a:gd name="T47" fmla="*/ 117 h 304"/>
              <a:gd name="T48" fmla="*/ 152 w 305"/>
              <a:gd name="T49" fmla="*/ 0 h 304"/>
              <a:gd name="T50" fmla="*/ 0 w 305"/>
              <a:gd name="T51" fmla="*/ 152 h 304"/>
              <a:gd name="T52" fmla="*/ 152 w 305"/>
              <a:gd name="T53" fmla="*/ 304 h 304"/>
              <a:gd name="T54" fmla="*/ 305 w 305"/>
              <a:gd name="T55" fmla="*/ 152 h 304"/>
              <a:gd name="T56" fmla="*/ 152 w 305"/>
              <a:gd name="T57" fmla="*/ 0 h 304"/>
              <a:gd name="T58" fmla="*/ 239 w 305"/>
              <a:gd name="T59" fmla="*/ 186 h 304"/>
              <a:gd name="T60" fmla="*/ 187 w 305"/>
              <a:gd name="T61" fmla="*/ 237 h 304"/>
              <a:gd name="T62" fmla="*/ 118 w 305"/>
              <a:gd name="T63" fmla="*/ 237 h 304"/>
              <a:gd name="T64" fmla="*/ 66 w 305"/>
              <a:gd name="T65" fmla="*/ 186 h 304"/>
              <a:gd name="T66" fmla="*/ 66 w 305"/>
              <a:gd name="T67" fmla="*/ 116 h 304"/>
              <a:gd name="T68" fmla="*/ 118 w 305"/>
              <a:gd name="T69" fmla="*/ 65 h 304"/>
              <a:gd name="T70" fmla="*/ 187 w 305"/>
              <a:gd name="T71" fmla="*/ 65 h 304"/>
              <a:gd name="T72" fmla="*/ 239 w 305"/>
              <a:gd name="T73" fmla="*/ 116 h 304"/>
              <a:gd name="T74" fmla="*/ 239 w 305"/>
              <a:gd name="T75" fmla="*/ 186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05" h="304">
                <a:moveTo>
                  <a:pt x="152" y="124"/>
                </a:moveTo>
                <a:cubicBezTo>
                  <a:pt x="137" y="124"/>
                  <a:pt x="125" y="136"/>
                  <a:pt x="125" y="151"/>
                </a:cubicBezTo>
                <a:cubicBezTo>
                  <a:pt x="125" y="166"/>
                  <a:pt x="137" y="178"/>
                  <a:pt x="152" y="178"/>
                </a:cubicBezTo>
                <a:cubicBezTo>
                  <a:pt x="168" y="178"/>
                  <a:pt x="180" y="166"/>
                  <a:pt x="180" y="151"/>
                </a:cubicBezTo>
                <a:cubicBezTo>
                  <a:pt x="180" y="136"/>
                  <a:pt x="168" y="124"/>
                  <a:pt x="152" y="124"/>
                </a:cubicBezTo>
                <a:close/>
                <a:moveTo>
                  <a:pt x="187" y="82"/>
                </a:moveTo>
                <a:cubicBezTo>
                  <a:pt x="118" y="82"/>
                  <a:pt x="118" y="82"/>
                  <a:pt x="118" y="82"/>
                </a:cubicBezTo>
                <a:cubicBezTo>
                  <a:pt x="99" y="82"/>
                  <a:pt x="83" y="97"/>
                  <a:pt x="83" y="116"/>
                </a:cubicBezTo>
                <a:cubicBezTo>
                  <a:pt x="83" y="186"/>
                  <a:pt x="83" y="186"/>
                  <a:pt x="83" y="186"/>
                </a:cubicBezTo>
                <a:cubicBezTo>
                  <a:pt x="83" y="205"/>
                  <a:pt x="99" y="220"/>
                  <a:pt x="118" y="220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206" y="220"/>
                  <a:pt x="222" y="205"/>
                  <a:pt x="222" y="186"/>
                </a:cubicBezTo>
                <a:cubicBezTo>
                  <a:pt x="222" y="116"/>
                  <a:pt x="222" y="116"/>
                  <a:pt x="222" y="116"/>
                </a:cubicBezTo>
                <a:cubicBezTo>
                  <a:pt x="222" y="97"/>
                  <a:pt x="206" y="82"/>
                  <a:pt x="187" y="82"/>
                </a:cubicBezTo>
                <a:close/>
                <a:moveTo>
                  <a:pt x="152" y="196"/>
                </a:moveTo>
                <a:cubicBezTo>
                  <a:pt x="128" y="196"/>
                  <a:pt x="108" y="176"/>
                  <a:pt x="108" y="151"/>
                </a:cubicBezTo>
                <a:cubicBezTo>
                  <a:pt x="108" y="126"/>
                  <a:pt x="128" y="106"/>
                  <a:pt x="152" y="106"/>
                </a:cubicBezTo>
                <a:cubicBezTo>
                  <a:pt x="177" y="106"/>
                  <a:pt x="197" y="126"/>
                  <a:pt x="197" y="151"/>
                </a:cubicBezTo>
                <a:cubicBezTo>
                  <a:pt x="197" y="176"/>
                  <a:pt x="177" y="196"/>
                  <a:pt x="152" y="196"/>
                </a:cubicBezTo>
                <a:close/>
                <a:moveTo>
                  <a:pt x="197" y="117"/>
                </a:moveTo>
                <a:cubicBezTo>
                  <a:pt x="191" y="117"/>
                  <a:pt x="187" y="113"/>
                  <a:pt x="187" y="107"/>
                </a:cubicBezTo>
                <a:cubicBezTo>
                  <a:pt x="187" y="101"/>
                  <a:pt x="191" y="96"/>
                  <a:pt x="197" y="96"/>
                </a:cubicBezTo>
                <a:cubicBezTo>
                  <a:pt x="203" y="96"/>
                  <a:pt x="208" y="101"/>
                  <a:pt x="208" y="107"/>
                </a:cubicBezTo>
                <a:cubicBezTo>
                  <a:pt x="208" y="113"/>
                  <a:pt x="203" y="117"/>
                  <a:pt x="197" y="117"/>
                </a:cubicBezTo>
                <a:close/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239" y="186"/>
                </a:moveTo>
                <a:cubicBezTo>
                  <a:pt x="239" y="214"/>
                  <a:pt x="216" y="237"/>
                  <a:pt x="187" y="237"/>
                </a:cubicBezTo>
                <a:cubicBezTo>
                  <a:pt x="118" y="237"/>
                  <a:pt x="118" y="237"/>
                  <a:pt x="118" y="237"/>
                </a:cubicBezTo>
                <a:cubicBezTo>
                  <a:pt x="89" y="237"/>
                  <a:pt x="66" y="214"/>
                  <a:pt x="66" y="186"/>
                </a:cubicBezTo>
                <a:cubicBezTo>
                  <a:pt x="66" y="116"/>
                  <a:pt x="66" y="116"/>
                  <a:pt x="66" y="116"/>
                </a:cubicBezTo>
                <a:cubicBezTo>
                  <a:pt x="66" y="88"/>
                  <a:pt x="89" y="65"/>
                  <a:pt x="118" y="65"/>
                </a:cubicBezTo>
                <a:cubicBezTo>
                  <a:pt x="187" y="65"/>
                  <a:pt x="187" y="65"/>
                  <a:pt x="187" y="65"/>
                </a:cubicBezTo>
                <a:cubicBezTo>
                  <a:pt x="216" y="65"/>
                  <a:pt x="239" y="88"/>
                  <a:pt x="239" y="116"/>
                </a:cubicBezTo>
                <a:lnTo>
                  <a:pt x="239" y="1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909CFD-D95F-FC11-2D5E-C94CA2B9578D}"/>
              </a:ext>
            </a:extLst>
          </p:cNvPr>
          <p:cNvSpPr txBox="1"/>
          <p:nvPr/>
        </p:nvSpPr>
        <p:spPr>
          <a:xfrm>
            <a:off x="5123345" y="5221260"/>
            <a:ext cx="1950030" cy="4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dirty="0">
                <a:effectLst/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Purposefully designed this meaning</a:t>
            </a:r>
            <a:r>
              <a:rPr lang="en-US" sz="1000" dirty="0">
                <a:effectLst/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 </a:t>
            </a:r>
            <a:r>
              <a:rPr lang="en-GB" sz="1000" dirty="0"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placeholder</a:t>
            </a:r>
            <a:endParaRPr lang="en-US" sz="1000" dirty="0">
              <a:latin typeface="DM Sans" pitchFamily="2" charset="0"/>
              <a:ea typeface="Arimo" panose="020B06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0363AB-BD26-2B7C-F301-C20EA315AC64}"/>
              </a:ext>
            </a:extLst>
          </p:cNvPr>
          <p:cNvSpPr/>
          <p:nvPr/>
        </p:nvSpPr>
        <p:spPr>
          <a:xfrm>
            <a:off x="8047853" y="4566421"/>
            <a:ext cx="2488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Poppins Bold" panose="00000800000000000000" pitchFamily="2" charset="0"/>
                <a:ea typeface="Open Sans" panose="020B0606030504020204" pitchFamily="34" charset="0"/>
                <a:cs typeface="Poppins Bold" panose="00000800000000000000" pitchFamily="2" charset="0"/>
              </a:rPr>
              <a:t>Nell Doe</a:t>
            </a:r>
            <a:endParaRPr lang="en-US" dirty="0">
              <a:latin typeface="Poppins Bold" panose="00000800000000000000" pitchFamily="2" charset="0"/>
              <a:ea typeface="Open Sans" panose="020B0606030504020204" pitchFamily="34" charset="0"/>
              <a:cs typeface="Poppins Bold" panose="000008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CF726B-69FE-3EA4-B6BF-9C7BA28B8859}"/>
              </a:ext>
            </a:extLst>
          </p:cNvPr>
          <p:cNvSpPr/>
          <p:nvPr/>
        </p:nvSpPr>
        <p:spPr>
          <a:xfrm>
            <a:off x="8261634" y="4872988"/>
            <a:ext cx="2104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latin typeface="Poppins" panose="00000500000000000000" pitchFamily="2" charset="0"/>
                <a:ea typeface="Arimo" panose="020B0604020202020204" pitchFamily="34" charset="0"/>
                <a:cs typeface="Poppins" panose="00000500000000000000" pitchFamily="2" charset="0"/>
              </a:rPr>
              <a:t>Graphic Designer</a:t>
            </a:r>
            <a:endParaRPr lang="en-US" sz="1200" dirty="0">
              <a:latin typeface="Poppins" panose="00000500000000000000" pitchFamily="2" charset="0"/>
              <a:ea typeface="Arimo" panose="020B06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B6F17450-4CDB-0062-7283-3CA017E549CA}"/>
              </a:ext>
            </a:extLst>
          </p:cNvPr>
          <p:cNvSpPr>
            <a:spLocks noEditPoints="1"/>
          </p:cNvSpPr>
          <p:nvPr/>
        </p:nvSpPr>
        <p:spPr bwMode="auto">
          <a:xfrm>
            <a:off x="8868562" y="5876246"/>
            <a:ext cx="183241" cy="183241"/>
          </a:xfrm>
          <a:custGeom>
            <a:avLst/>
            <a:gdLst>
              <a:gd name="T0" fmla="*/ 152 w 305"/>
              <a:gd name="T1" fmla="*/ 0 h 304"/>
              <a:gd name="T2" fmla="*/ 0 w 305"/>
              <a:gd name="T3" fmla="*/ 152 h 304"/>
              <a:gd name="T4" fmla="*/ 152 w 305"/>
              <a:gd name="T5" fmla="*/ 304 h 304"/>
              <a:gd name="T6" fmla="*/ 305 w 305"/>
              <a:gd name="T7" fmla="*/ 152 h 304"/>
              <a:gd name="T8" fmla="*/ 152 w 305"/>
              <a:gd name="T9" fmla="*/ 0 h 304"/>
              <a:gd name="T10" fmla="*/ 171 w 305"/>
              <a:gd name="T11" fmla="*/ 124 h 304"/>
              <a:gd name="T12" fmla="*/ 201 w 305"/>
              <a:gd name="T13" fmla="*/ 124 h 304"/>
              <a:gd name="T14" fmla="*/ 204 w 305"/>
              <a:gd name="T15" fmla="*/ 125 h 304"/>
              <a:gd name="T16" fmla="*/ 206 w 305"/>
              <a:gd name="T17" fmla="*/ 128 h 304"/>
              <a:gd name="T18" fmla="*/ 206 w 305"/>
              <a:gd name="T19" fmla="*/ 161 h 304"/>
              <a:gd name="T20" fmla="*/ 202 w 305"/>
              <a:gd name="T21" fmla="*/ 165 h 304"/>
              <a:gd name="T22" fmla="*/ 171 w 305"/>
              <a:gd name="T23" fmla="*/ 165 h 304"/>
              <a:gd name="T24" fmla="*/ 171 w 305"/>
              <a:gd name="T25" fmla="*/ 248 h 304"/>
              <a:gd name="T26" fmla="*/ 167 w 305"/>
              <a:gd name="T27" fmla="*/ 252 h 304"/>
              <a:gd name="T28" fmla="*/ 133 w 305"/>
              <a:gd name="T29" fmla="*/ 252 h 304"/>
              <a:gd name="T30" fmla="*/ 129 w 305"/>
              <a:gd name="T31" fmla="*/ 248 h 304"/>
              <a:gd name="T32" fmla="*/ 129 w 305"/>
              <a:gd name="T33" fmla="*/ 165 h 304"/>
              <a:gd name="T34" fmla="*/ 102 w 305"/>
              <a:gd name="T35" fmla="*/ 165 h 304"/>
              <a:gd name="T36" fmla="*/ 98 w 305"/>
              <a:gd name="T37" fmla="*/ 161 h 304"/>
              <a:gd name="T38" fmla="*/ 98 w 305"/>
              <a:gd name="T39" fmla="*/ 128 h 304"/>
              <a:gd name="T40" fmla="*/ 102 w 305"/>
              <a:gd name="T41" fmla="*/ 124 h 304"/>
              <a:gd name="T42" fmla="*/ 129 w 305"/>
              <a:gd name="T43" fmla="*/ 124 h 304"/>
              <a:gd name="T44" fmla="*/ 128 w 305"/>
              <a:gd name="T45" fmla="*/ 101 h 304"/>
              <a:gd name="T46" fmla="*/ 176 w 305"/>
              <a:gd name="T47" fmla="*/ 52 h 304"/>
              <a:gd name="T48" fmla="*/ 203 w 305"/>
              <a:gd name="T49" fmla="*/ 52 h 304"/>
              <a:gd name="T50" fmla="*/ 207 w 305"/>
              <a:gd name="T51" fmla="*/ 56 h 304"/>
              <a:gd name="T52" fmla="*/ 207 w 305"/>
              <a:gd name="T53" fmla="*/ 86 h 304"/>
              <a:gd name="T54" fmla="*/ 203 w 305"/>
              <a:gd name="T55" fmla="*/ 90 h 304"/>
              <a:gd name="T56" fmla="*/ 185 w 305"/>
              <a:gd name="T57" fmla="*/ 90 h 304"/>
              <a:gd name="T58" fmla="*/ 171 w 305"/>
              <a:gd name="T59" fmla="*/ 104 h 304"/>
              <a:gd name="T60" fmla="*/ 171 w 305"/>
              <a:gd name="T61" fmla="*/ 12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5" h="304"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171" y="124"/>
                </a:moveTo>
                <a:cubicBezTo>
                  <a:pt x="201" y="124"/>
                  <a:pt x="201" y="124"/>
                  <a:pt x="201" y="124"/>
                </a:cubicBezTo>
                <a:cubicBezTo>
                  <a:pt x="203" y="124"/>
                  <a:pt x="204" y="124"/>
                  <a:pt x="204" y="125"/>
                </a:cubicBezTo>
                <a:cubicBezTo>
                  <a:pt x="205" y="126"/>
                  <a:pt x="206" y="127"/>
                  <a:pt x="206" y="128"/>
                </a:cubicBezTo>
                <a:cubicBezTo>
                  <a:pt x="206" y="161"/>
                  <a:pt x="206" y="161"/>
                  <a:pt x="206" y="161"/>
                </a:cubicBezTo>
                <a:cubicBezTo>
                  <a:pt x="206" y="163"/>
                  <a:pt x="204" y="165"/>
                  <a:pt x="202" y="165"/>
                </a:cubicBezTo>
                <a:cubicBezTo>
                  <a:pt x="171" y="165"/>
                  <a:pt x="171" y="165"/>
                  <a:pt x="171" y="165"/>
                </a:cubicBezTo>
                <a:cubicBezTo>
                  <a:pt x="171" y="248"/>
                  <a:pt x="171" y="248"/>
                  <a:pt x="171" y="248"/>
                </a:cubicBezTo>
                <a:cubicBezTo>
                  <a:pt x="171" y="250"/>
                  <a:pt x="169" y="252"/>
                  <a:pt x="167" y="252"/>
                </a:cubicBezTo>
                <a:cubicBezTo>
                  <a:pt x="133" y="252"/>
                  <a:pt x="133" y="252"/>
                  <a:pt x="133" y="252"/>
                </a:cubicBezTo>
                <a:cubicBezTo>
                  <a:pt x="131" y="252"/>
                  <a:pt x="129" y="251"/>
                  <a:pt x="129" y="248"/>
                </a:cubicBezTo>
                <a:cubicBezTo>
                  <a:pt x="129" y="165"/>
                  <a:pt x="129" y="165"/>
                  <a:pt x="129" y="165"/>
                </a:cubicBezTo>
                <a:cubicBezTo>
                  <a:pt x="102" y="165"/>
                  <a:pt x="102" y="165"/>
                  <a:pt x="102" y="165"/>
                </a:cubicBezTo>
                <a:cubicBezTo>
                  <a:pt x="100" y="165"/>
                  <a:pt x="98" y="163"/>
                  <a:pt x="98" y="161"/>
                </a:cubicBezTo>
                <a:cubicBezTo>
                  <a:pt x="98" y="128"/>
                  <a:pt x="98" y="128"/>
                  <a:pt x="98" y="128"/>
                </a:cubicBezTo>
                <a:cubicBezTo>
                  <a:pt x="98" y="126"/>
                  <a:pt x="100" y="124"/>
                  <a:pt x="102" y="124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01"/>
                  <a:pt x="128" y="101"/>
                  <a:pt x="128" y="101"/>
                </a:cubicBezTo>
                <a:cubicBezTo>
                  <a:pt x="128" y="71"/>
                  <a:pt x="147" y="52"/>
                  <a:pt x="176" y="52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05" y="52"/>
                  <a:pt x="207" y="53"/>
                  <a:pt x="207" y="56"/>
                </a:cubicBezTo>
                <a:cubicBezTo>
                  <a:pt x="207" y="86"/>
                  <a:pt x="207" y="86"/>
                  <a:pt x="207" y="86"/>
                </a:cubicBezTo>
                <a:cubicBezTo>
                  <a:pt x="207" y="89"/>
                  <a:pt x="205" y="90"/>
                  <a:pt x="203" y="90"/>
                </a:cubicBezTo>
                <a:cubicBezTo>
                  <a:pt x="185" y="90"/>
                  <a:pt x="185" y="90"/>
                  <a:pt x="185" y="90"/>
                </a:cubicBezTo>
                <a:cubicBezTo>
                  <a:pt x="173" y="90"/>
                  <a:pt x="171" y="95"/>
                  <a:pt x="171" y="104"/>
                </a:cubicBezTo>
                <a:lnTo>
                  <a:pt x="171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619474F4-68BD-AEA4-56BF-D23CFB3BB863}"/>
              </a:ext>
            </a:extLst>
          </p:cNvPr>
          <p:cNvSpPr>
            <a:spLocks noEditPoints="1"/>
          </p:cNvSpPr>
          <p:nvPr/>
        </p:nvSpPr>
        <p:spPr bwMode="auto">
          <a:xfrm>
            <a:off x="9576895" y="5872305"/>
            <a:ext cx="182255" cy="183241"/>
          </a:xfrm>
          <a:custGeom>
            <a:avLst/>
            <a:gdLst>
              <a:gd name="T0" fmla="*/ 153 w 305"/>
              <a:gd name="T1" fmla="*/ 0 h 304"/>
              <a:gd name="T2" fmla="*/ 0 w 305"/>
              <a:gd name="T3" fmla="*/ 152 h 304"/>
              <a:gd name="T4" fmla="*/ 153 w 305"/>
              <a:gd name="T5" fmla="*/ 304 h 304"/>
              <a:gd name="T6" fmla="*/ 305 w 305"/>
              <a:gd name="T7" fmla="*/ 152 h 304"/>
              <a:gd name="T8" fmla="*/ 153 w 305"/>
              <a:gd name="T9" fmla="*/ 0 h 304"/>
              <a:gd name="T10" fmla="*/ 111 w 305"/>
              <a:gd name="T11" fmla="*/ 231 h 304"/>
              <a:gd name="T12" fmla="*/ 75 w 305"/>
              <a:gd name="T13" fmla="*/ 231 h 304"/>
              <a:gd name="T14" fmla="*/ 75 w 305"/>
              <a:gd name="T15" fmla="*/ 124 h 304"/>
              <a:gd name="T16" fmla="*/ 111 w 305"/>
              <a:gd name="T17" fmla="*/ 124 h 304"/>
              <a:gd name="T18" fmla="*/ 111 w 305"/>
              <a:gd name="T19" fmla="*/ 231 h 304"/>
              <a:gd name="T20" fmla="*/ 93 w 305"/>
              <a:gd name="T21" fmla="*/ 110 h 304"/>
              <a:gd name="T22" fmla="*/ 93 w 305"/>
              <a:gd name="T23" fmla="*/ 110 h 304"/>
              <a:gd name="T24" fmla="*/ 73 w 305"/>
              <a:gd name="T25" fmla="*/ 91 h 304"/>
              <a:gd name="T26" fmla="*/ 93 w 305"/>
              <a:gd name="T27" fmla="*/ 73 h 304"/>
              <a:gd name="T28" fmla="*/ 113 w 305"/>
              <a:gd name="T29" fmla="*/ 91 h 304"/>
              <a:gd name="T30" fmla="*/ 93 w 305"/>
              <a:gd name="T31" fmla="*/ 110 h 304"/>
              <a:gd name="T32" fmla="*/ 239 w 305"/>
              <a:gd name="T33" fmla="*/ 231 h 304"/>
              <a:gd name="T34" fmla="*/ 203 w 305"/>
              <a:gd name="T35" fmla="*/ 231 h 304"/>
              <a:gd name="T36" fmla="*/ 203 w 305"/>
              <a:gd name="T37" fmla="*/ 174 h 304"/>
              <a:gd name="T38" fmla="*/ 185 w 305"/>
              <a:gd name="T39" fmla="*/ 150 h 304"/>
              <a:gd name="T40" fmla="*/ 167 w 305"/>
              <a:gd name="T41" fmla="*/ 163 h 304"/>
              <a:gd name="T42" fmla="*/ 166 w 305"/>
              <a:gd name="T43" fmla="*/ 172 h 304"/>
              <a:gd name="T44" fmla="*/ 166 w 305"/>
              <a:gd name="T45" fmla="*/ 231 h 304"/>
              <a:gd name="T46" fmla="*/ 130 w 305"/>
              <a:gd name="T47" fmla="*/ 231 h 304"/>
              <a:gd name="T48" fmla="*/ 130 w 305"/>
              <a:gd name="T49" fmla="*/ 124 h 304"/>
              <a:gd name="T50" fmla="*/ 166 w 305"/>
              <a:gd name="T51" fmla="*/ 124 h 304"/>
              <a:gd name="T52" fmla="*/ 166 w 305"/>
              <a:gd name="T53" fmla="*/ 140 h 304"/>
              <a:gd name="T54" fmla="*/ 198 w 305"/>
              <a:gd name="T55" fmla="*/ 122 h 304"/>
              <a:gd name="T56" fmla="*/ 239 w 305"/>
              <a:gd name="T57" fmla="*/ 170 h 304"/>
              <a:gd name="T58" fmla="*/ 239 w 305"/>
              <a:gd name="T59" fmla="*/ 231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05" h="304">
                <a:moveTo>
                  <a:pt x="153" y="0"/>
                </a:moveTo>
                <a:cubicBezTo>
                  <a:pt x="69" y="0"/>
                  <a:pt x="0" y="68"/>
                  <a:pt x="0" y="152"/>
                </a:cubicBezTo>
                <a:cubicBezTo>
                  <a:pt x="0" y="236"/>
                  <a:pt x="69" y="304"/>
                  <a:pt x="153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3" y="0"/>
                </a:cubicBezTo>
                <a:close/>
                <a:moveTo>
                  <a:pt x="111" y="231"/>
                </a:moveTo>
                <a:cubicBezTo>
                  <a:pt x="75" y="231"/>
                  <a:pt x="75" y="231"/>
                  <a:pt x="75" y="231"/>
                </a:cubicBezTo>
                <a:cubicBezTo>
                  <a:pt x="75" y="124"/>
                  <a:pt x="75" y="124"/>
                  <a:pt x="75" y="124"/>
                </a:cubicBezTo>
                <a:cubicBezTo>
                  <a:pt x="111" y="124"/>
                  <a:pt x="111" y="124"/>
                  <a:pt x="111" y="124"/>
                </a:cubicBezTo>
                <a:lnTo>
                  <a:pt x="111" y="231"/>
                </a:lnTo>
                <a:close/>
                <a:moveTo>
                  <a:pt x="93" y="110"/>
                </a:moveTo>
                <a:cubicBezTo>
                  <a:pt x="93" y="110"/>
                  <a:pt x="93" y="110"/>
                  <a:pt x="93" y="110"/>
                </a:cubicBezTo>
                <a:cubicBezTo>
                  <a:pt x="81" y="110"/>
                  <a:pt x="73" y="101"/>
                  <a:pt x="73" y="91"/>
                </a:cubicBezTo>
                <a:cubicBezTo>
                  <a:pt x="73" y="81"/>
                  <a:pt x="81" y="73"/>
                  <a:pt x="93" y="73"/>
                </a:cubicBezTo>
                <a:cubicBezTo>
                  <a:pt x="105" y="73"/>
                  <a:pt x="113" y="81"/>
                  <a:pt x="113" y="91"/>
                </a:cubicBezTo>
                <a:cubicBezTo>
                  <a:pt x="113" y="101"/>
                  <a:pt x="105" y="110"/>
                  <a:pt x="93" y="110"/>
                </a:cubicBezTo>
                <a:close/>
                <a:moveTo>
                  <a:pt x="239" y="231"/>
                </a:moveTo>
                <a:cubicBezTo>
                  <a:pt x="203" y="231"/>
                  <a:pt x="203" y="231"/>
                  <a:pt x="203" y="231"/>
                </a:cubicBezTo>
                <a:cubicBezTo>
                  <a:pt x="203" y="174"/>
                  <a:pt x="203" y="174"/>
                  <a:pt x="203" y="174"/>
                </a:cubicBezTo>
                <a:cubicBezTo>
                  <a:pt x="203" y="160"/>
                  <a:pt x="198" y="150"/>
                  <a:pt x="185" y="150"/>
                </a:cubicBezTo>
                <a:cubicBezTo>
                  <a:pt x="176" y="150"/>
                  <a:pt x="170" y="157"/>
                  <a:pt x="167" y="163"/>
                </a:cubicBezTo>
                <a:cubicBezTo>
                  <a:pt x="166" y="165"/>
                  <a:pt x="166" y="168"/>
                  <a:pt x="166" y="172"/>
                </a:cubicBezTo>
                <a:cubicBezTo>
                  <a:pt x="166" y="231"/>
                  <a:pt x="166" y="231"/>
                  <a:pt x="166" y="231"/>
                </a:cubicBezTo>
                <a:cubicBezTo>
                  <a:pt x="130" y="231"/>
                  <a:pt x="130" y="231"/>
                  <a:pt x="130" y="231"/>
                </a:cubicBezTo>
                <a:cubicBezTo>
                  <a:pt x="130" y="231"/>
                  <a:pt x="131" y="134"/>
                  <a:pt x="130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6" y="140"/>
                  <a:pt x="166" y="140"/>
                  <a:pt x="166" y="140"/>
                </a:cubicBezTo>
                <a:cubicBezTo>
                  <a:pt x="171" y="132"/>
                  <a:pt x="179" y="122"/>
                  <a:pt x="198" y="122"/>
                </a:cubicBezTo>
                <a:cubicBezTo>
                  <a:pt x="222" y="122"/>
                  <a:pt x="239" y="137"/>
                  <a:pt x="239" y="170"/>
                </a:cubicBezTo>
                <a:lnTo>
                  <a:pt x="239" y="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2E90F6F8-9375-6665-7E01-812C5D91EB35}"/>
              </a:ext>
            </a:extLst>
          </p:cNvPr>
          <p:cNvSpPr>
            <a:spLocks noEditPoints="1"/>
          </p:cNvSpPr>
          <p:nvPr/>
        </p:nvSpPr>
        <p:spPr bwMode="auto">
          <a:xfrm>
            <a:off x="9105330" y="5876246"/>
            <a:ext cx="182255" cy="183241"/>
          </a:xfrm>
          <a:custGeom>
            <a:avLst/>
            <a:gdLst>
              <a:gd name="T0" fmla="*/ 152 w 305"/>
              <a:gd name="T1" fmla="*/ 0 h 304"/>
              <a:gd name="T2" fmla="*/ 0 w 305"/>
              <a:gd name="T3" fmla="*/ 152 h 304"/>
              <a:gd name="T4" fmla="*/ 152 w 305"/>
              <a:gd name="T5" fmla="*/ 304 h 304"/>
              <a:gd name="T6" fmla="*/ 305 w 305"/>
              <a:gd name="T7" fmla="*/ 152 h 304"/>
              <a:gd name="T8" fmla="*/ 152 w 305"/>
              <a:gd name="T9" fmla="*/ 0 h 304"/>
              <a:gd name="T10" fmla="*/ 221 w 305"/>
              <a:gd name="T11" fmla="*/ 117 h 304"/>
              <a:gd name="T12" fmla="*/ 221 w 305"/>
              <a:gd name="T13" fmla="*/ 122 h 304"/>
              <a:gd name="T14" fmla="*/ 120 w 305"/>
              <a:gd name="T15" fmla="*/ 221 h 304"/>
              <a:gd name="T16" fmla="*/ 66 w 305"/>
              <a:gd name="T17" fmla="*/ 206 h 304"/>
              <a:gd name="T18" fmla="*/ 75 w 305"/>
              <a:gd name="T19" fmla="*/ 206 h 304"/>
              <a:gd name="T20" fmla="*/ 119 w 305"/>
              <a:gd name="T21" fmla="*/ 191 h 304"/>
              <a:gd name="T22" fmla="*/ 85 w 305"/>
              <a:gd name="T23" fmla="*/ 167 h 304"/>
              <a:gd name="T24" fmla="*/ 92 w 305"/>
              <a:gd name="T25" fmla="*/ 167 h 304"/>
              <a:gd name="T26" fmla="*/ 101 w 305"/>
              <a:gd name="T27" fmla="*/ 166 h 304"/>
              <a:gd name="T28" fmla="*/ 73 w 305"/>
              <a:gd name="T29" fmla="*/ 132 h 304"/>
              <a:gd name="T30" fmla="*/ 73 w 305"/>
              <a:gd name="T31" fmla="*/ 131 h 304"/>
              <a:gd name="T32" fmla="*/ 89 w 305"/>
              <a:gd name="T33" fmla="*/ 136 h 304"/>
              <a:gd name="T34" fmla="*/ 73 w 305"/>
              <a:gd name="T35" fmla="*/ 107 h 304"/>
              <a:gd name="T36" fmla="*/ 78 w 305"/>
              <a:gd name="T37" fmla="*/ 89 h 304"/>
              <a:gd name="T38" fmla="*/ 151 w 305"/>
              <a:gd name="T39" fmla="*/ 126 h 304"/>
              <a:gd name="T40" fmla="*/ 150 w 305"/>
              <a:gd name="T41" fmla="*/ 118 h 304"/>
              <a:gd name="T42" fmla="*/ 186 w 305"/>
              <a:gd name="T43" fmla="*/ 83 h 304"/>
              <a:gd name="T44" fmla="*/ 212 w 305"/>
              <a:gd name="T45" fmla="*/ 94 h 304"/>
              <a:gd name="T46" fmla="*/ 234 w 305"/>
              <a:gd name="T47" fmla="*/ 85 h 304"/>
              <a:gd name="T48" fmla="*/ 219 w 305"/>
              <a:gd name="T49" fmla="*/ 105 h 304"/>
              <a:gd name="T50" fmla="*/ 239 w 305"/>
              <a:gd name="T51" fmla="*/ 99 h 304"/>
              <a:gd name="T52" fmla="*/ 221 w 305"/>
              <a:gd name="T53" fmla="*/ 117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05" h="304"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221" y="117"/>
                </a:moveTo>
                <a:cubicBezTo>
                  <a:pt x="221" y="122"/>
                  <a:pt x="221" y="122"/>
                  <a:pt x="221" y="122"/>
                </a:cubicBezTo>
                <a:cubicBezTo>
                  <a:pt x="221" y="168"/>
                  <a:pt x="186" y="221"/>
                  <a:pt x="120" y="221"/>
                </a:cubicBezTo>
                <a:cubicBezTo>
                  <a:pt x="100" y="221"/>
                  <a:pt x="82" y="216"/>
                  <a:pt x="66" y="206"/>
                </a:cubicBezTo>
                <a:cubicBezTo>
                  <a:pt x="69" y="206"/>
                  <a:pt x="72" y="206"/>
                  <a:pt x="75" y="206"/>
                </a:cubicBezTo>
                <a:cubicBezTo>
                  <a:pt x="91" y="206"/>
                  <a:pt x="106" y="200"/>
                  <a:pt x="119" y="191"/>
                </a:cubicBezTo>
                <a:cubicBezTo>
                  <a:pt x="103" y="191"/>
                  <a:pt x="90" y="181"/>
                  <a:pt x="85" y="167"/>
                </a:cubicBezTo>
                <a:cubicBezTo>
                  <a:pt x="88" y="167"/>
                  <a:pt x="90" y="167"/>
                  <a:pt x="92" y="167"/>
                </a:cubicBezTo>
                <a:cubicBezTo>
                  <a:pt x="95" y="167"/>
                  <a:pt x="99" y="167"/>
                  <a:pt x="101" y="166"/>
                </a:cubicBezTo>
                <a:cubicBezTo>
                  <a:pt x="85" y="163"/>
                  <a:pt x="73" y="149"/>
                  <a:pt x="73" y="132"/>
                </a:cubicBezTo>
                <a:cubicBezTo>
                  <a:pt x="73" y="131"/>
                  <a:pt x="73" y="131"/>
                  <a:pt x="73" y="131"/>
                </a:cubicBezTo>
                <a:cubicBezTo>
                  <a:pt x="78" y="134"/>
                  <a:pt x="83" y="136"/>
                  <a:pt x="89" y="136"/>
                </a:cubicBezTo>
                <a:cubicBezTo>
                  <a:pt x="80" y="130"/>
                  <a:pt x="73" y="119"/>
                  <a:pt x="73" y="107"/>
                </a:cubicBezTo>
                <a:cubicBezTo>
                  <a:pt x="73" y="100"/>
                  <a:pt x="75" y="94"/>
                  <a:pt x="78" y="89"/>
                </a:cubicBezTo>
                <a:cubicBezTo>
                  <a:pt x="96" y="110"/>
                  <a:pt x="122" y="124"/>
                  <a:pt x="151" y="126"/>
                </a:cubicBezTo>
                <a:cubicBezTo>
                  <a:pt x="151" y="123"/>
                  <a:pt x="150" y="120"/>
                  <a:pt x="150" y="118"/>
                </a:cubicBezTo>
                <a:cubicBezTo>
                  <a:pt x="150" y="98"/>
                  <a:pt x="166" y="83"/>
                  <a:pt x="186" y="83"/>
                </a:cubicBezTo>
                <a:cubicBezTo>
                  <a:pt x="196" y="83"/>
                  <a:pt x="205" y="87"/>
                  <a:pt x="212" y="94"/>
                </a:cubicBezTo>
                <a:cubicBezTo>
                  <a:pt x="220" y="92"/>
                  <a:pt x="227" y="89"/>
                  <a:pt x="234" y="85"/>
                </a:cubicBezTo>
                <a:cubicBezTo>
                  <a:pt x="231" y="93"/>
                  <a:pt x="226" y="100"/>
                  <a:pt x="219" y="105"/>
                </a:cubicBezTo>
                <a:cubicBezTo>
                  <a:pt x="226" y="104"/>
                  <a:pt x="233" y="102"/>
                  <a:pt x="239" y="99"/>
                </a:cubicBezTo>
                <a:cubicBezTo>
                  <a:pt x="234" y="106"/>
                  <a:pt x="228" y="112"/>
                  <a:pt x="221" y="1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1" name="Freeform 8">
            <a:extLst>
              <a:ext uri="{FF2B5EF4-FFF2-40B4-BE49-F238E27FC236}">
                <a16:creationId xmlns:a16="http://schemas.microsoft.com/office/drawing/2014/main" id="{2181BFDB-8601-91E3-2F21-88CAE76A61B1}"/>
              </a:ext>
            </a:extLst>
          </p:cNvPr>
          <p:cNvSpPr>
            <a:spLocks noEditPoints="1"/>
          </p:cNvSpPr>
          <p:nvPr/>
        </p:nvSpPr>
        <p:spPr bwMode="auto">
          <a:xfrm>
            <a:off x="9341113" y="5876246"/>
            <a:ext cx="182255" cy="183241"/>
          </a:xfrm>
          <a:custGeom>
            <a:avLst/>
            <a:gdLst>
              <a:gd name="T0" fmla="*/ 152 w 305"/>
              <a:gd name="T1" fmla="*/ 124 h 304"/>
              <a:gd name="T2" fmla="*/ 125 w 305"/>
              <a:gd name="T3" fmla="*/ 151 h 304"/>
              <a:gd name="T4" fmla="*/ 152 w 305"/>
              <a:gd name="T5" fmla="*/ 178 h 304"/>
              <a:gd name="T6" fmla="*/ 180 w 305"/>
              <a:gd name="T7" fmla="*/ 151 h 304"/>
              <a:gd name="T8" fmla="*/ 152 w 305"/>
              <a:gd name="T9" fmla="*/ 124 h 304"/>
              <a:gd name="T10" fmla="*/ 187 w 305"/>
              <a:gd name="T11" fmla="*/ 82 h 304"/>
              <a:gd name="T12" fmla="*/ 118 w 305"/>
              <a:gd name="T13" fmla="*/ 82 h 304"/>
              <a:gd name="T14" fmla="*/ 83 w 305"/>
              <a:gd name="T15" fmla="*/ 116 h 304"/>
              <a:gd name="T16" fmla="*/ 83 w 305"/>
              <a:gd name="T17" fmla="*/ 186 h 304"/>
              <a:gd name="T18" fmla="*/ 118 w 305"/>
              <a:gd name="T19" fmla="*/ 220 h 304"/>
              <a:gd name="T20" fmla="*/ 187 w 305"/>
              <a:gd name="T21" fmla="*/ 220 h 304"/>
              <a:gd name="T22" fmla="*/ 222 w 305"/>
              <a:gd name="T23" fmla="*/ 186 h 304"/>
              <a:gd name="T24" fmla="*/ 222 w 305"/>
              <a:gd name="T25" fmla="*/ 116 h 304"/>
              <a:gd name="T26" fmla="*/ 187 w 305"/>
              <a:gd name="T27" fmla="*/ 82 h 304"/>
              <a:gd name="T28" fmla="*/ 152 w 305"/>
              <a:gd name="T29" fmla="*/ 196 h 304"/>
              <a:gd name="T30" fmla="*/ 108 w 305"/>
              <a:gd name="T31" fmla="*/ 151 h 304"/>
              <a:gd name="T32" fmla="*/ 152 w 305"/>
              <a:gd name="T33" fmla="*/ 106 h 304"/>
              <a:gd name="T34" fmla="*/ 197 w 305"/>
              <a:gd name="T35" fmla="*/ 151 h 304"/>
              <a:gd name="T36" fmla="*/ 152 w 305"/>
              <a:gd name="T37" fmla="*/ 196 h 304"/>
              <a:gd name="T38" fmla="*/ 197 w 305"/>
              <a:gd name="T39" fmla="*/ 117 h 304"/>
              <a:gd name="T40" fmla="*/ 187 w 305"/>
              <a:gd name="T41" fmla="*/ 107 h 304"/>
              <a:gd name="T42" fmla="*/ 197 w 305"/>
              <a:gd name="T43" fmla="*/ 96 h 304"/>
              <a:gd name="T44" fmla="*/ 208 w 305"/>
              <a:gd name="T45" fmla="*/ 107 h 304"/>
              <a:gd name="T46" fmla="*/ 197 w 305"/>
              <a:gd name="T47" fmla="*/ 117 h 304"/>
              <a:gd name="T48" fmla="*/ 152 w 305"/>
              <a:gd name="T49" fmla="*/ 0 h 304"/>
              <a:gd name="T50" fmla="*/ 0 w 305"/>
              <a:gd name="T51" fmla="*/ 152 h 304"/>
              <a:gd name="T52" fmla="*/ 152 w 305"/>
              <a:gd name="T53" fmla="*/ 304 h 304"/>
              <a:gd name="T54" fmla="*/ 305 w 305"/>
              <a:gd name="T55" fmla="*/ 152 h 304"/>
              <a:gd name="T56" fmla="*/ 152 w 305"/>
              <a:gd name="T57" fmla="*/ 0 h 304"/>
              <a:gd name="T58" fmla="*/ 239 w 305"/>
              <a:gd name="T59" fmla="*/ 186 h 304"/>
              <a:gd name="T60" fmla="*/ 187 w 305"/>
              <a:gd name="T61" fmla="*/ 237 h 304"/>
              <a:gd name="T62" fmla="*/ 118 w 305"/>
              <a:gd name="T63" fmla="*/ 237 h 304"/>
              <a:gd name="T64" fmla="*/ 66 w 305"/>
              <a:gd name="T65" fmla="*/ 186 h 304"/>
              <a:gd name="T66" fmla="*/ 66 w 305"/>
              <a:gd name="T67" fmla="*/ 116 h 304"/>
              <a:gd name="T68" fmla="*/ 118 w 305"/>
              <a:gd name="T69" fmla="*/ 65 h 304"/>
              <a:gd name="T70" fmla="*/ 187 w 305"/>
              <a:gd name="T71" fmla="*/ 65 h 304"/>
              <a:gd name="T72" fmla="*/ 239 w 305"/>
              <a:gd name="T73" fmla="*/ 116 h 304"/>
              <a:gd name="T74" fmla="*/ 239 w 305"/>
              <a:gd name="T75" fmla="*/ 186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05" h="304">
                <a:moveTo>
                  <a:pt x="152" y="124"/>
                </a:moveTo>
                <a:cubicBezTo>
                  <a:pt x="137" y="124"/>
                  <a:pt x="125" y="136"/>
                  <a:pt x="125" y="151"/>
                </a:cubicBezTo>
                <a:cubicBezTo>
                  <a:pt x="125" y="166"/>
                  <a:pt x="137" y="178"/>
                  <a:pt x="152" y="178"/>
                </a:cubicBezTo>
                <a:cubicBezTo>
                  <a:pt x="168" y="178"/>
                  <a:pt x="180" y="166"/>
                  <a:pt x="180" y="151"/>
                </a:cubicBezTo>
                <a:cubicBezTo>
                  <a:pt x="180" y="136"/>
                  <a:pt x="168" y="124"/>
                  <a:pt x="152" y="124"/>
                </a:cubicBezTo>
                <a:close/>
                <a:moveTo>
                  <a:pt x="187" y="82"/>
                </a:moveTo>
                <a:cubicBezTo>
                  <a:pt x="118" y="82"/>
                  <a:pt x="118" y="82"/>
                  <a:pt x="118" y="82"/>
                </a:cubicBezTo>
                <a:cubicBezTo>
                  <a:pt x="99" y="82"/>
                  <a:pt x="83" y="97"/>
                  <a:pt x="83" y="116"/>
                </a:cubicBezTo>
                <a:cubicBezTo>
                  <a:pt x="83" y="186"/>
                  <a:pt x="83" y="186"/>
                  <a:pt x="83" y="186"/>
                </a:cubicBezTo>
                <a:cubicBezTo>
                  <a:pt x="83" y="205"/>
                  <a:pt x="99" y="220"/>
                  <a:pt x="118" y="220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206" y="220"/>
                  <a:pt x="222" y="205"/>
                  <a:pt x="222" y="186"/>
                </a:cubicBezTo>
                <a:cubicBezTo>
                  <a:pt x="222" y="116"/>
                  <a:pt x="222" y="116"/>
                  <a:pt x="222" y="116"/>
                </a:cubicBezTo>
                <a:cubicBezTo>
                  <a:pt x="222" y="97"/>
                  <a:pt x="206" y="82"/>
                  <a:pt x="187" y="82"/>
                </a:cubicBezTo>
                <a:close/>
                <a:moveTo>
                  <a:pt x="152" y="196"/>
                </a:moveTo>
                <a:cubicBezTo>
                  <a:pt x="128" y="196"/>
                  <a:pt x="108" y="176"/>
                  <a:pt x="108" y="151"/>
                </a:cubicBezTo>
                <a:cubicBezTo>
                  <a:pt x="108" y="126"/>
                  <a:pt x="128" y="106"/>
                  <a:pt x="152" y="106"/>
                </a:cubicBezTo>
                <a:cubicBezTo>
                  <a:pt x="177" y="106"/>
                  <a:pt x="197" y="126"/>
                  <a:pt x="197" y="151"/>
                </a:cubicBezTo>
                <a:cubicBezTo>
                  <a:pt x="197" y="176"/>
                  <a:pt x="177" y="196"/>
                  <a:pt x="152" y="196"/>
                </a:cubicBezTo>
                <a:close/>
                <a:moveTo>
                  <a:pt x="197" y="117"/>
                </a:moveTo>
                <a:cubicBezTo>
                  <a:pt x="191" y="117"/>
                  <a:pt x="187" y="113"/>
                  <a:pt x="187" y="107"/>
                </a:cubicBezTo>
                <a:cubicBezTo>
                  <a:pt x="187" y="101"/>
                  <a:pt x="191" y="96"/>
                  <a:pt x="197" y="96"/>
                </a:cubicBezTo>
                <a:cubicBezTo>
                  <a:pt x="203" y="96"/>
                  <a:pt x="208" y="101"/>
                  <a:pt x="208" y="107"/>
                </a:cubicBezTo>
                <a:cubicBezTo>
                  <a:pt x="208" y="113"/>
                  <a:pt x="203" y="117"/>
                  <a:pt x="197" y="117"/>
                </a:cubicBezTo>
                <a:close/>
                <a:moveTo>
                  <a:pt x="152" y="0"/>
                </a:moveTo>
                <a:cubicBezTo>
                  <a:pt x="68" y="0"/>
                  <a:pt x="0" y="68"/>
                  <a:pt x="0" y="152"/>
                </a:cubicBezTo>
                <a:cubicBezTo>
                  <a:pt x="0" y="236"/>
                  <a:pt x="68" y="304"/>
                  <a:pt x="152" y="304"/>
                </a:cubicBezTo>
                <a:cubicBezTo>
                  <a:pt x="237" y="304"/>
                  <a:pt x="305" y="236"/>
                  <a:pt x="305" y="152"/>
                </a:cubicBezTo>
                <a:cubicBezTo>
                  <a:pt x="305" y="68"/>
                  <a:pt x="237" y="0"/>
                  <a:pt x="152" y="0"/>
                </a:cubicBezTo>
                <a:close/>
                <a:moveTo>
                  <a:pt x="239" y="186"/>
                </a:moveTo>
                <a:cubicBezTo>
                  <a:pt x="239" y="214"/>
                  <a:pt x="216" y="237"/>
                  <a:pt x="187" y="237"/>
                </a:cubicBezTo>
                <a:cubicBezTo>
                  <a:pt x="118" y="237"/>
                  <a:pt x="118" y="237"/>
                  <a:pt x="118" y="237"/>
                </a:cubicBezTo>
                <a:cubicBezTo>
                  <a:pt x="89" y="237"/>
                  <a:pt x="66" y="214"/>
                  <a:pt x="66" y="186"/>
                </a:cubicBezTo>
                <a:cubicBezTo>
                  <a:pt x="66" y="116"/>
                  <a:pt x="66" y="116"/>
                  <a:pt x="66" y="116"/>
                </a:cubicBezTo>
                <a:cubicBezTo>
                  <a:pt x="66" y="88"/>
                  <a:pt x="89" y="65"/>
                  <a:pt x="118" y="65"/>
                </a:cubicBezTo>
                <a:cubicBezTo>
                  <a:pt x="187" y="65"/>
                  <a:pt x="187" y="65"/>
                  <a:pt x="187" y="65"/>
                </a:cubicBezTo>
                <a:cubicBezTo>
                  <a:pt x="216" y="65"/>
                  <a:pt x="239" y="88"/>
                  <a:pt x="239" y="116"/>
                </a:cubicBezTo>
                <a:lnTo>
                  <a:pt x="239" y="1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2C02C2-0725-3667-6FA8-EBE0C8D278B0}"/>
              </a:ext>
            </a:extLst>
          </p:cNvPr>
          <p:cNvSpPr txBox="1"/>
          <p:nvPr/>
        </p:nvSpPr>
        <p:spPr>
          <a:xfrm>
            <a:off x="8338841" y="5221260"/>
            <a:ext cx="1950030" cy="4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GB" sz="1000" dirty="0">
                <a:effectLst/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Purposefully designed this meaning</a:t>
            </a:r>
            <a:r>
              <a:rPr lang="en-US" sz="1000" dirty="0">
                <a:effectLst/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 </a:t>
            </a:r>
            <a:r>
              <a:rPr lang="en-GB" sz="1000" dirty="0">
                <a:latin typeface="DM Sans" pitchFamily="2" charset="0"/>
                <a:ea typeface="Arimo" panose="020B0604020202020204" pitchFamily="34" charset="0"/>
                <a:cs typeface="Poppins" panose="00000500000000000000" pitchFamily="2" charset="0"/>
              </a:rPr>
              <a:t>placeholder</a:t>
            </a:r>
            <a:endParaRPr lang="en-US" sz="1000" dirty="0">
              <a:latin typeface="DM Sans" pitchFamily="2" charset="0"/>
              <a:ea typeface="Arimo" panose="020B06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FAD8621-D246-4120-197C-E2109CB35B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EC942A0-3196-92FC-B033-76CEC64328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9FE1470-4442-26FD-A355-23C1AC8E72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67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66379C-7990-F5AB-1A1B-8FA0E0715F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E2BD60E-A07E-A087-1CE4-201B80D89A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B62439-D83E-EB07-37A6-91E6D5A479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15C6AC2-5D13-F052-235C-ABFD6DB7EAFE}"/>
              </a:ext>
            </a:extLst>
          </p:cNvPr>
          <p:cNvSpPr/>
          <p:nvPr/>
        </p:nvSpPr>
        <p:spPr>
          <a:xfrm>
            <a:off x="8259998" y="4034836"/>
            <a:ext cx="2812161" cy="822960"/>
          </a:xfrm>
          <a:prstGeom prst="roundRect">
            <a:avLst>
              <a:gd name="adj" fmla="val 136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85001FA4-FEA2-0C63-B76F-06742EFD1DEE}"/>
              </a:ext>
            </a:extLst>
          </p:cNvPr>
          <p:cNvSpPr/>
          <p:nvPr/>
        </p:nvSpPr>
        <p:spPr>
          <a:xfrm>
            <a:off x="1119844" y="4034836"/>
            <a:ext cx="2812161" cy="822960"/>
          </a:xfrm>
          <a:prstGeom prst="roundRect">
            <a:avLst>
              <a:gd name="adj" fmla="val 1362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Educated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Team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137E8F-A0A2-59E7-B20B-ADBD477FA1CB}"/>
              </a:ext>
            </a:extLst>
          </p:cNvPr>
          <p:cNvSpPr/>
          <p:nvPr/>
        </p:nvSpPr>
        <p:spPr>
          <a:xfrm>
            <a:off x="4675844" y="2886356"/>
            <a:ext cx="2812161" cy="822960"/>
          </a:xfrm>
          <a:prstGeom prst="roundRect">
            <a:avLst>
              <a:gd name="adj" fmla="val 1362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hape 1155">
            <a:extLst>
              <a:ext uri="{FF2B5EF4-FFF2-40B4-BE49-F238E27FC236}">
                <a16:creationId xmlns:a16="http://schemas.microsoft.com/office/drawing/2014/main" id="{89ACA9BF-C487-E35B-B7A0-46FFFA129011}"/>
              </a:ext>
            </a:extLst>
          </p:cNvPr>
          <p:cNvSpPr/>
          <p:nvPr/>
        </p:nvSpPr>
        <p:spPr>
          <a:xfrm>
            <a:off x="1450137" y="4205258"/>
            <a:ext cx="2151575" cy="52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>
            <a:lvl1pPr>
              <a:lnSpc>
                <a:spcPct val="120000"/>
              </a:lnSpc>
              <a:defRPr sz="3000" b="0">
                <a:solidFill>
                  <a:srgbClr val="CDCFD2"/>
                </a:solidFill>
              </a:defRPr>
            </a:lvl1pPr>
          </a:lstStyle>
          <a:p>
            <a:pPr algn="ctr">
              <a:lnSpc>
                <a:spcPts val="1900"/>
              </a:lnSpc>
              <a:spcBef>
                <a:spcPts val="0"/>
              </a:spcBef>
            </a:pPr>
            <a:r>
              <a:rPr lang="en-US" sz="1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Aaron Walker</a:t>
            </a:r>
          </a:p>
          <a:p>
            <a:pPr algn="ctr">
              <a:lnSpc>
                <a:spcPts val="1900"/>
              </a:lnSpc>
              <a:spcBef>
                <a:spcPts val="0"/>
              </a:spcBef>
            </a:pPr>
            <a:r>
              <a:rPr lang="en-US" sz="1300" dirty="0">
                <a:solidFill>
                  <a:schemeClr val="bg1"/>
                </a:solidFill>
                <a:latin typeface="DM Sans" pitchFamily="2" charset="0"/>
                <a:cs typeface="Arial" panose="020B0604020202020204" pitchFamily="34" charset="0"/>
              </a:rPr>
              <a:t>Graphic Designer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1F3945-78E2-2617-590A-CB6FDB273230}"/>
              </a:ext>
            </a:extLst>
          </p:cNvPr>
          <p:cNvGrpSpPr/>
          <p:nvPr/>
        </p:nvGrpSpPr>
        <p:grpSpPr>
          <a:xfrm>
            <a:off x="2076240" y="5031771"/>
            <a:ext cx="897192" cy="190919"/>
            <a:chOff x="1604136" y="4884077"/>
            <a:chExt cx="1169190" cy="248799"/>
          </a:xfrm>
          <a:solidFill>
            <a:schemeClr val="accent1"/>
          </a:solidFill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B41A8F08-0FE7-3F46-A54F-EE8E29A01A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4136" y="4888848"/>
              <a:ext cx="244030" cy="244028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171 w 305"/>
                <a:gd name="T11" fmla="*/ 124 h 304"/>
                <a:gd name="T12" fmla="*/ 201 w 305"/>
                <a:gd name="T13" fmla="*/ 124 h 304"/>
                <a:gd name="T14" fmla="*/ 204 w 305"/>
                <a:gd name="T15" fmla="*/ 125 h 304"/>
                <a:gd name="T16" fmla="*/ 206 w 305"/>
                <a:gd name="T17" fmla="*/ 128 h 304"/>
                <a:gd name="T18" fmla="*/ 206 w 305"/>
                <a:gd name="T19" fmla="*/ 161 h 304"/>
                <a:gd name="T20" fmla="*/ 202 w 305"/>
                <a:gd name="T21" fmla="*/ 165 h 304"/>
                <a:gd name="T22" fmla="*/ 171 w 305"/>
                <a:gd name="T23" fmla="*/ 165 h 304"/>
                <a:gd name="T24" fmla="*/ 171 w 305"/>
                <a:gd name="T25" fmla="*/ 248 h 304"/>
                <a:gd name="T26" fmla="*/ 167 w 305"/>
                <a:gd name="T27" fmla="*/ 252 h 304"/>
                <a:gd name="T28" fmla="*/ 133 w 305"/>
                <a:gd name="T29" fmla="*/ 252 h 304"/>
                <a:gd name="T30" fmla="*/ 129 w 305"/>
                <a:gd name="T31" fmla="*/ 248 h 304"/>
                <a:gd name="T32" fmla="*/ 129 w 305"/>
                <a:gd name="T33" fmla="*/ 165 h 304"/>
                <a:gd name="T34" fmla="*/ 102 w 305"/>
                <a:gd name="T35" fmla="*/ 165 h 304"/>
                <a:gd name="T36" fmla="*/ 98 w 305"/>
                <a:gd name="T37" fmla="*/ 161 h 304"/>
                <a:gd name="T38" fmla="*/ 98 w 305"/>
                <a:gd name="T39" fmla="*/ 128 h 304"/>
                <a:gd name="T40" fmla="*/ 102 w 305"/>
                <a:gd name="T41" fmla="*/ 124 h 304"/>
                <a:gd name="T42" fmla="*/ 129 w 305"/>
                <a:gd name="T43" fmla="*/ 124 h 304"/>
                <a:gd name="T44" fmla="*/ 128 w 305"/>
                <a:gd name="T45" fmla="*/ 101 h 304"/>
                <a:gd name="T46" fmla="*/ 176 w 305"/>
                <a:gd name="T47" fmla="*/ 52 h 304"/>
                <a:gd name="T48" fmla="*/ 203 w 305"/>
                <a:gd name="T49" fmla="*/ 52 h 304"/>
                <a:gd name="T50" fmla="*/ 207 w 305"/>
                <a:gd name="T51" fmla="*/ 56 h 304"/>
                <a:gd name="T52" fmla="*/ 207 w 305"/>
                <a:gd name="T53" fmla="*/ 86 h 304"/>
                <a:gd name="T54" fmla="*/ 203 w 305"/>
                <a:gd name="T55" fmla="*/ 90 h 304"/>
                <a:gd name="T56" fmla="*/ 185 w 305"/>
                <a:gd name="T57" fmla="*/ 90 h 304"/>
                <a:gd name="T58" fmla="*/ 171 w 305"/>
                <a:gd name="T59" fmla="*/ 104 h 304"/>
                <a:gd name="T60" fmla="*/ 171 w 305"/>
                <a:gd name="T61" fmla="*/ 12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171" y="124"/>
                  </a:moveTo>
                  <a:cubicBezTo>
                    <a:pt x="201" y="124"/>
                    <a:pt x="201" y="124"/>
                    <a:pt x="201" y="124"/>
                  </a:cubicBezTo>
                  <a:cubicBezTo>
                    <a:pt x="203" y="124"/>
                    <a:pt x="204" y="124"/>
                    <a:pt x="204" y="125"/>
                  </a:cubicBezTo>
                  <a:cubicBezTo>
                    <a:pt x="205" y="126"/>
                    <a:pt x="206" y="127"/>
                    <a:pt x="206" y="128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3"/>
                    <a:pt x="204" y="165"/>
                    <a:pt x="202" y="165"/>
                  </a:cubicBezTo>
                  <a:cubicBezTo>
                    <a:pt x="171" y="165"/>
                    <a:pt x="171" y="165"/>
                    <a:pt x="171" y="165"/>
                  </a:cubicBezTo>
                  <a:cubicBezTo>
                    <a:pt x="171" y="248"/>
                    <a:pt x="171" y="248"/>
                    <a:pt x="171" y="248"/>
                  </a:cubicBezTo>
                  <a:cubicBezTo>
                    <a:pt x="171" y="250"/>
                    <a:pt x="169" y="252"/>
                    <a:pt x="167" y="252"/>
                  </a:cubicBezTo>
                  <a:cubicBezTo>
                    <a:pt x="133" y="252"/>
                    <a:pt x="133" y="252"/>
                    <a:pt x="133" y="252"/>
                  </a:cubicBezTo>
                  <a:cubicBezTo>
                    <a:pt x="131" y="252"/>
                    <a:pt x="129" y="251"/>
                    <a:pt x="129" y="248"/>
                  </a:cubicBezTo>
                  <a:cubicBezTo>
                    <a:pt x="129" y="165"/>
                    <a:pt x="129" y="165"/>
                    <a:pt x="129" y="165"/>
                  </a:cubicBezTo>
                  <a:cubicBezTo>
                    <a:pt x="102" y="165"/>
                    <a:pt x="102" y="165"/>
                    <a:pt x="102" y="165"/>
                  </a:cubicBezTo>
                  <a:cubicBezTo>
                    <a:pt x="100" y="165"/>
                    <a:pt x="98" y="163"/>
                    <a:pt x="98" y="161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6"/>
                    <a:pt x="100" y="124"/>
                    <a:pt x="102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28" y="71"/>
                    <a:pt x="147" y="52"/>
                    <a:pt x="176" y="52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205" y="52"/>
                    <a:pt x="207" y="53"/>
                    <a:pt x="207" y="56"/>
                  </a:cubicBezTo>
                  <a:cubicBezTo>
                    <a:pt x="207" y="86"/>
                    <a:pt x="207" y="86"/>
                    <a:pt x="207" y="86"/>
                  </a:cubicBezTo>
                  <a:cubicBezTo>
                    <a:pt x="207" y="89"/>
                    <a:pt x="205" y="90"/>
                    <a:pt x="203" y="90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73" y="90"/>
                    <a:pt x="171" y="95"/>
                    <a:pt x="171" y="104"/>
                  </a:cubicBezTo>
                  <a:lnTo>
                    <a:pt x="171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EAE16B3-0013-16D6-6BF7-C2EFDA318D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0610" y="4884077"/>
              <a:ext cx="242716" cy="244028"/>
            </a:xfrm>
            <a:custGeom>
              <a:avLst/>
              <a:gdLst>
                <a:gd name="T0" fmla="*/ 153 w 305"/>
                <a:gd name="T1" fmla="*/ 0 h 304"/>
                <a:gd name="T2" fmla="*/ 0 w 305"/>
                <a:gd name="T3" fmla="*/ 152 h 304"/>
                <a:gd name="T4" fmla="*/ 153 w 305"/>
                <a:gd name="T5" fmla="*/ 304 h 304"/>
                <a:gd name="T6" fmla="*/ 305 w 305"/>
                <a:gd name="T7" fmla="*/ 152 h 304"/>
                <a:gd name="T8" fmla="*/ 153 w 305"/>
                <a:gd name="T9" fmla="*/ 0 h 304"/>
                <a:gd name="T10" fmla="*/ 111 w 305"/>
                <a:gd name="T11" fmla="*/ 231 h 304"/>
                <a:gd name="T12" fmla="*/ 75 w 305"/>
                <a:gd name="T13" fmla="*/ 231 h 304"/>
                <a:gd name="T14" fmla="*/ 75 w 305"/>
                <a:gd name="T15" fmla="*/ 124 h 304"/>
                <a:gd name="T16" fmla="*/ 111 w 305"/>
                <a:gd name="T17" fmla="*/ 124 h 304"/>
                <a:gd name="T18" fmla="*/ 111 w 305"/>
                <a:gd name="T19" fmla="*/ 231 h 304"/>
                <a:gd name="T20" fmla="*/ 93 w 305"/>
                <a:gd name="T21" fmla="*/ 110 h 304"/>
                <a:gd name="T22" fmla="*/ 93 w 305"/>
                <a:gd name="T23" fmla="*/ 110 h 304"/>
                <a:gd name="T24" fmla="*/ 73 w 305"/>
                <a:gd name="T25" fmla="*/ 91 h 304"/>
                <a:gd name="T26" fmla="*/ 93 w 305"/>
                <a:gd name="T27" fmla="*/ 73 h 304"/>
                <a:gd name="T28" fmla="*/ 113 w 305"/>
                <a:gd name="T29" fmla="*/ 91 h 304"/>
                <a:gd name="T30" fmla="*/ 93 w 305"/>
                <a:gd name="T31" fmla="*/ 110 h 304"/>
                <a:gd name="T32" fmla="*/ 239 w 305"/>
                <a:gd name="T33" fmla="*/ 231 h 304"/>
                <a:gd name="T34" fmla="*/ 203 w 305"/>
                <a:gd name="T35" fmla="*/ 231 h 304"/>
                <a:gd name="T36" fmla="*/ 203 w 305"/>
                <a:gd name="T37" fmla="*/ 174 h 304"/>
                <a:gd name="T38" fmla="*/ 185 w 305"/>
                <a:gd name="T39" fmla="*/ 150 h 304"/>
                <a:gd name="T40" fmla="*/ 167 w 305"/>
                <a:gd name="T41" fmla="*/ 163 h 304"/>
                <a:gd name="T42" fmla="*/ 166 w 305"/>
                <a:gd name="T43" fmla="*/ 172 h 304"/>
                <a:gd name="T44" fmla="*/ 166 w 305"/>
                <a:gd name="T45" fmla="*/ 231 h 304"/>
                <a:gd name="T46" fmla="*/ 130 w 305"/>
                <a:gd name="T47" fmla="*/ 231 h 304"/>
                <a:gd name="T48" fmla="*/ 130 w 305"/>
                <a:gd name="T49" fmla="*/ 124 h 304"/>
                <a:gd name="T50" fmla="*/ 166 w 305"/>
                <a:gd name="T51" fmla="*/ 124 h 304"/>
                <a:gd name="T52" fmla="*/ 166 w 305"/>
                <a:gd name="T53" fmla="*/ 140 h 304"/>
                <a:gd name="T54" fmla="*/ 198 w 305"/>
                <a:gd name="T55" fmla="*/ 122 h 304"/>
                <a:gd name="T56" fmla="*/ 239 w 305"/>
                <a:gd name="T57" fmla="*/ 170 h 304"/>
                <a:gd name="T58" fmla="*/ 239 w 305"/>
                <a:gd name="T59" fmla="*/ 23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04">
                  <a:moveTo>
                    <a:pt x="153" y="0"/>
                  </a:moveTo>
                  <a:cubicBezTo>
                    <a:pt x="69" y="0"/>
                    <a:pt x="0" y="68"/>
                    <a:pt x="0" y="152"/>
                  </a:cubicBezTo>
                  <a:cubicBezTo>
                    <a:pt x="0" y="236"/>
                    <a:pt x="69" y="304"/>
                    <a:pt x="153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11" y="231"/>
                  </a:moveTo>
                  <a:cubicBezTo>
                    <a:pt x="75" y="231"/>
                    <a:pt x="75" y="231"/>
                    <a:pt x="75" y="231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111" y="124"/>
                    <a:pt x="111" y="124"/>
                    <a:pt x="111" y="124"/>
                  </a:cubicBezTo>
                  <a:lnTo>
                    <a:pt x="111" y="231"/>
                  </a:lnTo>
                  <a:close/>
                  <a:moveTo>
                    <a:pt x="93" y="110"/>
                  </a:moveTo>
                  <a:cubicBezTo>
                    <a:pt x="93" y="110"/>
                    <a:pt x="93" y="110"/>
                    <a:pt x="93" y="110"/>
                  </a:cubicBezTo>
                  <a:cubicBezTo>
                    <a:pt x="81" y="110"/>
                    <a:pt x="73" y="101"/>
                    <a:pt x="73" y="91"/>
                  </a:cubicBezTo>
                  <a:cubicBezTo>
                    <a:pt x="73" y="81"/>
                    <a:pt x="81" y="73"/>
                    <a:pt x="93" y="73"/>
                  </a:cubicBezTo>
                  <a:cubicBezTo>
                    <a:pt x="105" y="73"/>
                    <a:pt x="113" y="81"/>
                    <a:pt x="113" y="91"/>
                  </a:cubicBezTo>
                  <a:cubicBezTo>
                    <a:pt x="113" y="101"/>
                    <a:pt x="105" y="110"/>
                    <a:pt x="93" y="110"/>
                  </a:cubicBezTo>
                  <a:close/>
                  <a:moveTo>
                    <a:pt x="239" y="231"/>
                  </a:moveTo>
                  <a:cubicBezTo>
                    <a:pt x="203" y="231"/>
                    <a:pt x="203" y="231"/>
                    <a:pt x="203" y="231"/>
                  </a:cubicBezTo>
                  <a:cubicBezTo>
                    <a:pt x="203" y="174"/>
                    <a:pt x="203" y="174"/>
                    <a:pt x="203" y="174"/>
                  </a:cubicBezTo>
                  <a:cubicBezTo>
                    <a:pt x="203" y="160"/>
                    <a:pt x="198" y="150"/>
                    <a:pt x="185" y="150"/>
                  </a:cubicBezTo>
                  <a:cubicBezTo>
                    <a:pt x="176" y="150"/>
                    <a:pt x="170" y="157"/>
                    <a:pt x="167" y="163"/>
                  </a:cubicBezTo>
                  <a:cubicBezTo>
                    <a:pt x="166" y="165"/>
                    <a:pt x="166" y="168"/>
                    <a:pt x="166" y="172"/>
                  </a:cubicBezTo>
                  <a:cubicBezTo>
                    <a:pt x="166" y="231"/>
                    <a:pt x="166" y="231"/>
                    <a:pt x="166" y="231"/>
                  </a:cubicBezTo>
                  <a:cubicBezTo>
                    <a:pt x="130" y="231"/>
                    <a:pt x="130" y="231"/>
                    <a:pt x="130" y="231"/>
                  </a:cubicBezTo>
                  <a:cubicBezTo>
                    <a:pt x="130" y="231"/>
                    <a:pt x="131" y="134"/>
                    <a:pt x="130" y="124"/>
                  </a:cubicBezTo>
                  <a:cubicBezTo>
                    <a:pt x="166" y="124"/>
                    <a:pt x="166" y="124"/>
                    <a:pt x="166" y="124"/>
                  </a:cubicBezTo>
                  <a:cubicBezTo>
                    <a:pt x="166" y="140"/>
                    <a:pt x="166" y="140"/>
                    <a:pt x="166" y="140"/>
                  </a:cubicBezTo>
                  <a:cubicBezTo>
                    <a:pt x="171" y="132"/>
                    <a:pt x="179" y="122"/>
                    <a:pt x="198" y="122"/>
                  </a:cubicBezTo>
                  <a:cubicBezTo>
                    <a:pt x="222" y="122"/>
                    <a:pt x="239" y="137"/>
                    <a:pt x="239" y="170"/>
                  </a:cubicBezTo>
                  <a:lnTo>
                    <a:pt x="239" y="23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65CBF52B-C54E-CBC8-D96B-C0E2673B00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3837" y="4888848"/>
              <a:ext cx="242716" cy="244028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221 w 305"/>
                <a:gd name="T11" fmla="*/ 117 h 304"/>
                <a:gd name="T12" fmla="*/ 221 w 305"/>
                <a:gd name="T13" fmla="*/ 122 h 304"/>
                <a:gd name="T14" fmla="*/ 120 w 305"/>
                <a:gd name="T15" fmla="*/ 221 h 304"/>
                <a:gd name="T16" fmla="*/ 66 w 305"/>
                <a:gd name="T17" fmla="*/ 206 h 304"/>
                <a:gd name="T18" fmla="*/ 75 w 305"/>
                <a:gd name="T19" fmla="*/ 206 h 304"/>
                <a:gd name="T20" fmla="*/ 119 w 305"/>
                <a:gd name="T21" fmla="*/ 191 h 304"/>
                <a:gd name="T22" fmla="*/ 85 w 305"/>
                <a:gd name="T23" fmla="*/ 167 h 304"/>
                <a:gd name="T24" fmla="*/ 92 w 305"/>
                <a:gd name="T25" fmla="*/ 167 h 304"/>
                <a:gd name="T26" fmla="*/ 101 w 305"/>
                <a:gd name="T27" fmla="*/ 166 h 304"/>
                <a:gd name="T28" fmla="*/ 73 w 305"/>
                <a:gd name="T29" fmla="*/ 132 h 304"/>
                <a:gd name="T30" fmla="*/ 73 w 305"/>
                <a:gd name="T31" fmla="*/ 131 h 304"/>
                <a:gd name="T32" fmla="*/ 89 w 305"/>
                <a:gd name="T33" fmla="*/ 136 h 304"/>
                <a:gd name="T34" fmla="*/ 73 w 305"/>
                <a:gd name="T35" fmla="*/ 107 h 304"/>
                <a:gd name="T36" fmla="*/ 78 w 305"/>
                <a:gd name="T37" fmla="*/ 89 h 304"/>
                <a:gd name="T38" fmla="*/ 151 w 305"/>
                <a:gd name="T39" fmla="*/ 126 h 304"/>
                <a:gd name="T40" fmla="*/ 150 w 305"/>
                <a:gd name="T41" fmla="*/ 118 h 304"/>
                <a:gd name="T42" fmla="*/ 186 w 305"/>
                <a:gd name="T43" fmla="*/ 83 h 304"/>
                <a:gd name="T44" fmla="*/ 212 w 305"/>
                <a:gd name="T45" fmla="*/ 94 h 304"/>
                <a:gd name="T46" fmla="*/ 234 w 305"/>
                <a:gd name="T47" fmla="*/ 85 h 304"/>
                <a:gd name="T48" fmla="*/ 219 w 305"/>
                <a:gd name="T49" fmla="*/ 105 h 304"/>
                <a:gd name="T50" fmla="*/ 239 w 305"/>
                <a:gd name="T51" fmla="*/ 99 h 304"/>
                <a:gd name="T52" fmla="*/ 221 w 305"/>
                <a:gd name="T53" fmla="*/ 117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21" y="117"/>
                  </a:moveTo>
                  <a:cubicBezTo>
                    <a:pt x="221" y="122"/>
                    <a:pt x="221" y="122"/>
                    <a:pt x="221" y="122"/>
                  </a:cubicBezTo>
                  <a:cubicBezTo>
                    <a:pt x="221" y="168"/>
                    <a:pt x="186" y="221"/>
                    <a:pt x="120" y="221"/>
                  </a:cubicBezTo>
                  <a:cubicBezTo>
                    <a:pt x="100" y="221"/>
                    <a:pt x="82" y="216"/>
                    <a:pt x="66" y="206"/>
                  </a:cubicBezTo>
                  <a:cubicBezTo>
                    <a:pt x="69" y="206"/>
                    <a:pt x="72" y="206"/>
                    <a:pt x="75" y="206"/>
                  </a:cubicBezTo>
                  <a:cubicBezTo>
                    <a:pt x="91" y="206"/>
                    <a:pt x="106" y="200"/>
                    <a:pt x="119" y="191"/>
                  </a:cubicBezTo>
                  <a:cubicBezTo>
                    <a:pt x="103" y="191"/>
                    <a:pt x="90" y="181"/>
                    <a:pt x="85" y="167"/>
                  </a:cubicBezTo>
                  <a:cubicBezTo>
                    <a:pt x="88" y="167"/>
                    <a:pt x="90" y="167"/>
                    <a:pt x="92" y="167"/>
                  </a:cubicBezTo>
                  <a:cubicBezTo>
                    <a:pt x="95" y="167"/>
                    <a:pt x="99" y="167"/>
                    <a:pt x="101" y="166"/>
                  </a:cubicBezTo>
                  <a:cubicBezTo>
                    <a:pt x="85" y="163"/>
                    <a:pt x="73" y="149"/>
                    <a:pt x="73" y="132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8" y="134"/>
                    <a:pt x="83" y="136"/>
                    <a:pt x="89" y="136"/>
                  </a:cubicBezTo>
                  <a:cubicBezTo>
                    <a:pt x="80" y="130"/>
                    <a:pt x="73" y="119"/>
                    <a:pt x="73" y="107"/>
                  </a:cubicBezTo>
                  <a:cubicBezTo>
                    <a:pt x="73" y="100"/>
                    <a:pt x="75" y="94"/>
                    <a:pt x="78" y="89"/>
                  </a:cubicBezTo>
                  <a:cubicBezTo>
                    <a:pt x="96" y="110"/>
                    <a:pt x="122" y="124"/>
                    <a:pt x="151" y="126"/>
                  </a:cubicBezTo>
                  <a:cubicBezTo>
                    <a:pt x="151" y="123"/>
                    <a:pt x="150" y="120"/>
                    <a:pt x="150" y="118"/>
                  </a:cubicBezTo>
                  <a:cubicBezTo>
                    <a:pt x="150" y="98"/>
                    <a:pt x="166" y="83"/>
                    <a:pt x="186" y="83"/>
                  </a:cubicBezTo>
                  <a:cubicBezTo>
                    <a:pt x="196" y="83"/>
                    <a:pt x="205" y="87"/>
                    <a:pt x="212" y="94"/>
                  </a:cubicBezTo>
                  <a:cubicBezTo>
                    <a:pt x="220" y="92"/>
                    <a:pt x="227" y="89"/>
                    <a:pt x="234" y="85"/>
                  </a:cubicBezTo>
                  <a:cubicBezTo>
                    <a:pt x="231" y="93"/>
                    <a:pt x="226" y="100"/>
                    <a:pt x="219" y="105"/>
                  </a:cubicBezTo>
                  <a:cubicBezTo>
                    <a:pt x="226" y="104"/>
                    <a:pt x="233" y="102"/>
                    <a:pt x="239" y="99"/>
                  </a:cubicBezTo>
                  <a:cubicBezTo>
                    <a:pt x="234" y="106"/>
                    <a:pt x="228" y="112"/>
                    <a:pt x="221" y="1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3C6C143A-3367-0370-9556-23E095E31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2224" y="4888848"/>
              <a:ext cx="242716" cy="244028"/>
            </a:xfrm>
            <a:custGeom>
              <a:avLst/>
              <a:gdLst>
                <a:gd name="T0" fmla="*/ 152 w 305"/>
                <a:gd name="T1" fmla="*/ 124 h 304"/>
                <a:gd name="T2" fmla="*/ 125 w 305"/>
                <a:gd name="T3" fmla="*/ 151 h 304"/>
                <a:gd name="T4" fmla="*/ 152 w 305"/>
                <a:gd name="T5" fmla="*/ 178 h 304"/>
                <a:gd name="T6" fmla="*/ 180 w 305"/>
                <a:gd name="T7" fmla="*/ 151 h 304"/>
                <a:gd name="T8" fmla="*/ 152 w 305"/>
                <a:gd name="T9" fmla="*/ 124 h 304"/>
                <a:gd name="T10" fmla="*/ 187 w 305"/>
                <a:gd name="T11" fmla="*/ 82 h 304"/>
                <a:gd name="T12" fmla="*/ 118 w 305"/>
                <a:gd name="T13" fmla="*/ 82 h 304"/>
                <a:gd name="T14" fmla="*/ 83 w 305"/>
                <a:gd name="T15" fmla="*/ 116 h 304"/>
                <a:gd name="T16" fmla="*/ 83 w 305"/>
                <a:gd name="T17" fmla="*/ 186 h 304"/>
                <a:gd name="T18" fmla="*/ 118 w 305"/>
                <a:gd name="T19" fmla="*/ 220 h 304"/>
                <a:gd name="T20" fmla="*/ 187 w 305"/>
                <a:gd name="T21" fmla="*/ 220 h 304"/>
                <a:gd name="T22" fmla="*/ 222 w 305"/>
                <a:gd name="T23" fmla="*/ 186 h 304"/>
                <a:gd name="T24" fmla="*/ 222 w 305"/>
                <a:gd name="T25" fmla="*/ 116 h 304"/>
                <a:gd name="T26" fmla="*/ 187 w 305"/>
                <a:gd name="T27" fmla="*/ 82 h 304"/>
                <a:gd name="T28" fmla="*/ 152 w 305"/>
                <a:gd name="T29" fmla="*/ 196 h 304"/>
                <a:gd name="T30" fmla="*/ 108 w 305"/>
                <a:gd name="T31" fmla="*/ 151 h 304"/>
                <a:gd name="T32" fmla="*/ 152 w 305"/>
                <a:gd name="T33" fmla="*/ 106 h 304"/>
                <a:gd name="T34" fmla="*/ 197 w 305"/>
                <a:gd name="T35" fmla="*/ 151 h 304"/>
                <a:gd name="T36" fmla="*/ 152 w 305"/>
                <a:gd name="T37" fmla="*/ 196 h 304"/>
                <a:gd name="T38" fmla="*/ 197 w 305"/>
                <a:gd name="T39" fmla="*/ 117 h 304"/>
                <a:gd name="T40" fmla="*/ 187 w 305"/>
                <a:gd name="T41" fmla="*/ 107 h 304"/>
                <a:gd name="T42" fmla="*/ 197 w 305"/>
                <a:gd name="T43" fmla="*/ 96 h 304"/>
                <a:gd name="T44" fmla="*/ 208 w 305"/>
                <a:gd name="T45" fmla="*/ 107 h 304"/>
                <a:gd name="T46" fmla="*/ 197 w 305"/>
                <a:gd name="T47" fmla="*/ 117 h 304"/>
                <a:gd name="T48" fmla="*/ 152 w 305"/>
                <a:gd name="T49" fmla="*/ 0 h 304"/>
                <a:gd name="T50" fmla="*/ 0 w 305"/>
                <a:gd name="T51" fmla="*/ 152 h 304"/>
                <a:gd name="T52" fmla="*/ 152 w 305"/>
                <a:gd name="T53" fmla="*/ 304 h 304"/>
                <a:gd name="T54" fmla="*/ 305 w 305"/>
                <a:gd name="T55" fmla="*/ 152 h 304"/>
                <a:gd name="T56" fmla="*/ 152 w 305"/>
                <a:gd name="T57" fmla="*/ 0 h 304"/>
                <a:gd name="T58" fmla="*/ 239 w 305"/>
                <a:gd name="T59" fmla="*/ 186 h 304"/>
                <a:gd name="T60" fmla="*/ 187 w 305"/>
                <a:gd name="T61" fmla="*/ 237 h 304"/>
                <a:gd name="T62" fmla="*/ 118 w 305"/>
                <a:gd name="T63" fmla="*/ 237 h 304"/>
                <a:gd name="T64" fmla="*/ 66 w 305"/>
                <a:gd name="T65" fmla="*/ 186 h 304"/>
                <a:gd name="T66" fmla="*/ 66 w 305"/>
                <a:gd name="T67" fmla="*/ 116 h 304"/>
                <a:gd name="T68" fmla="*/ 118 w 305"/>
                <a:gd name="T69" fmla="*/ 65 h 304"/>
                <a:gd name="T70" fmla="*/ 187 w 305"/>
                <a:gd name="T71" fmla="*/ 65 h 304"/>
                <a:gd name="T72" fmla="*/ 239 w 305"/>
                <a:gd name="T73" fmla="*/ 116 h 304"/>
                <a:gd name="T74" fmla="*/ 239 w 305"/>
                <a:gd name="T75" fmla="*/ 186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5" h="304">
                  <a:moveTo>
                    <a:pt x="152" y="124"/>
                  </a:moveTo>
                  <a:cubicBezTo>
                    <a:pt x="137" y="124"/>
                    <a:pt x="125" y="136"/>
                    <a:pt x="125" y="151"/>
                  </a:cubicBezTo>
                  <a:cubicBezTo>
                    <a:pt x="125" y="166"/>
                    <a:pt x="137" y="178"/>
                    <a:pt x="152" y="178"/>
                  </a:cubicBezTo>
                  <a:cubicBezTo>
                    <a:pt x="168" y="178"/>
                    <a:pt x="180" y="166"/>
                    <a:pt x="180" y="151"/>
                  </a:cubicBezTo>
                  <a:cubicBezTo>
                    <a:pt x="180" y="136"/>
                    <a:pt x="168" y="124"/>
                    <a:pt x="152" y="124"/>
                  </a:cubicBezTo>
                  <a:close/>
                  <a:moveTo>
                    <a:pt x="187" y="82"/>
                  </a:moveTo>
                  <a:cubicBezTo>
                    <a:pt x="118" y="82"/>
                    <a:pt x="118" y="82"/>
                    <a:pt x="118" y="82"/>
                  </a:cubicBezTo>
                  <a:cubicBezTo>
                    <a:pt x="99" y="82"/>
                    <a:pt x="83" y="97"/>
                    <a:pt x="83" y="116"/>
                  </a:cubicBezTo>
                  <a:cubicBezTo>
                    <a:pt x="83" y="186"/>
                    <a:pt x="83" y="186"/>
                    <a:pt x="83" y="186"/>
                  </a:cubicBezTo>
                  <a:cubicBezTo>
                    <a:pt x="83" y="205"/>
                    <a:pt x="99" y="220"/>
                    <a:pt x="118" y="220"/>
                  </a:cubicBezTo>
                  <a:cubicBezTo>
                    <a:pt x="187" y="220"/>
                    <a:pt x="187" y="220"/>
                    <a:pt x="187" y="220"/>
                  </a:cubicBezTo>
                  <a:cubicBezTo>
                    <a:pt x="206" y="220"/>
                    <a:pt x="222" y="205"/>
                    <a:pt x="222" y="186"/>
                  </a:cubicBezTo>
                  <a:cubicBezTo>
                    <a:pt x="222" y="116"/>
                    <a:pt x="222" y="116"/>
                    <a:pt x="222" y="116"/>
                  </a:cubicBezTo>
                  <a:cubicBezTo>
                    <a:pt x="222" y="97"/>
                    <a:pt x="206" y="82"/>
                    <a:pt x="187" y="82"/>
                  </a:cubicBezTo>
                  <a:close/>
                  <a:moveTo>
                    <a:pt x="152" y="196"/>
                  </a:moveTo>
                  <a:cubicBezTo>
                    <a:pt x="128" y="196"/>
                    <a:pt x="108" y="176"/>
                    <a:pt x="108" y="151"/>
                  </a:cubicBezTo>
                  <a:cubicBezTo>
                    <a:pt x="108" y="126"/>
                    <a:pt x="128" y="106"/>
                    <a:pt x="152" y="106"/>
                  </a:cubicBezTo>
                  <a:cubicBezTo>
                    <a:pt x="177" y="106"/>
                    <a:pt x="197" y="126"/>
                    <a:pt x="197" y="151"/>
                  </a:cubicBezTo>
                  <a:cubicBezTo>
                    <a:pt x="197" y="176"/>
                    <a:pt x="177" y="196"/>
                    <a:pt x="152" y="196"/>
                  </a:cubicBezTo>
                  <a:close/>
                  <a:moveTo>
                    <a:pt x="197" y="117"/>
                  </a:moveTo>
                  <a:cubicBezTo>
                    <a:pt x="191" y="117"/>
                    <a:pt x="187" y="113"/>
                    <a:pt x="187" y="107"/>
                  </a:cubicBezTo>
                  <a:cubicBezTo>
                    <a:pt x="187" y="101"/>
                    <a:pt x="191" y="96"/>
                    <a:pt x="197" y="96"/>
                  </a:cubicBezTo>
                  <a:cubicBezTo>
                    <a:pt x="203" y="96"/>
                    <a:pt x="208" y="101"/>
                    <a:pt x="208" y="107"/>
                  </a:cubicBezTo>
                  <a:cubicBezTo>
                    <a:pt x="208" y="113"/>
                    <a:pt x="203" y="117"/>
                    <a:pt x="197" y="117"/>
                  </a:cubicBezTo>
                  <a:close/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39" y="186"/>
                  </a:moveTo>
                  <a:cubicBezTo>
                    <a:pt x="239" y="214"/>
                    <a:pt x="216" y="237"/>
                    <a:pt x="187" y="237"/>
                  </a:cubicBezTo>
                  <a:cubicBezTo>
                    <a:pt x="118" y="237"/>
                    <a:pt x="118" y="237"/>
                    <a:pt x="118" y="237"/>
                  </a:cubicBezTo>
                  <a:cubicBezTo>
                    <a:pt x="89" y="237"/>
                    <a:pt x="66" y="214"/>
                    <a:pt x="66" y="18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88"/>
                    <a:pt x="89" y="65"/>
                    <a:pt x="118" y="65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216" y="65"/>
                    <a:pt x="239" y="88"/>
                    <a:pt x="239" y="116"/>
                  </a:cubicBezTo>
                  <a:lnTo>
                    <a:pt x="239" y="1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0108DAF-7482-1102-6AD0-0A7C8077355F}"/>
              </a:ext>
            </a:extLst>
          </p:cNvPr>
          <p:cNvSpPr txBox="1"/>
          <p:nvPr/>
        </p:nvSpPr>
        <p:spPr>
          <a:xfrm>
            <a:off x="1162168" y="5333869"/>
            <a:ext cx="271783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Text printing and title</a:t>
            </a:r>
          </a:p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sit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FCC36CB-DE1C-7BD9-7F21-39AE70388D5F}"/>
              </a:ext>
            </a:extLst>
          </p:cNvPr>
          <p:cNvGrpSpPr/>
          <p:nvPr/>
        </p:nvGrpSpPr>
        <p:grpSpPr>
          <a:xfrm>
            <a:off x="9221233" y="5031771"/>
            <a:ext cx="897192" cy="190919"/>
            <a:chOff x="1604136" y="4884077"/>
            <a:chExt cx="1169190" cy="248799"/>
          </a:xfrm>
          <a:solidFill>
            <a:schemeClr val="accent1"/>
          </a:solidFill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C2B976F4-BBD6-C8B6-9053-84FCED6D6E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4136" y="4888848"/>
              <a:ext cx="244030" cy="244028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171 w 305"/>
                <a:gd name="T11" fmla="*/ 124 h 304"/>
                <a:gd name="T12" fmla="*/ 201 w 305"/>
                <a:gd name="T13" fmla="*/ 124 h 304"/>
                <a:gd name="T14" fmla="*/ 204 w 305"/>
                <a:gd name="T15" fmla="*/ 125 h 304"/>
                <a:gd name="T16" fmla="*/ 206 w 305"/>
                <a:gd name="T17" fmla="*/ 128 h 304"/>
                <a:gd name="T18" fmla="*/ 206 w 305"/>
                <a:gd name="T19" fmla="*/ 161 h 304"/>
                <a:gd name="T20" fmla="*/ 202 w 305"/>
                <a:gd name="T21" fmla="*/ 165 h 304"/>
                <a:gd name="T22" fmla="*/ 171 w 305"/>
                <a:gd name="T23" fmla="*/ 165 h 304"/>
                <a:gd name="T24" fmla="*/ 171 w 305"/>
                <a:gd name="T25" fmla="*/ 248 h 304"/>
                <a:gd name="T26" fmla="*/ 167 w 305"/>
                <a:gd name="T27" fmla="*/ 252 h 304"/>
                <a:gd name="T28" fmla="*/ 133 w 305"/>
                <a:gd name="T29" fmla="*/ 252 h 304"/>
                <a:gd name="T30" fmla="*/ 129 w 305"/>
                <a:gd name="T31" fmla="*/ 248 h 304"/>
                <a:gd name="T32" fmla="*/ 129 w 305"/>
                <a:gd name="T33" fmla="*/ 165 h 304"/>
                <a:gd name="T34" fmla="*/ 102 w 305"/>
                <a:gd name="T35" fmla="*/ 165 h 304"/>
                <a:gd name="T36" fmla="*/ 98 w 305"/>
                <a:gd name="T37" fmla="*/ 161 h 304"/>
                <a:gd name="T38" fmla="*/ 98 w 305"/>
                <a:gd name="T39" fmla="*/ 128 h 304"/>
                <a:gd name="T40" fmla="*/ 102 w 305"/>
                <a:gd name="T41" fmla="*/ 124 h 304"/>
                <a:gd name="T42" fmla="*/ 129 w 305"/>
                <a:gd name="T43" fmla="*/ 124 h 304"/>
                <a:gd name="T44" fmla="*/ 128 w 305"/>
                <a:gd name="T45" fmla="*/ 101 h 304"/>
                <a:gd name="T46" fmla="*/ 176 w 305"/>
                <a:gd name="T47" fmla="*/ 52 h 304"/>
                <a:gd name="T48" fmla="*/ 203 w 305"/>
                <a:gd name="T49" fmla="*/ 52 h 304"/>
                <a:gd name="T50" fmla="*/ 207 w 305"/>
                <a:gd name="T51" fmla="*/ 56 h 304"/>
                <a:gd name="T52" fmla="*/ 207 w 305"/>
                <a:gd name="T53" fmla="*/ 86 h 304"/>
                <a:gd name="T54" fmla="*/ 203 w 305"/>
                <a:gd name="T55" fmla="*/ 90 h 304"/>
                <a:gd name="T56" fmla="*/ 185 w 305"/>
                <a:gd name="T57" fmla="*/ 90 h 304"/>
                <a:gd name="T58" fmla="*/ 171 w 305"/>
                <a:gd name="T59" fmla="*/ 104 h 304"/>
                <a:gd name="T60" fmla="*/ 171 w 305"/>
                <a:gd name="T61" fmla="*/ 12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171" y="124"/>
                  </a:moveTo>
                  <a:cubicBezTo>
                    <a:pt x="201" y="124"/>
                    <a:pt x="201" y="124"/>
                    <a:pt x="201" y="124"/>
                  </a:cubicBezTo>
                  <a:cubicBezTo>
                    <a:pt x="203" y="124"/>
                    <a:pt x="204" y="124"/>
                    <a:pt x="204" y="125"/>
                  </a:cubicBezTo>
                  <a:cubicBezTo>
                    <a:pt x="205" y="126"/>
                    <a:pt x="206" y="127"/>
                    <a:pt x="206" y="128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3"/>
                    <a:pt x="204" y="165"/>
                    <a:pt x="202" y="165"/>
                  </a:cubicBezTo>
                  <a:cubicBezTo>
                    <a:pt x="171" y="165"/>
                    <a:pt x="171" y="165"/>
                    <a:pt x="171" y="165"/>
                  </a:cubicBezTo>
                  <a:cubicBezTo>
                    <a:pt x="171" y="248"/>
                    <a:pt x="171" y="248"/>
                    <a:pt x="171" y="248"/>
                  </a:cubicBezTo>
                  <a:cubicBezTo>
                    <a:pt x="171" y="250"/>
                    <a:pt x="169" y="252"/>
                    <a:pt x="167" y="252"/>
                  </a:cubicBezTo>
                  <a:cubicBezTo>
                    <a:pt x="133" y="252"/>
                    <a:pt x="133" y="252"/>
                    <a:pt x="133" y="252"/>
                  </a:cubicBezTo>
                  <a:cubicBezTo>
                    <a:pt x="131" y="252"/>
                    <a:pt x="129" y="251"/>
                    <a:pt x="129" y="248"/>
                  </a:cubicBezTo>
                  <a:cubicBezTo>
                    <a:pt x="129" y="165"/>
                    <a:pt x="129" y="165"/>
                    <a:pt x="129" y="165"/>
                  </a:cubicBezTo>
                  <a:cubicBezTo>
                    <a:pt x="102" y="165"/>
                    <a:pt x="102" y="165"/>
                    <a:pt x="102" y="165"/>
                  </a:cubicBezTo>
                  <a:cubicBezTo>
                    <a:pt x="100" y="165"/>
                    <a:pt x="98" y="163"/>
                    <a:pt x="98" y="161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6"/>
                    <a:pt x="100" y="124"/>
                    <a:pt x="102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28" y="71"/>
                    <a:pt x="147" y="52"/>
                    <a:pt x="176" y="52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205" y="52"/>
                    <a:pt x="207" y="53"/>
                    <a:pt x="207" y="56"/>
                  </a:cubicBezTo>
                  <a:cubicBezTo>
                    <a:pt x="207" y="86"/>
                    <a:pt x="207" y="86"/>
                    <a:pt x="207" y="86"/>
                  </a:cubicBezTo>
                  <a:cubicBezTo>
                    <a:pt x="207" y="89"/>
                    <a:pt x="205" y="90"/>
                    <a:pt x="203" y="90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73" y="90"/>
                    <a:pt x="171" y="95"/>
                    <a:pt x="171" y="104"/>
                  </a:cubicBezTo>
                  <a:lnTo>
                    <a:pt x="171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6">
              <a:extLst>
                <a:ext uri="{FF2B5EF4-FFF2-40B4-BE49-F238E27FC236}">
                  <a16:creationId xmlns:a16="http://schemas.microsoft.com/office/drawing/2014/main" id="{231DD333-B618-1F99-FE07-6783B0EB27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0610" y="4884077"/>
              <a:ext cx="242716" cy="244028"/>
            </a:xfrm>
            <a:custGeom>
              <a:avLst/>
              <a:gdLst>
                <a:gd name="T0" fmla="*/ 153 w 305"/>
                <a:gd name="T1" fmla="*/ 0 h 304"/>
                <a:gd name="T2" fmla="*/ 0 w 305"/>
                <a:gd name="T3" fmla="*/ 152 h 304"/>
                <a:gd name="T4" fmla="*/ 153 w 305"/>
                <a:gd name="T5" fmla="*/ 304 h 304"/>
                <a:gd name="T6" fmla="*/ 305 w 305"/>
                <a:gd name="T7" fmla="*/ 152 h 304"/>
                <a:gd name="T8" fmla="*/ 153 w 305"/>
                <a:gd name="T9" fmla="*/ 0 h 304"/>
                <a:gd name="T10" fmla="*/ 111 w 305"/>
                <a:gd name="T11" fmla="*/ 231 h 304"/>
                <a:gd name="T12" fmla="*/ 75 w 305"/>
                <a:gd name="T13" fmla="*/ 231 h 304"/>
                <a:gd name="T14" fmla="*/ 75 w 305"/>
                <a:gd name="T15" fmla="*/ 124 h 304"/>
                <a:gd name="T16" fmla="*/ 111 w 305"/>
                <a:gd name="T17" fmla="*/ 124 h 304"/>
                <a:gd name="T18" fmla="*/ 111 w 305"/>
                <a:gd name="T19" fmla="*/ 231 h 304"/>
                <a:gd name="T20" fmla="*/ 93 w 305"/>
                <a:gd name="T21" fmla="*/ 110 h 304"/>
                <a:gd name="T22" fmla="*/ 93 w 305"/>
                <a:gd name="T23" fmla="*/ 110 h 304"/>
                <a:gd name="T24" fmla="*/ 73 w 305"/>
                <a:gd name="T25" fmla="*/ 91 h 304"/>
                <a:gd name="T26" fmla="*/ 93 w 305"/>
                <a:gd name="T27" fmla="*/ 73 h 304"/>
                <a:gd name="T28" fmla="*/ 113 w 305"/>
                <a:gd name="T29" fmla="*/ 91 h 304"/>
                <a:gd name="T30" fmla="*/ 93 w 305"/>
                <a:gd name="T31" fmla="*/ 110 h 304"/>
                <a:gd name="T32" fmla="*/ 239 w 305"/>
                <a:gd name="T33" fmla="*/ 231 h 304"/>
                <a:gd name="T34" fmla="*/ 203 w 305"/>
                <a:gd name="T35" fmla="*/ 231 h 304"/>
                <a:gd name="T36" fmla="*/ 203 w 305"/>
                <a:gd name="T37" fmla="*/ 174 h 304"/>
                <a:gd name="T38" fmla="*/ 185 w 305"/>
                <a:gd name="T39" fmla="*/ 150 h 304"/>
                <a:gd name="T40" fmla="*/ 167 w 305"/>
                <a:gd name="T41" fmla="*/ 163 h 304"/>
                <a:gd name="T42" fmla="*/ 166 w 305"/>
                <a:gd name="T43" fmla="*/ 172 h 304"/>
                <a:gd name="T44" fmla="*/ 166 w 305"/>
                <a:gd name="T45" fmla="*/ 231 h 304"/>
                <a:gd name="T46" fmla="*/ 130 w 305"/>
                <a:gd name="T47" fmla="*/ 231 h 304"/>
                <a:gd name="T48" fmla="*/ 130 w 305"/>
                <a:gd name="T49" fmla="*/ 124 h 304"/>
                <a:gd name="T50" fmla="*/ 166 w 305"/>
                <a:gd name="T51" fmla="*/ 124 h 304"/>
                <a:gd name="T52" fmla="*/ 166 w 305"/>
                <a:gd name="T53" fmla="*/ 140 h 304"/>
                <a:gd name="T54" fmla="*/ 198 w 305"/>
                <a:gd name="T55" fmla="*/ 122 h 304"/>
                <a:gd name="T56" fmla="*/ 239 w 305"/>
                <a:gd name="T57" fmla="*/ 170 h 304"/>
                <a:gd name="T58" fmla="*/ 239 w 305"/>
                <a:gd name="T59" fmla="*/ 23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04">
                  <a:moveTo>
                    <a:pt x="153" y="0"/>
                  </a:moveTo>
                  <a:cubicBezTo>
                    <a:pt x="69" y="0"/>
                    <a:pt x="0" y="68"/>
                    <a:pt x="0" y="152"/>
                  </a:cubicBezTo>
                  <a:cubicBezTo>
                    <a:pt x="0" y="236"/>
                    <a:pt x="69" y="304"/>
                    <a:pt x="153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11" y="231"/>
                  </a:moveTo>
                  <a:cubicBezTo>
                    <a:pt x="75" y="231"/>
                    <a:pt x="75" y="231"/>
                    <a:pt x="75" y="231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111" y="124"/>
                    <a:pt x="111" y="124"/>
                    <a:pt x="111" y="124"/>
                  </a:cubicBezTo>
                  <a:lnTo>
                    <a:pt x="111" y="231"/>
                  </a:lnTo>
                  <a:close/>
                  <a:moveTo>
                    <a:pt x="93" y="110"/>
                  </a:moveTo>
                  <a:cubicBezTo>
                    <a:pt x="93" y="110"/>
                    <a:pt x="93" y="110"/>
                    <a:pt x="93" y="110"/>
                  </a:cubicBezTo>
                  <a:cubicBezTo>
                    <a:pt x="81" y="110"/>
                    <a:pt x="73" y="101"/>
                    <a:pt x="73" y="91"/>
                  </a:cubicBezTo>
                  <a:cubicBezTo>
                    <a:pt x="73" y="81"/>
                    <a:pt x="81" y="73"/>
                    <a:pt x="93" y="73"/>
                  </a:cubicBezTo>
                  <a:cubicBezTo>
                    <a:pt x="105" y="73"/>
                    <a:pt x="113" y="81"/>
                    <a:pt x="113" y="91"/>
                  </a:cubicBezTo>
                  <a:cubicBezTo>
                    <a:pt x="113" y="101"/>
                    <a:pt x="105" y="110"/>
                    <a:pt x="93" y="110"/>
                  </a:cubicBezTo>
                  <a:close/>
                  <a:moveTo>
                    <a:pt x="239" y="231"/>
                  </a:moveTo>
                  <a:cubicBezTo>
                    <a:pt x="203" y="231"/>
                    <a:pt x="203" y="231"/>
                    <a:pt x="203" y="231"/>
                  </a:cubicBezTo>
                  <a:cubicBezTo>
                    <a:pt x="203" y="174"/>
                    <a:pt x="203" y="174"/>
                    <a:pt x="203" y="174"/>
                  </a:cubicBezTo>
                  <a:cubicBezTo>
                    <a:pt x="203" y="160"/>
                    <a:pt x="198" y="150"/>
                    <a:pt x="185" y="150"/>
                  </a:cubicBezTo>
                  <a:cubicBezTo>
                    <a:pt x="176" y="150"/>
                    <a:pt x="170" y="157"/>
                    <a:pt x="167" y="163"/>
                  </a:cubicBezTo>
                  <a:cubicBezTo>
                    <a:pt x="166" y="165"/>
                    <a:pt x="166" y="168"/>
                    <a:pt x="166" y="172"/>
                  </a:cubicBezTo>
                  <a:cubicBezTo>
                    <a:pt x="166" y="231"/>
                    <a:pt x="166" y="231"/>
                    <a:pt x="166" y="231"/>
                  </a:cubicBezTo>
                  <a:cubicBezTo>
                    <a:pt x="130" y="231"/>
                    <a:pt x="130" y="231"/>
                    <a:pt x="130" y="231"/>
                  </a:cubicBezTo>
                  <a:cubicBezTo>
                    <a:pt x="130" y="231"/>
                    <a:pt x="131" y="134"/>
                    <a:pt x="130" y="124"/>
                  </a:cubicBezTo>
                  <a:cubicBezTo>
                    <a:pt x="166" y="124"/>
                    <a:pt x="166" y="124"/>
                    <a:pt x="166" y="124"/>
                  </a:cubicBezTo>
                  <a:cubicBezTo>
                    <a:pt x="166" y="140"/>
                    <a:pt x="166" y="140"/>
                    <a:pt x="166" y="140"/>
                  </a:cubicBezTo>
                  <a:cubicBezTo>
                    <a:pt x="171" y="132"/>
                    <a:pt x="179" y="122"/>
                    <a:pt x="198" y="122"/>
                  </a:cubicBezTo>
                  <a:cubicBezTo>
                    <a:pt x="222" y="122"/>
                    <a:pt x="239" y="137"/>
                    <a:pt x="239" y="170"/>
                  </a:cubicBezTo>
                  <a:lnTo>
                    <a:pt x="239" y="23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7">
              <a:extLst>
                <a:ext uri="{FF2B5EF4-FFF2-40B4-BE49-F238E27FC236}">
                  <a16:creationId xmlns:a16="http://schemas.microsoft.com/office/drawing/2014/main" id="{7469CA54-A551-CB25-25BE-62AFF690A5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3837" y="4888848"/>
              <a:ext cx="242716" cy="244028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221 w 305"/>
                <a:gd name="T11" fmla="*/ 117 h 304"/>
                <a:gd name="T12" fmla="*/ 221 w 305"/>
                <a:gd name="T13" fmla="*/ 122 h 304"/>
                <a:gd name="T14" fmla="*/ 120 w 305"/>
                <a:gd name="T15" fmla="*/ 221 h 304"/>
                <a:gd name="T16" fmla="*/ 66 w 305"/>
                <a:gd name="T17" fmla="*/ 206 h 304"/>
                <a:gd name="T18" fmla="*/ 75 w 305"/>
                <a:gd name="T19" fmla="*/ 206 h 304"/>
                <a:gd name="T20" fmla="*/ 119 w 305"/>
                <a:gd name="T21" fmla="*/ 191 h 304"/>
                <a:gd name="T22" fmla="*/ 85 w 305"/>
                <a:gd name="T23" fmla="*/ 167 h 304"/>
                <a:gd name="T24" fmla="*/ 92 w 305"/>
                <a:gd name="T25" fmla="*/ 167 h 304"/>
                <a:gd name="T26" fmla="*/ 101 w 305"/>
                <a:gd name="T27" fmla="*/ 166 h 304"/>
                <a:gd name="T28" fmla="*/ 73 w 305"/>
                <a:gd name="T29" fmla="*/ 132 h 304"/>
                <a:gd name="T30" fmla="*/ 73 w 305"/>
                <a:gd name="T31" fmla="*/ 131 h 304"/>
                <a:gd name="T32" fmla="*/ 89 w 305"/>
                <a:gd name="T33" fmla="*/ 136 h 304"/>
                <a:gd name="T34" fmla="*/ 73 w 305"/>
                <a:gd name="T35" fmla="*/ 107 h 304"/>
                <a:gd name="T36" fmla="*/ 78 w 305"/>
                <a:gd name="T37" fmla="*/ 89 h 304"/>
                <a:gd name="T38" fmla="*/ 151 w 305"/>
                <a:gd name="T39" fmla="*/ 126 h 304"/>
                <a:gd name="T40" fmla="*/ 150 w 305"/>
                <a:gd name="T41" fmla="*/ 118 h 304"/>
                <a:gd name="T42" fmla="*/ 186 w 305"/>
                <a:gd name="T43" fmla="*/ 83 h 304"/>
                <a:gd name="T44" fmla="*/ 212 w 305"/>
                <a:gd name="T45" fmla="*/ 94 h 304"/>
                <a:gd name="T46" fmla="*/ 234 w 305"/>
                <a:gd name="T47" fmla="*/ 85 h 304"/>
                <a:gd name="T48" fmla="*/ 219 w 305"/>
                <a:gd name="T49" fmla="*/ 105 h 304"/>
                <a:gd name="T50" fmla="*/ 239 w 305"/>
                <a:gd name="T51" fmla="*/ 99 h 304"/>
                <a:gd name="T52" fmla="*/ 221 w 305"/>
                <a:gd name="T53" fmla="*/ 117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21" y="117"/>
                  </a:moveTo>
                  <a:cubicBezTo>
                    <a:pt x="221" y="122"/>
                    <a:pt x="221" y="122"/>
                    <a:pt x="221" y="122"/>
                  </a:cubicBezTo>
                  <a:cubicBezTo>
                    <a:pt x="221" y="168"/>
                    <a:pt x="186" y="221"/>
                    <a:pt x="120" y="221"/>
                  </a:cubicBezTo>
                  <a:cubicBezTo>
                    <a:pt x="100" y="221"/>
                    <a:pt x="82" y="216"/>
                    <a:pt x="66" y="206"/>
                  </a:cubicBezTo>
                  <a:cubicBezTo>
                    <a:pt x="69" y="206"/>
                    <a:pt x="72" y="206"/>
                    <a:pt x="75" y="206"/>
                  </a:cubicBezTo>
                  <a:cubicBezTo>
                    <a:pt x="91" y="206"/>
                    <a:pt x="106" y="200"/>
                    <a:pt x="119" y="191"/>
                  </a:cubicBezTo>
                  <a:cubicBezTo>
                    <a:pt x="103" y="191"/>
                    <a:pt x="90" y="181"/>
                    <a:pt x="85" y="167"/>
                  </a:cubicBezTo>
                  <a:cubicBezTo>
                    <a:pt x="88" y="167"/>
                    <a:pt x="90" y="167"/>
                    <a:pt x="92" y="167"/>
                  </a:cubicBezTo>
                  <a:cubicBezTo>
                    <a:pt x="95" y="167"/>
                    <a:pt x="99" y="167"/>
                    <a:pt x="101" y="166"/>
                  </a:cubicBezTo>
                  <a:cubicBezTo>
                    <a:pt x="85" y="163"/>
                    <a:pt x="73" y="149"/>
                    <a:pt x="73" y="132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8" y="134"/>
                    <a:pt x="83" y="136"/>
                    <a:pt x="89" y="136"/>
                  </a:cubicBezTo>
                  <a:cubicBezTo>
                    <a:pt x="80" y="130"/>
                    <a:pt x="73" y="119"/>
                    <a:pt x="73" y="107"/>
                  </a:cubicBezTo>
                  <a:cubicBezTo>
                    <a:pt x="73" y="100"/>
                    <a:pt x="75" y="94"/>
                    <a:pt x="78" y="89"/>
                  </a:cubicBezTo>
                  <a:cubicBezTo>
                    <a:pt x="96" y="110"/>
                    <a:pt x="122" y="124"/>
                    <a:pt x="151" y="126"/>
                  </a:cubicBezTo>
                  <a:cubicBezTo>
                    <a:pt x="151" y="123"/>
                    <a:pt x="150" y="120"/>
                    <a:pt x="150" y="118"/>
                  </a:cubicBezTo>
                  <a:cubicBezTo>
                    <a:pt x="150" y="98"/>
                    <a:pt x="166" y="83"/>
                    <a:pt x="186" y="83"/>
                  </a:cubicBezTo>
                  <a:cubicBezTo>
                    <a:pt x="196" y="83"/>
                    <a:pt x="205" y="87"/>
                    <a:pt x="212" y="94"/>
                  </a:cubicBezTo>
                  <a:cubicBezTo>
                    <a:pt x="220" y="92"/>
                    <a:pt x="227" y="89"/>
                    <a:pt x="234" y="85"/>
                  </a:cubicBezTo>
                  <a:cubicBezTo>
                    <a:pt x="231" y="93"/>
                    <a:pt x="226" y="100"/>
                    <a:pt x="219" y="105"/>
                  </a:cubicBezTo>
                  <a:cubicBezTo>
                    <a:pt x="226" y="104"/>
                    <a:pt x="233" y="102"/>
                    <a:pt x="239" y="99"/>
                  </a:cubicBezTo>
                  <a:cubicBezTo>
                    <a:pt x="234" y="106"/>
                    <a:pt x="228" y="112"/>
                    <a:pt x="221" y="1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8">
              <a:extLst>
                <a:ext uri="{FF2B5EF4-FFF2-40B4-BE49-F238E27FC236}">
                  <a16:creationId xmlns:a16="http://schemas.microsoft.com/office/drawing/2014/main" id="{93D6DFD1-8CF9-90A4-4E1E-34BEA9910A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2224" y="4888848"/>
              <a:ext cx="242716" cy="244028"/>
            </a:xfrm>
            <a:custGeom>
              <a:avLst/>
              <a:gdLst>
                <a:gd name="T0" fmla="*/ 152 w 305"/>
                <a:gd name="T1" fmla="*/ 124 h 304"/>
                <a:gd name="T2" fmla="*/ 125 w 305"/>
                <a:gd name="T3" fmla="*/ 151 h 304"/>
                <a:gd name="T4" fmla="*/ 152 w 305"/>
                <a:gd name="T5" fmla="*/ 178 h 304"/>
                <a:gd name="T6" fmla="*/ 180 w 305"/>
                <a:gd name="T7" fmla="*/ 151 h 304"/>
                <a:gd name="T8" fmla="*/ 152 w 305"/>
                <a:gd name="T9" fmla="*/ 124 h 304"/>
                <a:gd name="T10" fmla="*/ 187 w 305"/>
                <a:gd name="T11" fmla="*/ 82 h 304"/>
                <a:gd name="T12" fmla="*/ 118 w 305"/>
                <a:gd name="T13" fmla="*/ 82 h 304"/>
                <a:gd name="T14" fmla="*/ 83 w 305"/>
                <a:gd name="T15" fmla="*/ 116 h 304"/>
                <a:gd name="T16" fmla="*/ 83 w 305"/>
                <a:gd name="T17" fmla="*/ 186 h 304"/>
                <a:gd name="T18" fmla="*/ 118 w 305"/>
                <a:gd name="T19" fmla="*/ 220 h 304"/>
                <a:gd name="T20" fmla="*/ 187 w 305"/>
                <a:gd name="T21" fmla="*/ 220 h 304"/>
                <a:gd name="T22" fmla="*/ 222 w 305"/>
                <a:gd name="T23" fmla="*/ 186 h 304"/>
                <a:gd name="T24" fmla="*/ 222 w 305"/>
                <a:gd name="T25" fmla="*/ 116 h 304"/>
                <a:gd name="T26" fmla="*/ 187 w 305"/>
                <a:gd name="T27" fmla="*/ 82 h 304"/>
                <a:gd name="T28" fmla="*/ 152 w 305"/>
                <a:gd name="T29" fmla="*/ 196 h 304"/>
                <a:gd name="T30" fmla="*/ 108 w 305"/>
                <a:gd name="T31" fmla="*/ 151 h 304"/>
                <a:gd name="T32" fmla="*/ 152 w 305"/>
                <a:gd name="T33" fmla="*/ 106 h 304"/>
                <a:gd name="T34" fmla="*/ 197 w 305"/>
                <a:gd name="T35" fmla="*/ 151 h 304"/>
                <a:gd name="T36" fmla="*/ 152 w 305"/>
                <a:gd name="T37" fmla="*/ 196 h 304"/>
                <a:gd name="T38" fmla="*/ 197 w 305"/>
                <a:gd name="T39" fmla="*/ 117 h 304"/>
                <a:gd name="T40" fmla="*/ 187 w 305"/>
                <a:gd name="T41" fmla="*/ 107 h 304"/>
                <a:gd name="T42" fmla="*/ 197 w 305"/>
                <a:gd name="T43" fmla="*/ 96 h 304"/>
                <a:gd name="T44" fmla="*/ 208 w 305"/>
                <a:gd name="T45" fmla="*/ 107 h 304"/>
                <a:gd name="T46" fmla="*/ 197 w 305"/>
                <a:gd name="T47" fmla="*/ 117 h 304"/>
                <a:gd name="T48" fmla="*/ 152 w 305"/>
                <a:gd name="T49" fmla="*/ 0 h 304"/>
                <a:gd name="T50" fmla="*/ 0 w 305"/>
                <a:gd name="T51" fmla="*/ 152 h 304"/>
                <a:gd name="T52" fmla="*/ 152 w 305"/>
                <a:gd name="T53" fmla="*/ 304 h 304"/>
                <a:gd name="T54" fmla="*/ 305 w 305"/>
                <a:gd name="T55" fmla="*/ 152 h 304"/>
                <a:gd name="T56" fmla="*/ 152 w 305"/>
                <a:gd name="T57" fmla="*/ 0 h 304"/>
                <a:gd name="T58" fmla="*/ 239 w 305"/>
                <a:gd name="T59" fmla="*/ 186 h 304"/>
                <a:gd name="T60" fmla="*/ 187 w 305"/>
                <a:gd name="T61" fmla="*/ 237 h 304"/>
                <a:gd name="T62" fmla="*/ 118 w 305"/>
                <a:gd name="T63" fmla="*/ 237 h 304"/>
                <a:gd name="T64" fmla="*/ 66 w 305"/>
                <a:gd name="T65" fmla="*/ 186 h 304"/>
                <a:gd name="T66" fmla="*/ 66 w 305"/>
                <a:gd name="T67" fmla="*/ 116 h 304"/>
                <a:gd name="T68" fmla="*/ 118 w 305"/>
                <a:gd name="T69" fmla="*/ 65 h 304"/>
                <a:gd name="T70" fmla="*/ 187 w 305"/>
                <a:gd name="T71" fmla="*/ 65 h 304"/>
                <a:gd name="T72" fmla="*/ 239 w 305"/>
                <a:gd name="T73" fmla="*/ 116 h 304"/>
                <a:gd name="T74" fmla="*/ 239 w 305"/>
                <a:gd name="T75" fmla="*/ 186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5" h="304">
                  <a:moveTo>
                    <a:pt x="152" y="124"/>
                  </a:moveTo>
                  <a:cubicBezTo>
                    <a:pt x="137" y="124"/>
                    <a:pt x="125" y="136"/>
                    <a:pt x="125" y="151"/>
                  </a:cubicBezTo>
                  <a:cubicBezTo>
                    <a:pt x="125" y="166"/>
                    <a:pt x="137" y="178"/>
                    <a:pt x="152" y="178"/>
                  </a:cubicBezTo>
                  <a:cubicBezTo>
                    <a:pt x="168" y="178"/>
                    <a:pt x="180" y="166"/>
                    <a:pt x="180" y="151"/>
                  </a:cubicBezTo>
                  <a:cubicBezTo>
                    <a:pt x="180" y="136"/>
                    <a:pt x="168" y="124"/>
                    <a:pt x="152" y="124"/>
                  </a:cubicBezTo>
                  <a:close/>
                  <a:moveTo>
                    <a:pt x="187" y="82"/>
                  </a:moveTo>
                  <a:cubicBezTo>
                    <a:pt x="118" y="82"/>
                    <a:pt x="118" y="82"/>
                    <a:pt x="118" y="82"/>
                  </a:cubicBezTo>
                  <a:cubicBezTo>
                    <a:pt x="99" y="82"/>
                    <a:pt x="83" y="97"/>
                    <a:pt x="83" y="116"/>
                  </a:cubicBezTo>
                  <a:cubicBezTo>
                    <a:pt x="83" y="186"/>
                    <a:pt x="83" y="186"/>
                    <a:pt x="83" y="186"/>
                  </a:cubicBezTo>
                  <a:cubicBezTo>
                    <a:pt x="83" y="205"/>
                    <a:pt x="99" y="220"/>
                    <a:pt x="118" y="220"/>
                  </a:cubicBezTo>
                  <a:cubicBezTo>
                    <a:pt x="187" y="220"/>
                    <a:pt x="187" y="220"/>
                    <a:pt x="187" y="220"/>
                  </a:cubicBezTo>
                  <a:cubicBezTo>
                    <a:pt x="206" y="220"/>
                    <a:pt x="222" y="205"/>
                    <a:pt x="222" y="186"/>
                  </a:cubicBezTo>
                  <a:cubicBezTo>
                    <a:pt x="222" y="116"/>
                    <a:pt x="222" y="116"/>
                    <a:pt x="222" y="116"/>
                  </a:cubicBezTo>
                  <a:cubicBezTo>
                    <a:pt x="222" y="97"/>
                    <a:pt x="206" y="82"/>
                    <a:pt x="187" y="82"/>
                  </a:cubicBezTo>
                  <a:close/>
                  <a:moveTo>
                    <a:pt x="152" y="196"/>
                  </a:moveTo>
                  <a:cubicBezTo>
                    <a:pt x="128" y="196"/>
                    <a:pt x="108" y="176"/>
                    <a:pt x="108" y="151"/>
                  </a:cubicBezTo>
                  <a:cubicBezTo>
                    <a:pt x="108" y="126"/>
                    <a:pt x="128" y="106"/>
                    <a:pt x="152" y="106"/>
                  </a:cubicBezTo>
                  <a:cubicBezTo>
                    <a:pt x="177" y="106"/>
                    <a:pt x="197" y="126"/>
                    <a:pt x="197" y="151"/>
                  </a:cubicBezTo>
                  <a:cubicBezTo>
                    <a:pt x="197" y="176"/>
                    <a:pt x="177" y="196"/>
                    <a:pt x="152" y="196"/>
                  </a:cubicBezTo>
                  <a:close/>
                  <a:moveTo>
                    <a:pt x="197" y="117"/>
                  </a:moveTo>
                  <a:cubicBezTo>
                    <a:pt x="191" y="117"/>
                    <a:pt x="187" y="113"/>
                    <a:pt x="187" y="107"/>
                  </a:cubicBezTo>
                  <a:cubicBezTo>
                    <a:pt x="187" y="101"/>
                    <a:pt x="191" y="96"/>
                    <a:pt x="197" y="96"/>
                  </a:cubicBezTo>
                  <a:cubicBezTo>
                    <a:pt x="203" y="96"/>
                    <a:pt x="208" y="101"/>
                    <a:pt x="208" y="107"/>
                  </a:cubicBezTo>
                  <a:cubicBezTo>
                    <a:pt x="208" y="113"/>
                    <a:pt x="203" y="117"/>
                    <a:pt x="197" y="117"/>
                  </a:cubicBezTo>
                  <a:close/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39" y="186"/>
                  </a:moveTo>
                  <a:cubicBezTo>
                    <a:pt x="239" y="214"/>
                    <a:pt x="216" y="237"/>
                    <a:pt x="187" y="237"/>
                  </a:cubicBezTo>
                  <a:cubicBezTo>
                    <a:pt x="118" y="237"/>
                    <a:pt x="118" y="237"/>
                    <a:pt x="118" y="237"/>
                  </a:cubicBezTo>
                  <a:cubicBezTo>
                    <a:pt x="89" y="237"/>
                    <a:pt x="66" y="214"/>
                    <a:pt x="66" y="18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88"/>
                    <a:pt x="89" y="65"/>
                    <a:pt x="118" y="65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216" y="65"/>
                    <a:pt x="239" y="88"/>
                    <a:pt x="239" y="116"/>
                  </a:cubicBezTo>
                  <a:lnTo>
                    <a:pt x="239" y="1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11C44E5-8B57-BCFD-EC06-5828D6841266}"/>
              </a:ext>
            </a:extLst>
          </p:cNvPr>
          <p:cNvSpPr txBox="1"/>
          <p:nvPr/>
        </p:nvSpPr>
        <p:spPr>
          <a:xfrm>
            <a:off x="8307161" y="5333869"/>
            <a:ext cx="271783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Text printing and title</a:t>
            </a:r>
          </a:p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sit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A303B25-0626-E7B1-5CBF-69BAC6C1A912}"/>
              </a:ext>
            </a:extLst>
          </p:cNvPr>
          <p:cNvGrpSpPr/>
          <p:nvPr/>
        </p:nvGrpSpPr>
        <p:grpSpPr>
          <a:xfrm>
            <a:off x="5633328" y="3888411"/>
            <a:ext cx="897192" cy="190919"/>
            <a:chOff x="1604136" y="4884077"/>
            <a:chExt cx="1169190" cy="248799"/>
          </a:xfrm>
          <a:solidFill>
            <a:schemeClr val="accent1"/>
          </a:solidFill>
        </p:grpSpPr>
        <p:sp>
          <p:nvSpPr>
            <p:cNvPr id="72" name="Freeform 5">
              <a:extLst>
                <a:ext uri="{FF2B5EF4-FFF2-40B4-BE49-F238E27FC236}">
                  <a16:creationId xmlns:a16="http://schemas.microsoft.com/office/drawing/2014/main" id="{EF024373-5D2F-6063-234F-632F97EB84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4136" y="4888848"/>
              <a:ext cx="244030" cy="244028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171 w 305"/>
                <a:gd name="T11" fmla="*/ 124 h 304"/>
                <a:gd name="T12" fmla="*/ 201 w 305"/>
                <a:gd name="T13" fmla="*/ 124 h 304"/>
                <a:gd name="T14" fmla="*/ 204 w 305"/>
                <a:gd name="T15" fmla="*/ 125 h 304"/>
                <a:gd name="T16" fmla="*/ 206 w 305"/>
                <a:gd name="T17" fmla="*/ 128 h 304"/>
                <a:gd name="T18" fmla="*/ 206 w 305"/>
                <a:gd name="T19" fmla="*/ 161 h 304"/>
                <a:gd name="T20" fmla="*/ 202 w 305"/>
                <a:gd name="T21" fmla="*/ 165 h 304"/>
                <a:gd name="T22" fmla="*/ 171 w 305"/>
                <a:gd name="T23" fmla="*/ 165 h 304"/>
                <a:gd name="T24" fmla="*/ 171 w 305"/>
                <a:gd name="T25" fmla="*/ 248 h 304"/>
                <a:gd name="T26" fmla="*/ 167 w 305"/>
                <a:gd name="T27" fmla="*/ 252 h 304"/>
                <a:gd name="T28" fmla="*/ 133 w 305"/>
                <a:gd name="T29" fmla="*/ 252 h 304"/>
                <a:gd name="T30" fmla="*/ 129 w 305"/>
                <a:gd name="T31" fmla="*/ 248 h 304"/>
                <a:gd name="T32" fmla="*/ 129 w 305"/>
                <a:gd name="T33" fmla="*/ 165 h 304"/>
                <a:gd name="T34" fmla="*/ 102 w 305"/>
                <a:gd name="T35" fmla="*/ 165 h 304"/>
                <a:gd name="T36" fmla="*/ 98 w 305"/>
                <a:gd name="T37" fmla="*/ 161 h 304"/>
                <a:gd name="T38" fmla="*/ 98 w 305"/>
                <a:gd name="T39" fmla="*/ 128 h 304"/>
                <a:gd name="T40" fmla="*/ 102 w 305"/>
                <a:gd name="T41" fmla="*/ 124 h 304"/>
                <a:gd name="T42" fmla="*/ 129 w 305"/>
                <a:gd name="T43" fmla="*/ 124 h 304"/>
                <a:gd name="T44" fmla="*/ 128 w 305"/>
                <a:gd name="T45" fmla="*/ 101 h 304"/>
                <a:gd name="T46" fmla="*/ 176 w 305"/>
                <a:gd name="T47" fmla="*/ 52 h 304"/>
                <a:gd name="T48" fmla="*/ 203 w 305"/>
                <a:gd name="T49" fmla="*/ 52 h 304"/>
                <a:gd name="T50" fmla="*/ 207 w 305"/>
                <a:gd name="T51" fmla="*/ 56 h 304"/>
                <a:gd name="T52" fmla="*/ 207 w 305"/>
                <a:gd name="T53" fmla="*/ 86 h 304"/>
                <a:gd name="T54" fmla="*/ 203 w 305"/>
                <a:gd name="T55" fmla="*/ 90 h 304"/>
                <a:gd name="T56" fmla="*/ 185 w 305"/>
                <a:gd name="T57" fmla="*/ 90 h 304"/>
                <a:gd name="T58" fmla="*/ 171 w 305"/>
                <a:gd name="T59" fmla="*/ 104 h 304"/>
                <a:gd name="T60" fmla="*/ 171 w 305"/>
                <a:gd name="T61" fmla="*/ 12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171" y="124"/>
                  </a:moveTo>
                  <a:cubicBezTo>
                    <a:pt x="201" y="124"/>
                    <a:pt x="201" y="124"/>
                    <a:pt x="201" y="124"/>
                  </a:cubicBezTo>
                  <a:cubicBezTo>
                    <a:pt x="203" y="124"/>
                    <a:pt x="204" y="124"/>
                    <a:pt x="204" y="125"/>
                  </a:cubicBezTo>
                  <a:cubicBezTo>
                    <a:pt x="205" y="126"/>
                    <a:pt x="206" y="127"/>
                    <a:pt x="206" y="128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3"/>
                    <a:pt x="204" y="165"/>
                    <a:pt x="202" y="165"/>
                  </a:cubicBezTo>
                  <a:cubicBezTo>
                    <a:pt x="171" y="165"/>
                    <a:pt x="171" y="165"/>
                    <a:pt x="171" y="165"/>
                  </a:cubicBezTo>
                  <a:cubicBezTo>
                    <a:pt x="171" y="248"/>
                    <a:pt x="171" y="248"/>
                    <a:pt x="171" y="248"/>
                  </a:cubicBezTo>
                  <a:cubicBezTo>
                    <a:pt x="171" y="250"/>
                    <a:pt x="169" y="252"/>
                    <a:pt x="167" y="252"/>
                  </a:cubicBezTo>
                  <a:cubicBezTo>
                    <a:pt x="133" y="252"/>
                    <a:pt x="133" y="252"/>
                    <a:pt x="133" y="252"/>
                  </a:cubicBezTo>
                  <a:cubicBezTo>
                    <a:pt x="131" y="252"/>
                    <a:pt x="129" y="251"/>
                    <a:pt x="129" y="248"/>
                  </a:cubicBezTo>
                  <a:cubicBezTo>
                    <a:pt x="129" y="165"/>
                    <a:pt x="129" y="165"/>
                    <a:pt x="129" y="165"/>
                  </a:cubicBezTo>
                  <a:cubicBezTo>
                    <a:pt x="102" y="165"/>
                    <a:pt x="102" y="165"/>
                    <a:pt x="102" y="165"/>
                  </a:cubicBezTo>
                  <a:cubicBezTo>
                    <a:pt x="100" y="165"/>
                    <a:pt x="98" y="163"/>
                    <a:pt x="98" y="161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6"/>
                    <a:pt x="100" y="124"/>
                    <a:pt x="102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28" y="71"/>
                    <a:pt x="147" y="52"/>
                    <a:pt x="176" y="52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205" y="52"/>
                    <a:pt x="207" y="53"/>
                    <a:pt x="207" y="56"/>
                  </a:cubicBezTo>
                  <a:cubicBezTo>
                    <a:pt x="207" y="86"/>
                    <a:pt x="207" y="86"/>
                    <a:pt x="207" y="86"/>
                  </a:cubicBezTo>
                  <a:cubicBezTo>
                    <a:pt x="207" y="89"/>
                    <a:pt x="205" y="90"/>
                    <a:pt x="203" y="90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73" y="90"/>
                    <a:pt x="171" y="95"/>
                    <a:pt x="171" y="104"/>
                  </a:cubicBezTo>
                  <a:lnTo>
                    <a:pt x="171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43477DCF-5D15-1E24-43B9-2674A4BA4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0610" y="4884077"/>
              <a:ext cx="242716" cy="244028"/>
            </a:xfrm>
            <a:custGeom>
              <a:avLst/>
              <a:gdLst>
                <a:gd name="T0" fmla="*/ 153 w 305"/>
                <a:gd name="T1" fmla="*/ 0 h 304"/>
                <a:gd name="T2" fmla="*/ 0 w 305"/>
                <a:gd name="T3" fmla="*/ 152 h 304"/>
                <a:gd name="T4" fmla="*/ 153 w 305"/>
                <a:gd name="T5" fmla="*/ 304 h 304"/>
                <a:gd name="T6" fmla="*/ 305 w 305"/>
                <a:gd name="T7" fmla="*/ 152 h 304"/>
                <a:gd name="T8" fmla="*/ 153 w 305"/>
                <a:gd name="T9" fmla="*/ 0 h 304"/>
                <a:gd name="T10" fmla="*/ 111 w 305"/>
                <a:gd name="T11" fmla="*/ 231 h 304"/>
                <a:gd name="T12" fmla="*/ 75 w 305"/>
                <a:gd name="T13" fmla="*/ 231 h 304"/>
                <a:gd name="T14" fmla="*/ 75 w 305"/>
                <a:gd name="T15" fmla="*/ 124 h 304"/>
                <a:gd name="T16" fmla="*/ 111 w 305"/>
                <a:gd name="T17" fmla="*/ 124 h 304"/>
                <a:gd name="T18" fmla="*/ 111 w 305"/>
                <a:gd name="T19" fmla="*/ 231 h 304"/>
                <a:gd name="T20" fmla="*/ 93 w 305"/>
                <a:gd name="T21" fmla="*/ 110 h 304"/>
                <a:gd name="T22" fmla="*/ 93 w 305"/>
                <a:gd name="T23" fmla="*/ 110 h 304"/>
                <a:gd name="T24" fmla="*/ 73 w 305"/>
                <a:gd name="T25" fmla="*/ 91 h 304"/>
                <a:gd name="T26" fmla="*/ 93 w 305"/>
                <a:gd name="T27" fmla="*/ 73 h 304"/>
                <a:gd name="T28" fmla="*/ 113 w 305"/>
                <a:gd name="T29" fmla="*/ 91 h 304"/>
                <a:gd name="T30" fmla="*/ 93 w 305"/>
                <a:gd name="T31" fmla="*/ 110 h 304"/>
                <a:gd name="T32" fmla="*/ 239 w 305"/>
                <a:gd name="T33" fmla="*/ 231 h 304"/>
                <a:gd name="T34" fmla="*/ 203 w 305"/>
                <a:gd name="T35" fmla="*/ 231 h 304"/>
                <a:gd name="T36" fmla="*/ 203 w 305"/>
                <a:gd name="T37" fmla="*/ 174 h 304"/>
                <a:gd name="T38" fmla="*/ 185 w 305"/>
                <a:gd name="T39" fmla="*/ 150 h 304"/>
                <a:gd name="T40" fmla="*/ 167 w 305"/>
                <a:gd name="T41" fmla="*/ 163 h 304"/>
                <a:gd name="T42" fmla="*/ 166 w 305"/>
                <a:gd name="T43" fmla="*/ 172 h 304"/>
                <a:gd name="T44" fmla="*/ 166 w 305"/>
                <a:gd name="T45" fmla="*/ 231 h 304"/>
                <a:gd name="T46" fmla="*/ 130 w 305"/>
                <a:gd name="T47" fmla="*/ 231 h 304"/>
                <a:gd name="T48" fmla="*/ 130 w 305"/>
                <a:gd name="T49" fmla="*/ 124 h 304"/>
                <a:gd name="T50" fmla="*/ 166 w 305"/>
                <a:gd name="T51" fmla="*/ 124 h 304"/>
                <a:gd name="T52" fmla="*/ 166 w 305"/>
                <a:gd name="T53" fmla="*/ 140 h 304"/>
                <a:gd name="T54" fmla="*/ 198 w 305"/>
                <a:gd name="T55" fmla="*/ 122 h 304"/>
                <a:gd name="T56" fmla="*/ 239 w 305"/>
                <a:gd name="T57" fmla="*/ 170 h 304"/>
                <a:gd name="T58" fmla="*/ 239 w 305"/>
                <a:gd name="T59" fmla="*/ 23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5" h="304">
                  <a:moveTo>
                    <a:pt x="153" y="0"/>
                  </a:moveTo>
                  <a:cubicBezTo>
                    <a:pt x="69" y="0"/>
                    <a:pt x="0" y="68"/>
                    <a:pt x="0" y="152"/>
                  </a:cubicBezTo>
                  <a:cubicBezTo>
                    <a:pt x="0" y="236"/>
                    <a:pt x="69" y="304"/>
                    <a:pt x="153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11" y="231"/>
                  </a:moveTo>
                  <a:cubicBezTo>
                    <a:pt x="75" y="231"/>
                    <a:pt x="75" y="231"/>
                    <a:pt x="75" y="231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111" y="124"/>
                    <a:pt x="111" y="124"/>
                    <a:pt x="111" y="124"/>
                  </a:cubicBezTo>
                  <a:lnTo>
                    <a:pt x="111" y="231"/>
                  </a:lnTo>
                  <a:close/>
                  <a:moveTo>
                    <a:pt x="93" y="110"/>
                  </a:moveTo>
                  <a:cubicBezTo>
                    <a:pt x="93" y="110"/>
                    <a:pt x="93" y="110"/>
                    <a:pt x="93" y="110"/>
                  </a:cubicBezTo>
                  <a:cubicBezTo>
                    <a:pt x="81" y="110"/>
                    <a:pt x="73" y="101"/>
                    <a:pt x="73" y="91"/>
                  </a:cubicBezTo>
                  <a:cubicBezTo>
                    <a:pt x="73" y="81"/>
                    <a:pt x="81" y="73"/>
                    <a:pt x="93" y="73"/>
                  </a:cubicBezTo>
                  <a:cubicBezTo>
                    <a:pt x="105" y="73"/>
                    <a:pt x="113" y="81"/>
                    <a:pt x="113" y="91"/>
                  </a:cubicBezTo>
                  <a:cubicBezTo>
                    <a:pt x="113" y="101"/>
                    <a:pt x="105" y="110"/>
                    <a:pt x="93" y="110"/>
                  </a:cubicBezTo>
                  <a:close/>
                  <a:moveTo>
                    <a:pt x="239" y="231"/>
                  </a:moveTo>
                  <a:cubicBezTo>
                    <a:pt x="203" y="231"/>
                    <a:pt x="203" y="231"/>
                    <a:pt x="203" y="231"/>
                  </a:cubicBezTo>
                  <a:cubicBezTo>
                    <a:pt x="203" y="174"/>
                    <a:pt x="203" y="174"/>
                    <a:pt x="203" y="174"/>
                  </a:cubicBezTo>
                  <a:cubicBezTo>
                    <a:pt x="203" y="160"/>
                    <a:pt x="198" y="150"/>
                    <a:pt x="185" y="150"/>
                  </a:cubicBezTo>
                  <a:cubicBezTo>
                    <a:pt x="176" y="150"/>
                    <a:pt x="170" y="157"/>
                    <a:pt x="167" y="163"/>
                  </a:cubicBezTo>
                  <a:cubicBezTo>
                    <a:pt x="166" y="165"/>
                    <a:pt x="166" y="168"/>
                    <a:pt x="166" y="172"/>
                  </a:cubicBezTo>
                  <a:cubicBezTo>
                    <a:pt x="166" y="231"/>
                    <a:pt x="166" y="231"/>
                    <a:pt x="166" y="231"/>
                  </a:cubicBezTo>
                  <a:cubicBezTo>
                    <a:pt x="130" y="231"/>
                    <a:pt x="130" y="231"/>
                    <a:pt x="130" y="231"/>
                  </a:cubicBezTo>
                  <a:cubicBezTo>
                    <a:pt x="130" y="231"/>
                    <a:pt x="131" y="134"/>
                    <a:pt x="130" y="124"/>
                  </a:cubicBezTo>
                  <a:cubicBezTo>
                    <a:pt x="166" y="124"/>
                    <a:pt x="166" y="124"/>
                    <a:pt x="166" y="124"/>
                  </a:cubicBezTo>
                  <a:cubicBezTo>
                    <a:pt x="166" y="140"/>
                    <a:pt x="166" y="140"/>
                    <a:pt x="166" y="140"/>
                  </a:cubicBezTo>
                  <a:cubicBezTo>
                    <a:pt x="171" y="132"/>
                    <a:pt x="179" y="122"/>
                    <a:pt x="198" y="122"/>
                  </a:cubicBezTo>
                  <a:cubicBezTo>
                    <a:pt x="222" y="122"/>
                    <a:pt x="239" y="137"/>
                    <a:pt x="239" y="170"/>
                  </a:cubicBezTo>
                  <a:lnTo>
                    <a:pt x="239" y="23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7">
              <a:extLst>
                <a:ext uri="{FF2B5EF4-FFF2-40B4-BE49-F238E27FC236}">
                  <a16:creationId xmlns:a16="http://schemas.microsoft.com/office/drawing/2014/main" id="{5BB027EE-8051-B11B-ECE2-39E7DB526A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3837" y="4888848"/>
              <a:ext cx="242716" cy="244028"/>
            </a:xfrm>
            <a:custGeom>
              <a:avLst/>
              <a:gdLst>
                <a:gd name="T0" fmla="*/ 152 w 305"/>
                <a:gd name="T1" fmla="*/ 0 h 304"/>
                <a:gd name="T2" fmla="*/ 0 w 305"/>
                <a:gd name="T3" fmla="*/ 152 h 304"/>
                <a:gd name="T4" fmla="*/ 152 w 305"/>
                <a:gd name="T5" fmla="*/ 304 h 304"/>
                <a:gd name="T6" fmla="*/ 305 w 305"/>
                <a:gd name="T7" fmla="*/ 152 h 304"/>
                <a:gd name="T8" fmla="*/ 152 w 305"/>
                <a:gd name="T9" fmla="*/ 0 h 304"/>
                <a:gd name="T10" fmla="*/ 221 w 305"/>
                <a:gd name="T11" fmla="*/ 117 h 304"/>
                <a:gd name="T12" fmla="*/ 221 w 305"/>
                <a:gd name="T13" fmla="*/ 122 h 304"/>
                <a:gd name="T14" fmla="*/ 120 w 305"/>
                <a:gd name="T15" fmla="*/ 221 h 304"/>
                <a:gd name="T16" fmla="*/ 66 w 305"/>
                <a:gd name="T17" fmla="*/ 206 h 304"/>
                <a:gd name="T18" fmla="*/ 75 w 305"/>
                <a:gd name="T19" fmla="*/ 206 h 304"/>
                <a:gd name="T20" fmla="*/ 119 w 305"/>
                <a:gd name="T21" fmla="*/ 191 h 304"/>
                <a:gd name="T22" fmla="*/ 85 w 305"/>
                <a:gd name="T23" fmla="*/ 167 h 304"/>
                <a:gd name="T24" fmla="*/ 92 w 305"/>
                <a:gd name="T25" fmla="*/ 167 h 304"/>
                <a:gd name="T26" fmla="*/ 101 w 305"/>
                <a:gd name="T27" fmla="*/ 166 h 304"/>
                <a:gd name="T28" fmla="*/ 73 w 305"/>
                <a:gd name="T29" fmla="*/ 132 h 304"/>
                <a:gd name="T30" fmla="*/ 73 w 305"/>
                <a:gd name="T31" fmla="*/ 131 h 304"/>
                <a:gd name="T32" fmla="*/ 89 w 305"/>
                <a:gd name="T33" fmla="*/ 136 h 304"/>
                <a:gd name="T34" fmla="*/ 73 w 305"/>
                <a:gd name="T35" fmla="*/ 107 h 304"/>
                <a:gd name="T36" fmla="*/ 78 w 305"/>
                <a:gd name="T37" fmla="*/ 89 h 304"/>
                <a:gd name="T38" fmla="*/ 151 w 305"/>
                <a:gd name="T39" fmla="*/ 126 h 304"/>
                <a:gd name="T40" fmla="*/ 150 w 305"/>
                <a:gd name="T41" fmla="*/ 118 h 304"/>
                <a:gd name="T42" fmla="*/ 186 w 305"/>
                <a:gd name="T43" fmla="*/ 83 h 304"/>
                <a:gd name="T44" fmla="*/ 212 w 305"/>
                <a:gd name="T45" fmla="*/ 94 h 304"/>
                <a:gd name="T46" fmla="*/ 234 w 305"/>
                <a:gd name="T47" fmla="*/ 85 h 304"/>
                <a:gd name="T48" fmla="*/ 219 w 305"/>
                <a:gd name="T49" fmla="*/ 105 h 304"/>
                <a:gd name="T50" fmla="*/ 239 w 305"/>
                <a:gd name="T51" fmla="*/ 99 h 304"/>
                <a:gd name="T52" fmla="*/ 221 w 305"/>
                <a:gd name="T53" fmla="*/ 117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5" h="304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21" y="117"/>
                  </a:moveTo>
                  <a:cubicBezTo>
                    <a:pt x="221" y="122"/>
                    <a:pt x="221" y="122"/>
                    <a:pt x="221" y="122"/>
                  </a:cubicBezTo>
                  <a:cubicBezTo>
                    <a:pt x="221" y="168"/>
                    <a:pt x="186" y="221"/>
                    <a:pt x="120" y="221"/>
                  </a:cubicBezTo>
                  <a:cubicBezTo>
                    <a:pt x="100" y="221"/>
                    <a:pt x="82" y="216"/>
                    <a:pt x="66" y="206"/>
                  </a:cubicBezTo>
                  <a:cubicBezTo>
                    <a:pt x="69" y="206"/>
                    <a:pt x="72" y="206"/>
                    <a:pt x="75" y="206"/>
                  </a:cubicBezTo>
                  <a:cubicBezTo>
                    <a:pt x="91" y="206"/>
                    <a:pt x="106" y="200"/>
                    <a:pt x="119" y="191"/>
                  </a:cubicBezTo>
                  <a:cubicBezTo>
                    <a:pt x="103" y="191"/>
                    <a:pt x="90" y="181"/>
                    <a:pt x="85" y="167"/>
                  </a:cubicBezTo>
                  <a:cubicBezTo>
                    <a:pt x="88" y="167"/>
                    <a:pt x="90" y="167"/>
                    <a:pt x="92" y="167"/>
                  </a:cubicBezTo>
                  <a:cubicBezTo>
                    <a:pt x="95" y="167"/>
                    <a:pt x="99" y="167"/>
                    <a:pt x="101" y="166"/>
                  </a:cubicBezTo>
                  <a:cubicBezTo>
                    <a:pt x="85" y="163"/>
                    <a:pt x="73" y="149"/>
                    <a:pt x="73" y="132"/>
                  </a:cubicBezTo>
                  <a:cubicBezTo>
                    <a:pt x="73" y="131"/>
                    <a:pt x="73" y="131"/>
                    <a:pt x="73" y="131"/>
                  </a:cubicBezTo>
                  <a:cubicBezTo>
                    <a:pt x="78" y="134"/>
                    <a:pt x="83" y="136"/>
                    <a:pt x="89" y="136"/>
                  </a:cubicBezTo>
                  <a:cubicBezTo>
                    <a:pt x="80" y="130"/>
                    <a:pt x="73" y="119"/>
                    <a:pt x="73" y="107"/>
                  </a:cubicBezTo>
                  <a:cubicBezTo>
                    <a:pt x="73" y="100"/>
                    <a:pt x="75" y="94"/>
                    <a:pt x="78" y="89"/>
                  </a:cubicBezTo>
                  <a:cubicBezTo>
                    <a:pt x="96" y="110"/>
                    <a:pt x="122" y="124"/>
                    <a:pt x="151" y="126"/>
                  </a:cubicBezTo>
                  <a:cubicBezTo>
                    <a:pt x="151" y="123"/>
                    <a:pt x="150" y="120"/>
                    <a:pt x="150" y="118"/>
                  </a:cubicBezTo>
                  <a:cubicBezTo>
                    <a:pt x="150" y="98"/>
                    <a:pt x="166" y="83"/>
                    <a:pt x="186" y="83"/>
                  </a:cubicBezTo>
                  <a:cubicBezTo>
                    <a:pt x="196" y="83"/>
                    <a:pt x="205" y="87"/>
                    <a:pt x="212" y="94"/>
                  </a:cubicBezTo>
                  <a:cubicBezTo>
                    <a:pt x="220" y="92"/>
                    <a:pt x="227" y="89"/>
                    <a:pt x="234" y="85"/>
                  </a:cubicBezTo>
                  <a:cubicBezTo>
                    <a:pt x="231" y="93"/>
                    <a:pt x="226" y="100"/>
                    <a:pt x="219" y="105"/>
                  </a:cubicBezTo>
                  <a:cubicBezTo>
                    <a:pt x="226" y="104"/>
                    <a:pt x="233" y="102"/>
                    <a:pt x="239" y="99"/>
                  </a:cubicBezTo>
                  <a:cubicBezTo>
                    <a:pt x="234" y="106"/>
                    <a:pt x="228" y="112"/>
                    <a:pt x="221" y="1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8">
              <a:extLst>
                <a:ext uri="{FF2B5EF4-FFF2-40B4-BE49-F238E27FC236}">
                  <a16:creationId xmlns:a16="http://schemas.microsoft.com/office/drawing/2014/main" id="{558F738D-950D-E957-6354-F386711CD6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2224" y="4888848"/>
              <a:ext cx="242716" cy="244028"/>
            </a:xfrm>
            <a:custGeom>
              <a:avLst/>
              <a:gdLst>
                <a:gd name="T0" fmla="*/ 152 w 305"/>
                <a:gd name="T1" fmla="*/ 124 h 304"/>
                <a:gd name="T2" fmla="*/ 125 w 305"/>
                <a:gd name="T3" fmla="*/ 151 h 304"/>
                <a:gd name="T4" fmla="*/ 152 w 305"/>
                <a:gd name="T5" fmla="*/ 178 h 304"/>
                <a:gd name="T6" fmla="*/ 180 w 305"/>
                <a:gd name="T7" fmla="*/ 151 h 304"/>
                <a:gd name="T8" fmla="*/ 152 w 305"/>
                <a:gd name="T9" fmla="*/ 124 h 304"/>
                <a:gd name="T10" fmla="*/ 187 w 305"/>
                <a:gd name="T11" fmla="*/ 82 h 304"/>
                <a:gd name="T12" fmla="*/ 118 w 305"/>
                <a:gd name="T13" fmla="*/ 82 h 304"/>
                <a:gd name="T14" fmla="*/ 83 w 305"/>
                <a:gd name="T15" fmla="*/ 116 h 304"/>
                <a:gd name="T16" fmla="*/ 83 w 305"/>
                <a:gd name="T17" fmla="*/ 186 h 304"/>
                <a:gd name="T18" fmla="*/ 118 w 305"/>
                <a:gd name="T19" fmla="*/ 220 h 304"/>
                <a:gd name="T20" fmla="*/ 187 w 305"/>
                <a:gd name="T21" fmla="*/ 220 h 304"/>
                <a:gd name="T22" fmla="*/ 222 w 305"/>
                <a:gd name="T23" fmla="*/ 186 h 304"/>
                <a:gd name="T24" fmla="*/ 222 w 305"/>
                <a:gd name="T25" fmla="*/ 116 h 304"/>
                <a:gd name="T26" fmla="*/ 187 w 305"/>
                <a:gd name="T27" fmla="*/ 82 h 304"/>
                <a:gd name="T28" fmla="*/ 152 w 305"/>
                <a:gd name="T29" fmla="*/ 196 h 304"/>
                <a:gd name="T30" fmla="*/ 108 w 305"/>
                <a:gd name="T31" fmla="*/ 151 h 304"/>
                <a:gd name="T32" fmla="*/ 152 w 305"/>
                <a:gd name="T33" fmla="*/ 106 h 304"/>
                <a:gd name="T34" fmla="*/ 197 w 305"/>
                <a:gd name="T35" fmla="*/ 151 h 304"/>
                <a:gd name="T36" fmla="*/ 152 w 305"/>
                <a:gd name="T37" fmla="*/ 196 h 304"/>
                <a:gd name="T38" fmla="*/ 197 w 305"/>
                <a:gd name="T39" fmla="*/ 117 h 304"/>
                <a:gd name="T40" fmla="*/ 187 w 305"/>
                <a:gd name="T41" fmla="*/ 107 h 304"/>
                <a:gd name="T42" fmla="*/ 197 w 305"/>
                <a:gd name="T43" fmla="*/ 96 h 304"/>
                <a:gd name="T44" fmla="*/ 208 w 305"/>
                <a:gd name="T45" fmla="*/ 107 h 304"/>
                <a:gd name="T46" fmla="*/ 197 w 305"/>
                <a:gd name="T47" fmla="*/ 117 h 304"/>
                <a:gd name="T48" fmla="*/ 152 w 305"/>
                <a:gd name="T49" fmla="*/ 0 h 304"/>
                <a:gd name="T50" fmla="*/ 0 w 305"/>
                <a:gd name="T51" fmla="*/ 152 h 304"/>
                <a:gd name="T52" fmla="*/ 152 w 305"/>
                <a:gd name="T53" fmla="*/ 304 h 304"/>
                <a:gd name="T54" fmla="*/ 305 w 305"/>
                <a:gd name="T55" fmla="*/ 152 h 304"/>
                <a:gd name="T56" fmla="*/ 152 w 305"/>
                <a:gd name="T57" fmla="*/ 0 h 304"/>
                <a:gd name="T58" fmla="*/ 239 w 305"/>
                <a:gd name="T59" fmla="*/ 186 h 304"/>
                <a:gd name="T60" fmla="*/ 187 w 305"/>
                <a:gd name="T61" fmla="*/ 237 h 304"/>
                <a:gd name="T62" fmla="*/ 118 w 305"/>
                <a:gd name="T63" fmla="*/ 237 h 304"/>
                <a:gd name="T64" fmla="*/ 66 w 305"/>
                <a:gd name="T65" fmla="*/ 186 h 304"/>
                <a:gd name="T66" fmla="*/ 66 w 305"/>
                <a:gd name="T67" fmla="*/ 116 h 304"/>
                <a:gd name="T68" fmla="*/ 118 w 305"/>
                <a:gd name="T69" fmla="*/ 65 h 304"/>
                <a:gd name="T70" fmla="*/ 187 w 305"/>
                <a:gd name="T71" fmla="*/ 65 h 304"/>
                <a:gd name="T72" fmla="*/ 239 w 305"/>
                <a:gd name="T73" fmla="*/ 116 h 304"/>
                <a:gd name="T74" fmla="*/ 239 w 305"/>
                <a:gd name="T75" fmla="*/ 186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5" h="304">
                  <a:moveTo>
                    <a:pt x="152" y="124"/>
                  </a:moveTo>
                  <a:cubicBezTo>
                    <a:pt x="137" y="124"/>
                    <a:pt x="125" y="136"/>
                    <a:pt x="125" y="151"/>
                  </a:cubicBezTo>
                  <a:cubicBezTo>
                    <a:pt x="125" y="166"/>
                    <a:pt x="137" y="178"/>
                    <a:pt x="152" y="178"/>
                  </a:cubicBezTo>
                  <a:cubicBezTo>
                    <a:pt x="168" y="178"/>
                    <a:pt x="180" y="166"/>
                    <a:pt x="180" y="151"/>
                  </a:cubicBezTo>
                  <a:cubicBezTo>
                    <a:pt x="180" y="136"/>
                    <a:pt x="168" y="124"/>
                    <a:pt x="152" y="124"/>
                  </a:cubicBezTo>
                  <a:close/>
                  <a:moveTo>
                    <a:pt x="187" y="82"/>
                  </a:moveTo>
                  <a:cubicBezTo>
                    <a:pt x="118" y="82"/>
                    <a:pt x="118" y="82"/>
                    <a:pt x="118" y="82"/>
                  </a:cubicBezTo>
                  <a:cubicBezTo>
                    <a:pt x="99" y="82"/>
                    <a:pt x="83" y="97"/>
                    <a:pt x="83" y="116"/>
                  </a:cubicBezTo>
                  <a:cubicBezTo>
                    <a:pt x="83" y="186"/>
                    <a:pt x="83" y="186"/>
                    <a:pt x="83" y="186"/>
                  </a:cubicBezTo>
                  <a:cubicBezTo>
                    <a:pt x="83" y="205"/>
                    <a:pt x="99" y="220"/>
                    <a:pt x="118" y="220"/>
                  </a:cubicBezTo>
                  <a:cubicBezTo>
                    <a:pt x="187" y="220"/>
                    <a:pt x="187" y="220"/>
                    <a:pt x="187" y="220"/>
                  </a:cubicBezTo>
                  <a:cubicBezTo>
                    <a:pt x="206" y="220"/>
                    <a:pt x="222" y="205"/>
                    <a:pt x="222" y="186"/>
                  </a:cubicBezTo>
                  <a:cubicBezTo>
                    <a:pt x="222" y="116"/>
                    <a:pt x="222" y="116"/>
                    <a:pt x="222" y="116"/>
                  </a:cubicBezTo>
                  <a:cubicBezTo>
                    <a:pt x="222" y="97"/>
                    <a:pt x="206" y="82"/>
                    <a:pt x="187" y="82"/>
                  </a:cubicBezTo>
                  <a:close/>
                  <a:moveTo>
                    <a:pt x="152" y="196"/>
                  </a:moveTo>
                  <a:cubicBezTo>
                    <a:pt x="128" y="196"/>
                    <a:pt x="108" y="176"/>
                    <a:pt x="108" y="151"/>
                  </a:cubicBezTo>
                  <a:cubicBezTo>
                    <a:pt x="108" y="126"/>
                    <a:pt x="128" y="106"/>
                    <a:pt x="152" y="106"/>
                  </a:cubicBezTo>
                  <a:cubicBezTo>
                    <a:pt x="177" y="106"/>
                    <a:pt x="197" y="126"/>
                    <a:pt x="197" y="151"/>
                  </a:cubicBezTo>
                  <a:cubicBezTo>
                    <a:pt x="197" y="176"/>
                    <a:pt x="177" y="196"/>
                    <a:pt x="152" y="196"/>
                  </a:cubicBezTo>
                  <a:close/>
                  <a:moveTo>
                    <a:pt x="197" y="117"/>
                  </a:moveTo>
                  <a:cubicBezTo>
                    <a:pt x="191" y="117"/>
                    <a:pt x="187" y="113"/>
                    <a:pt x="187" y="107"/>
                  </a:cubicBezTo>
                  <a:cubicBezTo>
                    <a:pt x="187" y="101"/>
                    <a:pt x="191" y="96"/>
                    <a:pt x="197" y="96"/>
                  </a:cubicBezTo>
                  <a:cubicBezTo>
                    <a:pt x="203" y="96"/>
                    <a:pt x="208" y="101"/>
                    <a:pt x="208" y="107"/>
                  </a:cubicBezTo>
                  <a:cubicBezTo>
                    <a:pt x="208" y="113"/>
                    <a:pt x="203" y="117"/>
                    <a:pt x="197" y="117"/>
                  </a:cubicBezTo>
                  <a:close/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7" y="304"/>
                    <a:pt x="305" y="236"/>
                    <a:pt x="305" y="152"/>
                  </a:cubicBezTo>
                  <a:cubicBezTo>
                    <a:pt x="305" y="68"/>
                    <a:pt x="237" y="0"/>
                    <a:pt x="152" y="0"/>
                  </a:cubicBezTo>
                  <a:close/>
                  <a:moveTo>
                    <a:pt x="239" y="186"/>
                  </a:moveTo>
                  <a:cubicBezTo>
                    <a:pt x="239" y="214"/>
                    <a:pt x="216" y="237"/>
                    <a:pt x="187" y="237"/>
                  </a:cubicBezTo>
                  <a:cubicBezTo>
                    <a:pt x="118" y="237"/>
                    <a:pt x="118" y="237"/>
                    <a:pt x="118" y="237"/>
                  </a:cubicBezTo>
                  <a:cubicBezTo>
                    <a:pt x="89" y="237"/>
                    <a:pt x="66" y="214"/>
                    <a:pt x="66" y="186"/>
                  </a:cubicBezTo>
                  <a:cubicBezTo>
                    <a:pt x="66" y="116"/>
                    <a:pt x="66" y="116"/>
                    <a:pt x="66" y="116"/>
                  </a:cubicBezTo>
                  <a:cubicBezTo>
                    <a:pt x="66" y="88"/>
                    <a:pt x="89" y="65"/>
                    <a:pt x="118" y="65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216" y="65"/>
                    <a:pt x="239" y="88"/>
                    <a:pt x="239" y="116"/>
                  </a:cubicBezTo>
                  <a:lnTo>
                    <a:pt x="239" y="1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007C40A-50B4-E7D4-8DD5-BD9EDF6C371D}"/>
              </a:ext>
            </a:extLst>
          </p:cNvPr>
          <p:cNvSpPr txBox="1"/>
          <p:nvPr/>
        </p:nvSpPr>
        <p:spPr>
          <a:xfrm>
            <a:off x="4723008" y="4190509"/>
            <a:ext cx="2717832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Text printing and title</a:t>
            </a:r>
          </a:p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  <a:ea typeface="Inter" panose="02000503000000020004" pitchFamily="2" charset="0"/>
                <a:cs typeface="Poppins Light" panose="00000400000000000000" pitchFamily="2" charset="0"/>
              </a:rPr>
              <a:t>typeset industry Lorem Ipsum sit been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"/>
                <a:ea typeface="Roboto" panose="02000000000000000000" pitchFamily="2" charset="0"/>
                <a:cs typeface="Roboto" panose="02000000000000000000" pitchFamily="2" charset="0"/>
              </a:rPr>
              <a:t>"But I must.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79" name="Shape 1155">
            <a:extLst>
              <a:ext uri="{FF2B5EF4-FFF2-40B4-BE49-F238E27FC236}">
                <a16:creationId xmlns:a16="http://schemas.microsoft.com/office/drawing/2014/main" id="{9622D2A5-162D-0BAA-2011-1BA2B9F5B33B}"/>
              </a:ext>
            </a:extLst>
          </p:cNvPr>
          <p:cNvSpPr/>
          <p:nvPr/>
        </p:nvSpPr>
        <p:spPr>
          <a:xfrm>
            <a:off x="8619742" y="4205258"/>
            <a:ext cx="2151575" cy="52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>
            <a:lvl1pPr>
              <a:lnSpc>
                <a:spcPct val="120000"/>
              </a:lnSpc>
              <a:defRPr sz="3000" b="0">
                <a:solidFill>
                  <a:srgbClr val="CDCFD2"/>
                </a:solidFill>
              </a:defRPr>
            </a:lvl1pPr>
          </a:lstStyle>
          <a:p>
            <a:pPr algn="ctr">
              <a:lnSpc>
                <a:spcPts val="1900"/>
              </a:lnSpc>
              <a:spcBef>
                <a:spcPts val="0"/>
              </a:spcBef>
            </a:pPr>
            <a:r>
              <a:rPr lang="en-US" sz="1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Emma Anderson</a:t>
            </a:r>
          </a:p>
          <a:p>
            <a:pPr algn="ctr">
              <a:lnSpc>
                <a:spcPts val="1900"/>
              </a:lnSpc>
              <a:spcBef>
                <a:spcPts val="0"/>
              </a:spcBef>
            </a:pPr>
            <a:r>
              <a:rPr lang="en-US" sz="1300" dirty="0">
                <a:solidFill>
                  <a:schemeClr val="bg1"/>
                </a:solidFill>
                <a:latin typeface="DM Sans" pitchFamily="2" charset="0"/>
                <a:cs typeface="Arial" panose="020B0604020202020204" pitchFamily="34" charset="0"/>
              </a:rPr>
              <a:t>Web Designer</a:t>
            </a:r>
          </a:p>
        </p:txBody>
      </p:sp>
      <p:sp>
        <p:nvSpPr>
          <p:cNvPr id="80" name="Shape 1155">
            <a:extLst>
              <a:ext uri="{FF2B5EF4-FFF2-40B4-BE49-F238E27FC236}">
                <a16:creationId xmlns:a16="http://schemas.microsoft.com/office/drawing/2014/main" id="{8A993F04-D617-9733-9735-9D1AE8B9D832}"/>
              </a:ext>
            </a:extLst>
          </p:cNvPr>
          <p:cNvSpPr/>
          <p:nvPr/>
        </p:nvSpPr>
        <p:spPr>
          <a:xfrm>
            <a:off x="4981444" y="3059920"/>
            <a:ext cx="2151575" cy="525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>
            <a:lvl1pPr>
              <a:lnSpc>
                <a:spcPct val="120000"/>
              </a:lnSpc>
              <a:defRPr sz="3000" b="0">
                <a:solidFill>
                  <a:srgbClr val="CDCFD2"/>
                </a:solidFill>
              </a:defRPr>
            </a:lvl1pPr>
          </a:lstStyle>
          <a:p>
            <a:pPr algn="ctr">
              <a:lnSpc>
                <a:spcPts val="1900"/>
              </a:lnSpc>
              <a:spcBef>
                <a:spcPts val="0"/>
              </a:spcBef>
            </a:pPr>
            <a:r>
              <a:rPr lang="en-US" sz="1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William Anthony</a:t>
            </a:r>
          </a:p>
          <a:p>
            <a:pPr algn="ctr">
              <a:lnSpc>
                <a:spcPts val="1900"/>
              </a:lnSpc>
              <a:spcBef>
                <a:spcPts val="0"/>
              </a:spcBef>
            </a:pPr>
            <a:r>
              <a:rPr lang="en-US" sz="1300" dirty="0">
                <a:solidFill>
                  <a:schemeClr val="bg1"/>
                </a:solidFill>
                <a:latin typeface="DM Sans" pitchFamily="2" charset="0"/>
                <a:cs typeface="Arial" panose="020B0604020202020204" pitchFamily="34" charset="0"/>
              </a:rPr>
              <a:t>Digital Marketing</a:t>
            </a:r>
          </a:p>
        </p:txBody>
      </p:sp>
    </p:spTree>
    <p:extLst>
      <p:ext uri="{BB962C8B-B14F-4D97-AF65-F5344CB8AC3E}">
        <p14:creationId xmlns:p14="http://schemas.microsoft.com/office/powerpoint/2010/main" val="3018583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>
            <a:extLst>
              <a:ext uri="{FF2B5EF4-FFF2-40B4-BE49-F238E27FC236}">
                <a16:creationId xmlns:a16="http://schemas.microsoft.com/office/drawing/2014/main" id="{EC1279E9-E15B-2773-D841-94347FE3FA6E}"/>
              </a:ext>
            </a:extLst>
          </p:cNvPr>
          <p:cNvSpPr/>
          <p:nvPr/>
        </p:nvSpPr>
        <p:spPr>
          <a:xfrm>
            <a:off x="6096000" y="-28748"/>
            <a:ext cx="6095999" cy="68867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9E69AD4-A8BB-7A7F-EBF1-7D1DF1B1D7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Devices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4575D10-6D5F-C749-BB33-35FAE27B7F50}"/>
              </a:ext>
            </a:extLst>
          </p:cNvPr>
          <p:cNvSpPr txBox="1"/>
          <p:nvPr/>
        </p:nvSpPr>
        <p:spPr>
          <a:xfrm>
            <a:off x="946979" y="3052568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Something Is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Beautiful To Find,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&amp; Simple.</a:t>
            </a:r>
            <a:endParaRPr lang="en-US" sz="2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66DB324-9379-AEFE-4EA8-F50FC49162D0}"/>
              </a:ext>
            </a:extLst>
          </p:cNvPr>
          <p:cNvSpPr txBox="1"/>
          <p:nvPr/>
        </p:nvSpPr>
        <p:spPr>
          <a:xfrm>
            <a:off x="946979" y="4095937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Have them for one. Living grass to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athered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waters had winged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Have one Living grass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them 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had winged Have them.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E04ED7E-1028-8D6D-4DE7-8FDF1E03005E}"/>
              </a:ext>
            </a:extLst>
          </p:cNvPr>
          <p:cNvSpPr/>
          <p:nvPr/>
        </p:nvSpPr>
        <p:spPr>
          <a:xfrm>
            <a:off x="1037406" y="5648138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730B4C-3F23-3D88-A6AB-FA46A28FB2E5}"/>
              </a:ext>
            </a:extLst>
          </p:cNvPr>
          <p:cNvSpPr txBox="1"/>
          <p:nvPr/>
        </p:nvSpPr>
        <p:spPr>
          <a:xfrm>
            <a:off x="897440" y="5641788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BD53227-D98B-CDC1-6215-C6D736DF5EEE}"/>
              </a:ext>
            </a:extLst>
          </p:cNvPr>
          <p:cNvGrpSpPr/>
          <p:nvPr/>
        </p:nvGrpSpPr>
        <p:grpSpPr>
          <a:xfrm>
            <a:off x="4712239" y="2427705"/>
            <a:ext cx="4078335" cy="5293895"/>
            <a:chOff x="7624608" y="1892523"/>
            <a:chExt cx="2615097" cy="3394535"/>
          </a:xfrm>
        </p:grpSpPr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FF065D5F-85DF-137A-7525-742413720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4608" y="1892523"/>
              <a:ext cx="2611104" cy="3392128"/>
            </a:xfrm>
            <a:custGeom>
              <a:avLst/>
              <a:gdLst>
                <a:gd name="T0" fmla="*/ 1231 w 1295"/>
                <a:gd name="T1" fmla="*/ 0 h 1685"/>
                <a:gd name="T2" fmla="*/ 63 w 1295"/>
                <a:gd name="T3" fmla="*/ 0 h 1685"/>
                <a:gd name="T4" fmla="*/ 0 w 1295"/>
                <a:gd name="T5" fmla="*/ 64 h 1685"/>
                <a:gd name="T6" fmla="*/ 0 w 1295"/>
                <a:gd name="T7" fmla="*/ 1622 h 1685"/>
                <a:gd name="T8" fmla="*/ 63 w 1295"/>
                <a:gd name="T9" fmla="*/ 1685 h 1685"/>
                <a:gd name="T10" fmla="*/ 1231 w 1295"/>
                <a:gd name="T11" fmla="*/ 1685 h 1685"/>
                <a:gd name="T12" fmla="*/ 1295 w 1295"/>
                <a:gd name="T13" fmla="*/ 1622 h 1685"/>
                <a:gd name="T14" fmla="*/ 1295 w 1295"/>
                <a:gd name="T15" fmla="*/ 64 h 1685"/>
                <a:gd name="T16" fmla="*/ 1231 w 1295"/>
                <a:gd name="T17" fmla="*/ 0 h 1685"/>
                <a:gd name="T18" fmla="*/ 1159 w 1295"/>
                <a:gd name="T19" fmla="*/ 1527 h 1685"/>
                <a:gd name="T20" fmla="*/ 136 w 1295"/>
                <a:gd name="T21" fmla="*/ 1527 h 1685"/>
                <a:gd name="T22" fmla="*/ 136 w 1295"/>
                <a:gd name="T23" fmla="*/ 157 h 1685"/>
                <a:gd name="T24" fmla="*/ 1159 w 1295"/>
                <a:gd name="T25" fmla="*/ 157 h 1685"/>
                <a:gd name="T26" fmla="*/ 1159 w 1295"/>
                <a:gd name="T27" fmla="*/ 1527 h 1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5" h="1685">
                  <a:moveTo>
                    <a:pt x="1231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9"/>
                    <a:pt x="0" y="64"/>
                  </a:cubicBezTo>
                  <a:cubicBezTo>
                    <a:pt x="0" y="1622"/>
                    <a:pt x="0" y="1622"/>
                    <a:pt x="0" y="1622"/>
                  </a:cubicBezTo>
                  <a:cubicBezTo>
                    <a:pt x="0" y="1657"/>
                    <a:pt x="28" y="1685"/>
                    <a:pt x="63" y="1685"/>
                  </a:cubicBezTo>
                  <a:cubicBezTo>
                    <a:pt x="1231" y="1685"/>
                    <a:pt x="1231" y="1685"/>
                    <a:pt x="1231" y="1685"/>
                  </a:cubicBezTo>
                  <a:cubicBezTo>
                    <a:pt x="1266" y="1685"/>
                    <a:pt x="1295" y="1657"/>
                    <a:pt x="1295" y="1622"/>
                  </a:cubicBezTo>
                  <a:cubicBezTo>
                    <a:pt x="1295" y="64"/>
                    <a:pt x="1295" y="64"/>
                    <a:pt x="1295" y="64"/>
                  </a:cubicBezTo>
                  <a:cubicBezTo>
                    <a:pt x="1295" y="29"/>
                    <a:pt x="1266" y="0"/>
                    <a:pt x="1231" y="0"/>
                  </a:cubicBezTo>
                  <a:moveTo>
                    <a:pt x="1159" y="1527"/>
                  </a:moveTo>
                  <a:cubicBezTo>
                    <a:pt x="136" y="1527"/>
                    <a:pt x="136" y="1527"/>
                    <a:pt x="136" y="152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159" y="157"/>
                    <a:pt x="1159" y="157"/>
                    <a:pt x="1159" y="157"/>
                  </a:cubicBezTo>
                  <a:cubicBezTo>
                    <a:pt x="1159" y="1527"/>
                    <a:pt x="1159" y="1527"/>
                    <a:pt x="1159" y="1527"/>
                  </a:cubicBezTo>
                </a:path>
              </a:pathLst>
            </a:custGeom>
            <a:solidFill>
              <a:srgbClr val="DDD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B8C82882-4BE6-54A6-499E-EDAA9FCD88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2596" y="1903173"/>
              <a:ext cx="2592466" cy="3373490"/>
            </a:xfrm>
            <a:custGeom>
              <a:avLst/>
              <a:gdLst>
                <a:gd name="T0" fmla="*/ 59 w 1286"/>
                <a:gd name="T1" fmla="*/ 1676 h 1676"/>
                <a:gd name="T2" fmla="*/ 0 w 1286"/>
                <a:gd name="T3" fmla="*/ 1617 h 1676"/>
                <a:gd name="T4" fmla="*/ 0 w 1286"/>
                <a:gd name="T5" fmla="*/ 59 h 1676"/>
                <a:gd name="T6" fmla="*/ 59 w 1286"/>
                <a:gd name="T7" fmla="*/ 0 h 1676"/>
                <a:gd name="T8" fmla="*/ 1227 w 1286"/>
                <a:gd name="T9" fmla="*/ 0 h 1676"/>
                <a:gd name="T10" fmla="*/ 1286 w 1286"/>
                <a:gd name="T11" fmla="*/ 59 h 1676"/>
                <a:gd name="T12" fmla="*/ 1286 w 1286"/>
                <a:gd name="T13" fmla="*/ 1617 h 1676"/>
                <a:gd name="T14" fmla="*/ 1227 w 1286"/>
                <a:gd name="T15" fmla="*/ 1676 h 1676"/>
                <a:gd name="T16" fmla="*/ 59 w 1286"/>
                <a:gd name="T17" fmla="*/ 1676 h 1676"/>
                <a:gd name="T18" fmla="*/ 127 w 1286"/>
                <a:gd name="T19" fmla="*/ 1526 h 1676"/>
                <a:gd name="T20" fmla="*/ 1160 w 1286"/>
                <a:gd name="T21" fmla="*/ 1526 h 1676"/>
                <a:gd name="T22" fmla="*/ 1160 w 1286"/>
                <a:gd name="T23" fmla="*/ 147 h 1676"/>
                <a:gd name="T24" fmla="*/ 127 w 1286"/>
                <a:gd name="T25" fmla="*/ 147 h 1676"/>
                <a:gd name="T26" fmla="*/ 127 w 1286"/>
                <a:gd name="T27" fmla="*/ 1526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6" h="1676">
                  <a:moveTo>
                    <a:pt x="59" y="1676"/>
                  </a:moveTo>
                  <a:cubicBezTo>
                    <a:pt x="27" y="1676"/>
                    <a:pt x="0" y="1649"/>
                    <a:pt x="0" y="1617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227" y="0"/>
                    <a:pt x="1227" y="0"/>
                    <a:pt x="1227" y="0"/>
                  </a:cubicBezTo>
                  <a:cubicBezTo>
                    <a:pt x="1260" y="0"/>
                    <a:pt x="1286" y="27"/>
                    <a:pt x="1286" y="59"/>
                  </a:cubicBezTo>
                  <a:cubicBezTo>
                    <a:pt x="1286" y="1617"/>
                    <a:pt x="1286" y="1617"/>
                    <a:pt x="1286" y="1617"/>
                  </a:cubicBezTo>
                  <a:cubicBezTo>
                    <a:pt x="1286" y="1649"/>
                    <a:pt x="1260" y="1676"/>
                    <a:pt x="1227" y="1676"/>
                  </a:cubicBezTo>
                  <a:cubicBezTo>
                    <a:pt x="59" y="1676"/>
                    <a:pt x="59" y="1676"/>
                    <a:pt x="59" y="1676"/>
                  </a:cubicBezTo>
                  <a:moveTo>
                    <a:pt x="127" y="1526"/>
                  </a:moveTo>
                  <a:cubicBezTo>
                    <a:pt x="1160" y="1526"/>
                    <a:pt x="1160" y="1526"/>
                    <a:pt x="1160" y="1526"/>
                  </a:cubicBezTo>
                  <a:cubicBezTo>
                    <a:pt x="1160" y="147"/>
                    <a:pt x="1160" y="147"/>
                    <a:pt x="1160" y="147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27" y="1526"/>
                    <a:pt x="127" y="1526"/>
                    <a:pt x="127" y="152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111">
              <a:extLst>
                <a:ext uri="{FF2B5EF4-FFF2-40B4-BE49-F238E27FC236}">
                  <a16:creationId xmlns:a16="http://schemas.microsoft.com/office/drawing/2014/main" id="{36E4A508-87E1-13B9-0799-D42FA1057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7124" y="1892523"/>
              <a:ext cx="1598436" cy="159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112">
              <a:extLst>
                <a:ext uri="{FF2B5EF4-FFF2-40B4-BE49-F238E27FC236}">
                  <a16:creationId xmlns:a16="http://schemas.microsoft.com/office/drawing/2014/main" id="{FDDFF1A6-3A87-3998-C5A9-387FF41A2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8854" y="2206751"/>
              <a:ext cx="2062612" cy="6656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Rectangle 113">
              <a:extLst>
                <a:ext uri="{FF2B5EF4-FFF2-40B4-BE49-F238E27FC236}">
                  <a16:creationId xmlns:a16="http://schemas.microsoft.com/office/drawing/2014/main" id="{0304B77D-6E8A-C4E9-347B-BE79857CE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8854" y="2208483"/>
              <a:ext cx="2062612" cy="66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14">
              <a:extLst>
                <a:ext uri="{FF2B5EF4-FFF2-40B4-BE49-F238E27FC236}">
                  <a16:creationId xmlns:a16="http://schemas.microsoft.com/office/drawing/2014/main" id="{18B1BD18-C6C3-7637-79DF-1E739FD919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467" y="2228896"/>
              <a:ext cx="1997823" cy="30176"/>
            </a:xfrm>
            <a:custGeom>
              <a:avLst/>
              <a:gdLst>
                <a:gd name="T0" fmla="*/ 460 w 991"/>
                <a:gd name="T1" fmla="*/ 7 h 15"/>
                <a:gd name="T2" fmla="*/ 454 w 991"/>
                <a:gd name="T3" fmla="*/ 11 h 15"/>
                <a:gd name="T4" fmla="*/ 462 w 991"/>
                <a:gd name="T5" fmla="*/ 6 h 15"/>
                <a:gd name="T6" fmla="*/ 455 w 991"/>
                <a:gd name="T7" fmla="*/ 5 h 15"/>
                <a:gd name="T8" fmla="*/ 465 w 991"/>
                <a:gd name="T9" fmla="*/ 4 h 15"/>
                <a:gd name="T10" fmla="*/ 465 w 991"/>
                <a:gd name="T11" fmla="*/ 4 h 15"/>
                <a:gd name="T12" fmla="*/ 467 w 991"/>
                <a:gd name="T13" fmla="*/ 12 h 15"/>
                <a:gd name="T14" fmla="*/ 468 w 991"/>
                <a:gd name="T15" fmla="*/ 8 h 15"/>
                <a:gd name="T16" fmla="*/ 476 w 991"/>
                <a:gd name="T17" fmla="*/ 13 h 15"/>
                <a:gd name="T18" fmla="*/ 476 w 991"/>
                <a:gd name="T19" fmla="*/ 8 h 15"/>
                <a:gd name="T20" fmla="*/ 470 w 991"/>
                <a:gd name="T21" fmla="*/ 8 h 15"/>
                <a:gd name="T22" fmla="*/ 473 w 991"/>
                <a:gd name="T23" fmla="*/ 2 h 15"/>
                <a:gd name="T24" fmla="*/ 482 w 991"/>
                <a:gd name="T25" fmla="*/ 2 h 15"/>
                <a:gd name="T26" fmla="*/ 479 w 991"/>
                <a:gd name="T27" fmla="*/ 7 h 15"/>
                <a:gd name="T28" fmla="*/ 479 w 991"/>
                <a:gd name="T29" fmla="*/ 11 h 15"/>
                <a:gd name="T30" fmla="*/ 485 w 991"/>
                <a:gd name="T31" fmla="*/ 6 h 15"/>
                <a:gd name="T32" fmla="*/ 495 w 991"/>
                <a:gd name="T33" fmla="*/ 13 h 15"/>
                <a:gd name="T34" fmla="*/ 504 w 991"/>
                <a:gd name="T35" fmla="*/ 13 h 15"/>
                <a:gd name="T36" fmla="*/ 497 w 991"/>
                <a:gd name="T37" fmla="*/ 4 h 15"/>
                <a:gd name="T38" fmla="*/ 500 w 991"/>
                <a:gd name="T39" fmla="*/ 7 h 15"/>
                <a:gd name="T40" fmla="*/ 512 w 991"/>
                <a:gd name="T41" fmla="*/ 10 h 15"/>
                <a:gd name="T42" fmla="*/ 506 w 991"/>
                <a:gd name="T43" fmla="*/ 0 h 15"/>
                <a:gd name="T44" fmla="*/ 508 w 991"/>
                <a:gd name="T45" fmla="*/ 2 h 15"/>
                <a:gd name="T46" fmla="*/ 513 w 991"/>
                <a:gd name="T47" fmla="*/ 13 h 15"/>
                <a:gd name="T48" fmla="*/ 516 w 991"/>
                <a:gd name="T49" fmla="*/ 8 h 15"/>
                <a:gd name="T50" fmla="*/ 515 w 991"/>
                <a:gd name="T51" fmla="*/ 0 h 15"/>
                <a:gd name="T52" fmla="*/ 962 w 991"/>
                <a:gd name="T53" fmla="*/ 3 h 15"/>
                <a:gd name="T54" fmla="*/ 984 w 991"/>
                <a:gd name="T55" fmla="*/ 0 h 15"/>
                <a:gd name="T56" fmla="*/ 961 w 991"/>
                <a:gd name="T57" fmla="*/ 15 h 15"/>
                <a:gd name="T58" fmla="*/ 991 w 991"/>
                <a:gd name="T59" fmla="*/ 11 h 15"/>
                <a:gd name="T60" fmla="*/ 984 w 991"/>
                <a:gd name="T61" fmla="*/ 13 h 15"/>
                <a:gd name="T62" fmla="*/ 961 w 991"/>
                <a:gd name="T63" fmla="*/ 2 h 15"/>
                <a:gd name="T64" fmla="*/ 989 w 991"/>
                <a:gd name="T65" fmla="*/ 9 h 15"/>
                <a:gd name="T66" fmla="*/ 989 w 991"/>
                <a:gd name="T67" fmla="*/ 9 h 15"/>
                <a:gd name="T68" fmla="*/ 16 w 991"/>
                <a:gd name="T69" fmla="*/ 7 h 15"/>
                <a:gd name="T70" fmla="*/ 15 w 991"/>
                <a:gd name="T71" fmla="*/ 11 h 15"/>
                <a:gd name="T72" fmla="*/ 21 w 991"/>
                <a:gd name="T73" fmla="*/ 14 h 15"/>
                <a:gd name="T74" fmla="*/ 20 w 991"/>
                <a:gd name="T75" fmla="*/ 11 h 15"/>
                <a:gd name="T76" fmla="*/ 20 w 991"/>
                <a:gd name="T77" fmla="*/ 9 h 15"/>
                <a:gd name="T78" fmla="*/ 3 w 991"/>
                <a:gd name="T79" fmla="*/ 5 h 15"/>
                <a:gd name="T80" fmla="*/ 5 w 991"/>
                <a:gd name="T81" fmla="*/ 1 h 15"/>
                <a:gd name="T82" fmla="*/ 9 w 991"/>
                <a:gd name="T83" fmla="*/ 9 h 15"/>
                <a:gd name="T84" fmla="*/ 9 w 991"/>
                <a:gd name="T85" fmla="*/ 1 h 15"/>
                <a:gd name="T86" fmla="*/ 9 w 991"/>
                <a:gd name="T87" fmla="*/ 3 h 15"/>
                <a:gd name="T88" fmla="*/ 0 w 991"/>
                <a:gd name="T89" fmla="*/ 2 h 15"/>
                <a:gd name="T90" fmla="*/ 42 w 991"/>
                <a:gd name="T91" fmla="*/ 7 h 15"/>
                <a:gd name="T92" fmla="*/ 36 w 991"/>
                <a:gd name="T93" fmla="*/ 2 h 15"/>
                <a:gd name="T94" fmla="*/ 39 w 991"/>
                <a:gd name="T95" fmla="*/ 6 h 15"/>
                <a:gd name="T96" fmla="*/ 42 w 991"/>
                <a:gd name="T97" fmla="*/ 10 h 15"/>
                <a:gd name="T98" fmla="*/ 39 w 991"/>
                <a:gd name="T99" fmla="*/ 14 h 15"/>
                <a:gd name="T100" fmla="*/ 32 w 991"/>
                <a:gd name="T101" fmla="*/ 0 h 15"/>
                <a:gd name="T102" fmla="*/ 25 w 991"/>
                <a:gd name="T103" fmla="*/ 9 h 15"/>
                <a:gd name="T104" fmla="*/ 32 w 991"/>
                <a:gd name="T105" fmla="*/ 14 h 15"/>
                <a:gd name="T106" fmla="*/ 32 w 991"/>
                <a:gd name="T107" fmla="*/ 10 h 15"/>
                <a:gd name="T108" fmla="*/ 29 w 991"/>
                <a:gd name="T109" fmla="*/ 6 h 15"/>
                <a:gd name="T110" fmla="*/ 51 w 991"/>
                <a:gd name="T111" fmla="*/ 14 h 15"/>
                <a:gd name="T112" fmla="*/ 51 w 991"/>
                <a:gd name="T113" fmla="*/ 14 h 15"/>
                <a:gd name="T114" fmla="*/ 56 w 991"/>
                <a:gd name="T115" fmla="*/ 7 h 15"/>
                <a:gd name="T116" fmla="*/ 65 w 991"/>
                <a:gd name="T117" fmla="*/ 5 h 15"/>
                <a:gd name="T118" fmla="*/ 70 w 991"/>
                <a:gd name="T119" fmla="*/ 14 h 15"/>
                <a:gd name="T120" fmla="*/ 72 w 991"/>
                <a:gd name="T121" fmla="*/ 14 h 15"/>
                <a:gd name="T122" fmla="*/ 72 w 991"/>
                <a:gd name="T12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1" h="15">
                  <a:moveTo>
                    <a:pt x="458" y="0"/>
                  </a:moveTo>
                  <a:cubicBezTo>
                    <a:pt x="455" y="0"/>
                    <a:pt x="453" y="2"/>
                    <a:pt x="453" y="5"/>
                  </a:cubicBezTo>
                  <a:cubicBezTo>
                    <a:pt x="453" y="7"/>
                    <a:pt x="455" y="9"/>
                    <a:pt x="457" y="9"/>
                  </a:cubicBezTo>
                  <a:cubicBezTo>
                    <a:pt x="458" y="9"/>
                    <a:pt x="459" y="8"/>
                    <a:pt x="460" y="7"/>
                  </a:cubicBezTo>
                  <a:cubicBezTo>
                    <a:pt x="460" y="7"/>
                    <a:pt x="460" y="7"/>
                    <a:pt x="460" y="7"/>
                  </a:cubicBezTo>
                  <a:cubicBezTo>
                    <a:pt x="459" y="9"/>
                    <a:pt x="459" y="10"/>
                    <a:pt x="458" y="10"/>
                  </a:cubicBezTo>
                  <a:cubicBezTo>
                    <a:pt x="457" y="11"/>
                    <a:pt x="456" y="11"/>
                    <a:pt x="455" y="11"/>
                  </a:cubicBezTo>
                  <a:cubicBezTo>
                    <a:pt x="455" y="11"/>
                    <a:pt x="455" y="11"/>
                    <a:pt x="454" y="11"/>
                  </a:cubicBezTo>
                  <a:cubicBezTo>
                    <a:pt x="454" y="13"/>
                    <a:pt x="454" y="13"/>
                    <a:pt x="454" y="13"/>
                  </a:cubicBezTo>
                  <a:cubicBezTo>
                    <a:pt x="455" y="13"/>
                    <a:pt x="455" y="13"/>
                    <a:pt x="456" y="13"/>
                  </a:cubicBezTo>
                  <a:cubicBezTo>
                    <a:pt x="457" y="13"/>
                    <a:pt x="459" y="12"/>
                    <a:pt x="460" y="11"/>
                  </a:cubicBezTo>
                  <a:cubicBezTo>
                    <a:pt x="461" y="10"/>
                    <a:pt x="462" y="8"/>
                    <a:pt x="462" y="6"/>
                  </a:cubicBezTo>
                  <a:cubicBezTo>
                    <a:pt x="462" y="3"/>
                    <a:pt x="460" y="0"/>
                    <a:pt x="458" y="0"/>
                  </a:cubicBezTo>
                  <a:moveTo>
                    <a:pt x="459" y="6"/>
                  </a:moveTo>
                  <a:cubicBezTo>
                    <a:pt x="459" y="6"/>
                    <a:pt x="458" y="7"/>
                    <a:pt x="457" y="7"/>
                  </a:cubicBezTo>
                  <a:cubicBezTo>
                    <a:pt x="456" y="7"/>
                    <a:pt x="455" y="6"/>
                    <a:pt x="455" y="5"/>
                  </a:cubicBezTo>
                  <a:cubicBezTo>
                    <a:pt x="455" y="3"/>
                    <a:pt x="456" y="2"/>
                    <a:pt x="457" y="2"/>
                  </a:cubicBezTo>
                  <a:cubicBezTo>
                    <a:pt x="459" y="2"/>
                    <a:pt x="460" y="3"/>
                    <a:pt x="460" y="5"/>
                  </a:cubicBezTo>
                  <a:cubicBezTo>
                    <a:pt x="459" y="6"/>
                    <a:pt x="459" y="6"/>
                    <a:pt x="459" y="6"/>
                  </a:cubicBezTo>
                  <a:moveTo>
                    <a:pt x="465" y="4"/>
                  </a:moveTo>
                  <a:cubicBezTo>
                    <a:pt x="464" y="4"/>
                    <a:pt x="464" y="4"/>
                    <a:pt x="464" y="5"/>
                  </a:cubicBezTo>
                  <a:cubicBezTo>
                    <a:pt x="464" y="6"/>
                    <a:pt x="464" y="7"/>
                    <a:pt x="465" y="7"/>
                  </a:cubicBezTo>
                  <a:cubicBezTo>
                    <a:pt x="466" y="7"/>
                    <a:pt x="467" y="6"/>
                    <a:pt x="467" y="5"/>
                  </a:cubicBezTo>
                  <a:cubicBezTo>
                    <a:pt x="467" y="4"/>
                    <a:pt x="466" y="4"/>
                    <a:pt x="465" y="4"/>
                  </a:cubicBezTo>
                  <a:moveTo>
                    <a:pt x="465" y="10"/>
                  </a:moveTo>
                  <a:cubicBezTo>
                    <a:pt x="464" y="10"/>
                    <a:pt x="464" y="11"/>
                    <a:pt x="464" y="12"/>
                  </a:cubicBezTo>
                  <a:cubicBezTo>
                    <a:pt x="464" y="12"/>
                    <a:pt x="464" y="13"/>
                    <a:pt x="465" y="13"/>
                  </a:cubicBezTo>
                  <a:cubicBezTo>
                    <a:pt x="466" y="13"/>
                    <a:pt x="467" y="12"/>
                    <a:pt x="467" y="12"/>
                  </a:cubicBezTo>
                  <a:cubicBezTo>
                    <a:pt x="467" y="11"/>
                    <a:pt x="466" y="10"/>
                    <a:pt x="465" y="10"/>
                  </a:cubicBezTo>
                  <a:moveTo>
                    <a:pt x="476" y="0"/>
                  </a:moveTo>
                  <a:cubicBezTo>
                    <a:pt x="473" y="0"/>
                    <a:pt x="473" y="0"/>
                    <a:pt x="473" y="0"/>
                  </a:cubicBezTo>
                  <a:cubicBezTo>
                    <a:pt x="468" y="8"/>
                    <a:pt x="468" y="8"/>
                    <a:pt x="468" y="8"/>
                  </a:cubicBezTo>
                  <a:cubicBezTo>
                    <a:pt x="468" y="10"/>
                    <a:pt x="468" y="10"/>
                    <a:pt x="468" y="10"/>
                  </a:cubicBezTo>
                  <a:cubicBezTo>
                    <a:pt x="473" y="10"/>
                    <a:pt x="473" y="10"/>
                    <a:pt x="473" y="10"/>
                  </a:cubicBezTo>
                  <a:cubicBezTo>
                    <a:pt x="473" y="13"/>
                    <a:pt x="473" y="13"/>
                    <a:pt x="473" y="13"/>
                  </a:cubicBezTo>
                  <a:cubicBezTo>
                    <a:pt x="476" y="13"/>
                    <a:pt x="476" y="13"/>
                    <a:pt x="476" y="13"/>
                  </a:cubicBezTo>
                  <a:cubicBezTo>
                    <a:pt x="476" y="10"/>
                    <a:pt x="476" y="10"/>
                    <a:pt x="476" y="10"/>
                  </a:cubicBezTo>
                  <a:cubicBezTo>
                    <a:pt x="477" y="10"/>
                    <a:pt x="477" y="10"/>
                    <a:pt x="477" y="10"/>
                  </a:cubicBezTo>
                  <a:cubicBezTo>
                    <a:pt x="477" y="8"/>
                    <a:pt x="477" y="8"/>
                    <a:pt x="477" y="8"/>
                  </a:cubicBezTo>
                  <a:cubicBezTo>
                    <a:pt x="476" y="8"/>
                    <a:pt x="476" y="8"/>
                    <a:pt x="476" y="8"/>
                  </a:cubicBezTo>
                  <a:cubicBezTo>
                    <a:pt x="476" y="0"/>
                    <a:pt x="476" y="0"/>
                    <a:pt x="476" y="0"/>
                  </a:cubicBezTo>
                  <a:moveTo>
                    <a:pt x="473" y="5"/>
                  </a:moveTo>
                  <a:cubicBezTo>
                    <a:pt x="473" y="8"/>
                    <a:pt x="473" y="8"/>
                    <a:pt x="473" y="8"/>
                  </a:cubicBezTo>
                  <a:cubicBezTo>
                    <a:pt x="470" y="8"/>
                    <a:pt x="470" y="8"/>
                    <a:pt x="470" y="8"/>
                  </a:cubicBezTo>
                  <a:cubicBezTo>
                    <a:pt x="470" y="8"/>
                    <a:pt x="470" y="8"/>
                    <a:pt x="470" y="8"/>
                  </a:cubicBezTo>
                  <a:cubicBezTo>
                    <a:pt x="472" y="5"/>
                    <a:pt x="472" y="5"/>
                    <a:pt x="472" y="5"/>
                  </a:cubicBezTo>
                  <a:cubicBezTo>
                    <a:pt x="473" y="4"/>
                    <a:pt x="473" y="3"/>
                    <a:pt x="473" y="2"/>
                  </a:cubicBezTo>
                  <a:cubicBezTo>
                    <a:pt x="473" y="2"/>
                    <a:pt x="473" y="2"/>
                    <a:pt x="473" y="2"/>
                  </a:cubicBezTo>
                  <a:cubicBezTo>
                    <a:pt x="473" y="3"/>
                    <a:pt x="473" y="4"/>
                    <a:pt x="473" y="5"/>
                  </a:cubicBezTo>
                  <a:moveTo>
                    <a:pt x="482" y="5"/>
                  </a:moveTo>
                  <a:cubicBezTo>
                    <a:pt x="482" y="5"/>
                    <a:pt x="481" y="5"/>
                    <a:pt x="481" y="5"/>
                  </a:cubicBezTo>
                  <a:cubicBezTo>
                    <a:pt x="482" y="2"/>
                    <a:pt x="482" y="2"/>
                    <a:pt x="482" y="2"/>
                  </a:cubicBezTo>
                  <a:cubicBezTo>
                    <a:pt x="486" y="2"/>
                    <a:pt x="486" y="2"/>
                    <a:pt x="486" y="2"/>
                  </a:cubicBezTo>
                  <a:cubicBezTo>
                    <a:pt x="486" y="0"/>
                    <a:pt x="486" y="0"/>
                    <a:pt x="486" y="0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479" y="7"/>
                    <a:pt x="479" y="7"/>
                    <a:pt x="479" y="7"/>
                  </a:cubicBezTo>
                  <a:cubicBezTo>
                    <a:pt x="480" y="7"/>
                    <a:pt x="480" y="7"/>
                    <a:pt x="481" y="7"/>
                  </a:cubicBezTo>
                  <a:cubicBezTo>
                    <a:pt x="483" y="7"/>
                    <a:pt x="484" y="8"/>
                    <a:pt x="484" y="9"/>
                  </a:cubicBezTo>
                  <a:cubicBezTo>
                    <a:pt x="484" y="10"/>
                    <a:pt x="483" y="11"/>
                    <a:pt x="482" y="11"/>
                  </a:cubicBezTo>
                  <a:cubicBezTo>
                    <a:pt x="480" y="11"/>
                    <a:pt x="479" y="11"/>
                    <a:pt x="479" y="11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9" y="13"/>
                    <a:pt x="480" y="13"/>
                    <a:pt x="482" y="13"/>
                  </a:cubicBezTo>
                  <a:cubicBezTo>
                    <a:pt x="485" y="13"/>
                    <a:pt x="487" y="11"/>
                    <a:pt x="487" y="9"/>
                  </a:cubicBezTo>
                  <a:cubicBezTo>
                    <a:pt x="487" y="7"/>
                    <a:pt x="486" y="6"/>
                    <a:pt x="485" y="6"/>
                  </a:cubicBezTo>
                  <a:cubicBezTo>
                    <a:pt x="484" y="5"/>
                    <a:pt x="483" y="5"/>
                    <a:pt x="482" y="5"/>
                  </a:cubicBezTo>
                  <a:moveTo>
                    <a:pt x="496" y="0"/>
                  </a:moveTo>
                  <a:cubicBezTo>
                    <a:pt x="492" y="13"/>
                    <a:pt x="492" y="13"/>
                    <a:pt x="492" y="13"/>
                  </a:cubicBezTo>
                  <a:cubicBezTo>
                    <a:pt x="495" y="13"/>
                    <a:pt x="495" y="13"/>
                    <a:pt x="495" y="13"/>
                  </a:cubicBezTo>
                  <a:cubicBezTo>
                    <a:pt x="496" y="9"/>
                    <a:pt x="496" y="9"/>
                    <a:pt x="496" y="9"/>
                  </a:cubicBezTo>
                  <a:cubicBezTo>
                    <a:pt x="500" y="9"/>
                    <a:pt x="500" y="9"/>
                    <a:pt x="500" y="9"/>
                  </a:cubicBezTo>
                  <a:cubicBezTo>
                    <a:pt x="501" y="13"/>
                    <a:pt x="501" y="13"/>
                    <a:pt x="501" y="13"/>
                  </a:cubicBezTo>
                  <a:cubicBezTo>
                    <a:pt x="504" y="13"/>
                    <a:pt x="504" y="13"/>
                    <a:pt x="504" y="13"/>
                  </a:cubicBezTo>
                  <a:cubicBezTo>
                    <a:pt x="499" y="0"/>
                    <a:pt x="499" y="0"/>
                    <a:pt x="499" y="0"/>
                  </a:cubicBezTo>
                  <a:cubicBezTo>
                    <a:pt x="496" y="0"/>
                    <a:pt x="496" y="0"/>
                    <a:pt x="496" y="0"/>
                  </a:cubicBezTo>
                  <a:moveTo>
                    <a:pt x="496" y="7"/>
                  </a:moveTo>
                  <a:cubicBezTo>
                    <a:pt x="497" y="4"/>
                    <a:pt x="497" y="4"/>
                    <a:pt x="497" y="4"/>
                  </a:cubicBezTo>
                  <a:cubicBezTo>
                    <a:pt x="497" y="4"/>
                    <a:pt x="498" y="3"/>
                    <a:pt x="498" y="2"/>
                  </a:cubicBezTo>
                  <a:cubicBezTo>
                    <a:pt x="498" y="2"/>
                    <a:pt x="498" y="2"/>
                    <a:pt x="498" y="2"/>
                  </a:cubicBezTo>
                  <a:cubicBezTo>
                    <a:pt x="498" y="3"/>
                    <a:pt x="498" y="3"/>
                    <a:pt x="499" y="4"/>
                  </a:cubicBezTo>
                  <a:cubicBezTo>
                    <a:pt x="500" y="7"/>
                    <a:pt x="500" y="7"/>
                    <a:pt x="500" y="7"/>
                  </a:cubicBezTo>
                  <a:cubicBezTo>
                    <a:pt x="496" y="7"/>
                    <a:pt x="496" y="7"/>
                    <a:pt x="496" y="7"/>
                  </a:cubicBezTo>
                  <a:moveTo>
                    <a:pt x="515" y="0"/>
                  </a:moveTo>
                  <a:cubicBezTo>
                    <a:pt x="513" y="5"/>
                    <a:pt x="513" y="5"/>
                    <a:pt x="513" y="5"/>
                  </a:cubicBezTo>
                  <a:cubicBezTo>
                    <a:pt x="513" y="7"/>
                    <a:pt x="512" y="8"/>
                    <a:pt x="512" y="10"/>
                  </a:cubicBezTo>
                  <a:cubicBezTo>
                    <a:pt x="512" y="10"/>
                    <a:pt x="512" y="10"/>
                    <a:pt x="512" y="10"/>
                  </a:cubicBezTo>
                  <a:cubicBezTo>
                    <a:pt x="512" y="8"/>
                    <a:pt x="511" y="7"/>
                    <a:pt x="511" y="5"/>
                  </a:cubicBezTo>
                  <a:cubicBezTo>
                    <a:pt x="509" y="0"/>
                    <a:pt x="509" y="0"/>
                    <a:pt x="509" y="0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505" y="13"/>
                    <a:pt x="505" y="13"/>
                    <a:pt x="505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8" y="8"/>
                    <a:pt x="508" y="8"/>
                    <a:pt x="508" y="8"/>
                  </a:cubicBezTo>
                  <a:cubicBezTo>
                    <a:pt x="508" y="6"/>
                    <a:pt x="508" y="4"/>
                    <a:pt x="508" y="2"/>
                  </a:cubicBezTo>
                  <a:cubicBezTo>
                    <a:pt x="508" y="2"/>
                    <a:pt x="508" y="2"/>
                    <a:pt x="508" y="2"/>
                  </a:cubicBezTo>
                  <a:cubicBezTo>
                    <a:pt x="508" y="4"/>
                    <a:pt x="509" y="6"/>
                    <a:pt x="509" y="7"/>
                  </a:cubicBezTo>
                  <a:cubicBezTo>
                    <a:pt x="511" y="13"/>
                    <a:pt x="511" y="13"/>
                    <a:pt x="511" y="13"/>
                  </a:cubicBezTo>
                  <a:cubicBezTo>
                    <a:pt x="513" y="13"/>
                    <a:pt x="513" y="13"/>
                    <a:pt x="513" y="13"/>
                  </a:cubicBezTo>
                  <a:cubicBezTo>
                    <a:pt x="515" y="7"/>
                    <a:pt x="515" y="7"/>
                    <a:pt x="515" y="7"/>
                  </a:cubicBezTo>
                  <a:cubicBezTo>
                    <a:pt x="515" y="6"/>
                    <a:pt x="516" y="4"/>
                    <a:pt x="516" y="2"/>
                  </a:cubicBezTo>
                  <a:cubicBezTo>
                    <a:pt x="516" y="2"/>
                    <a:pt x="516" y="2"/>
                    <a:pt x="516" y="2"/>
                  </a:cubicBezTo>
                  <a:cubicBezTo>
                    <a:pt x="516" y="4"/>
                    <a:pt x="516" y="6"/>
                    <a:pt x="516" y="8"/>
                  </a:cubicBezTo>
                  <a:cubicBezTo>
                    <a:pt x="517" y="13"/>
                    <a:pt x="517" y="13"/>
                    <a:pt x="517" y="13"/>
                  </a:cubicBezTo>
                  <a:cubicBezTo>
                    <a:pt x="519" y="13"/>
                    <a:pt x="519" y="13"/>
                    <a:pt x="519" y="13"/>
                  </a:cubicBezTo>
                  <a:cubicBezTo>
                    <a:pt x="518" y="0"/>
                    <a:pt x="518" y="0"/>
                    <a:pt x="518" y="0"/>
                  </a:cubicBezTo>
                  <a:cubicBezTo>
                    <a:pt x="515" y="0"/>
                    <a:pt x="515" y="0"/>
                    <a:pt x="515" y="0"/>
                  </a:cubicBezTo>
                  <a:moveTo>
                    <a:pt x="962" y="11"/>
                  </a:moveTo>
                  <a:cubicBezTo>
                    <a:pt x="983" y="11"/>
                    <a:pt x="983" y="11"/>
                    <a:pt x="983" y="11"/>
                  </a:cubicBezTo>
                  <a:cubicBezTo>
                    <a:pt x="983" y="3"/>
                    <a:pt x="983" y="3"/>
                    <a:pt x="983" y="3"/>
                  </a:cubicBezTo>
                  <a:cubicBezTo>
                    <a:pt x="962" y="3"/>
                    <a:pt x="962" y="3"/>
                    <a:pt x="962" y="3"/>
                  </a:cubicBezTo>
                  <a:cubicBezTo>
                    <a:pt x="962" y="11"/>
                    <a:pt x="962" y="11"/>
                    <a:pt x="962" y="11"/>
                  </a:cubicBezTo>
                  <a:moveTo>
                    <a:pt x="987" y="3"/>
                  </a:moveTo>
                  <a:cubicBezTo>
                    <a:pt x="987" y="2"/>
                    <a:pt x="987" y="2"/>
                    <a:pt x="987" y="2"/>
                  </a:cubicBezTo>
                  <a:cubicBezTo>
                    <a:pt x="987" y="1"/>
                    <a:pt x="986" y="0"/>
                    <a:pt x="984" y="0"/>
                  </a:cubicBezTo>
                  <a:cubicBezTo>
                    <a:pt x="961" y="0"/>
                    <a:pt x="961" y="0"/>
                    <a:pt x="961" y="0"/>
                  </a:cubicBezTo>
                  <a:cubicBezTo>
                    <a:pt x="959" y="0"/>
                    <a:pt x="958" y="1"/>
                    <a:pt x="958" y="2"/>
                  </a:cubicBezTo>
                  <a:cubicBezTo>
                    <a:pt x="958" y="12"/>
                    <a:pt x="958" y="12"/>
                    <a:pt x="958" y="12"/>
                  </a:cubicBezTo>
                  <a:cubicBezTo>
                    <a:pt x="958" y="14"/>
                    <a:pt x="959" y="15"/>
                    <a:pt x="961" y="15"/>
                  </a:cubicBezTo>
                  <a:cubicBezTo>
                    <a:pt x="984" y="15"/>
                    <a:pt x="984" y="15"/>
                    <a:pt x="984" y="15"/>
                  </a:cubicBezTo>
                  <a:cubicBezTo>
                    <a:pt x="986" y="15"/>
                    <a:pt x="987" y="14"/>
                    <a:pt x="987" y="12"/>
                  </a:cubicBezTo>
                  <a:cubicBezTo>
                    <a:pt x="987" y="11"/>
                    <a:pt x="987" y="11"/>
                    <a:pt x="987" y="11"/>
                  </a:cubicBezTo>
                  <a:cubicBezTo>
                    <a:pt x="991" y="11"/>
                    <a:pt x="991" y="11"/>
                    <a:pt x="991" y="11"/>
                  </a:cubicBezTo>
                  <a:cubicBezTo>
                    <a:pt x="991" y="3"/>
                    <a:pt x="991" y="3"/>
                    <a:pt x="991" y="3"/>
                  </a:cubicBezTo>
                  <a:cubicBezTo>
                    <a:pt x="987" y="3"/>
                    <a:pt x="987" y="3"/>
                    <a:pt x="987" y="3"/>
                  </a:cubicBezTo>
                  <a:moveTo>
                    <a:pt x="985" y="12"/>
                  </a:moveTo>
                  <a:cubicBezTo>
                    <a:pt x="985" y="13"/>
                    <a:pt x="984" y="13"/>
                    <a:pt x="984" y="13"/>
                  </a:cubicBezTo>
                  <a:cubicBezTo>
                    <a:pt x="961" y="13"/>
                    <a:pt x="961" y="13"/>
                    <a:pt x="961" y="13"/>
                  </a:cubicBezTo>
                  <a:cubicBezTo>
                    <a:pt x="960" y="13"/>
                    <a:pt x="960" y="13"/>
                    <a:pt x="960" y="12"/>
                  </a:cubicBezTo>
                  <a:cubicBezTo>
                    <a:pt x="960" y="2"/>
                    <a:pt x="960" y="2"/>
                    <a:pt x="960" y="2"/>
                  </a:cubicBezTo>
                  <a:cubicBezTo>
                    <a:pt x="960" y="2"/>
                    <a:pt x="960" y="2"/>
                    <a:pt x="961" y="2"/>
                  </a:cubicBezTo>
                  <a:cubicBezTo>
                    <a:pt x="984" y="2"/>
                    <a:pt x="984" y="2"/>
                    <a:pt x="984" y="2"/>
                  </a:cubicBezTo>
                  <a:cubicBezTo>
                    <a:pt x="984" y="2"/>
                    <a:pt x="985" y="2"/>
                    <a:pt x="985" y="2"/>
                  </a:cubicBezTo>
                  <a:cubicBezTo>
                    <a:pt x="985" y="12"/>
                    <a:pt x="985" y="12"/>
                    <a:pt x="985" y="12"/>
                  </a:cubicBezTo>
                  <a:moveTo>
                    <a:pt x="989" y="9"/>
                  </a:moveTo>
                  <a:cubicBezTo>
                    <a:pt x="987" y="9"/>
                    <a:pt x="987" y="9"/>
                    <a:pt x="987" y="9"/>
                  </a:cubicBezTo>
                  <a:cubicBezTo>
                    <a:pt x="987" y="5"/>
                    <a:pt x="987" y="5"/>
                    <a:pt x="987" y="5"/>
                  </a:cubicBezTo>
                  <a:cubicBezTo>
                    <a:pt x="989" y="5"/>
                    <a:pt x="989" y="5"/>
                    <a:pt x="989" y="5"/>
                  </a:cubicBezTo>
                  <a:cubicBezTo>
                    <a:pt x="989" y="9"/>
                    <a:pt x="989" y="9"/>
                    <a:pt x="989" y="9"/>
                  </a:cubicBezTo>
                  <a:moveTo>
                    <a:pt x="23" y="8"/>
                  </a:moveTo>
                  <a:cubicBezTo>
                    <a:pt x="23" y="6"/>
                    <a:pt x="22" y="4"/>
                    <a:pt x="19" y="4"/>
                  </a:cubicBezTo>
                  <a:cubicBezTo>
                    <a:pt x="17" y="4"/>
                    <a:pt x="16" y="5"/>
                    <a:pt x="15" y="5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7" y="6"/>
                    <a:pt x="18" y="6"/>
                    <a:pt x="18" y="6"/>
                  </a:cubicBezTo>
                  <a:cubicBezTo>
                    <a:pt x="20" y="6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8"/>
                    <a:pt x="15" y="9"/>
                    <a:pt x="15" y="11"/>
                  </a:cubicBezTo>
                  <a:cubicBezTo>
                    <a:pt x="15" y="13"/>
                    <a:pt x="16" y="14"/>
                    <a:pt x="18" y="14"/>
                  </a:cubicBezTo>
                  <a:cubicBezTo>
                    <a:pt x="19" y="14"/>
                    <a:pt x="20" y="14"/>
                    <a:pt x="21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3"/>
                    <a:pt x="23" y="13"/>
                    <a:pt x="23" y="12"/>
                  </a:cubicBezTo>
                  <a:cubicBezTo>
                    <a:pt x="23" y="8"/>
                    <a:pt x="23" y="8"/>
                    <a:pt x="23" y="8"/>
                  </a:cubicBezTo>
                  <a:moveTo>
                    <a:pt x="20" y="11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20" y="12"/>
                    <a:pt x="19" y="12"/>
                    <a:pt x="18" y="12"/>
                  </a:cubicBezTo>
                  <a:cubicBezTo>
                    <a:pt x="18" y="12"/>
                    <a:pt x="17" y="12"/>
                    <a:pt x="17" y="11"/>
                  </a:cubicBezTo>
                  <a:cubicBezTo>
                    <a:pt x="17" y="10"/>
                    <a:pt x="19" y="9"/>
                    <a:pt x="20" y="9"/>
                  </a:cubicBezTo>
                  <a:cubicBezTo>
                    <a:pt x="20" y="11"/>
                    <a:pt x="20" y="11"/>
                    <a:pt x="20" y="11"/>
                  </a:cubicBezTo>
                  <a:moveTo>
                    <a:pt x="0" y="14"/>
                  </a:moveTo>
                  <a:cubicBezTo>
                    <a:pt x="3" y="14"/>
                    <a:pt x="3" y="14"/>
                    <a:pt x="3" y="1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9" y="1"/>
                  </a:moveTo>
                  <a:cubicBezTo>
                    <a:pt x="7" y="1"/>
                    <a:pt x="6" y="1"/>
                    <a:pt x="5" y="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9" y="9"/>
                  </a:cubicBezTo>
                  <a:cubicBezTo>
                    <a:pt x="10" y="9"/>
                    <a:pt x="12" y="9"/>
                    <a:pt x="13" y="8"/>
                  </a:cubicBezTo>
                  <a:cubicBezTo>
                    <a:pt x="14" y="7"/>
                    <a:pt x="14" y="6"/>
                    <a:pt x="14" y="5"/>
                  </a:cubicBezTo>
                  <a:cubicBezTo>
                    <a:pt x="14" y="4"/>
                    <a:pt x="13" y="3"/>
                    <a:pt x="13" y="2"/>
                  </a:cubicBezTo>
                  <a:cubicBezTo>
                    <a:pt x="12" y="1"/>
                    <a:pt x="11" y="1"/>
                    <a:pt x="9" y="1"/>
                  </a:cubicBezTo>
                  <a:moveTo>
                    <a:pt x="9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9" y="3"/>
                  </a:cubicBezTo>
                  <a:cubicBezTo>
                    <a:pt x="11" y="3"/>
                    <a:pt x="12" y="3"/>
                    <a:pt x="12" y="5"/>
                  </a:cubicBezTo>
                  <a:cubicBezTo>
                    <a:pt x="12" y="6"/>
                    <a:pt x="10" y="7"/>
                    <a:pt x="9" y="7"/>
                  </a:cubicBezTo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3" y="1"/>
                    <a:pt x="2" y="1"/>
                    <a:pt x="1" y="1"/>
                  </a:cubicBezTo>
                  <a:moveTo>
                    <a:pt x="42" y="7"/>
                  </a:moveTo>
                  <a:cubicBezTo>
                    <a:pt x="42" y="7"/>
                    <a:pt x="42" y="7"/>
                    <a:pt x="42" y="7"/>
                  </a:cubicBezTo>
                  <a:cubicBezTo>
                    <a:pt x="43" y="7"/>
                    <a:pt x="44" y="6"/>
                    <a:pt x="44" y="4"/>
                  </a:cubicBezTo>
                  <a:cubicBezTo>
                    <a:pt x="44" y="3"/>
                    <a:pt x="43" y="1"/>
                    <a:pt x="40" y="1"/>
                  </a:cubicBezTo>
                  <a:cubicBezTo>
                    <a:pt x="38" y="1"/>
                    <a:pt x="37" y="2"/>
                    <a:pt x="36" y="2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8" y="3"/>
                    <a:pt x="39" y="3"/>
                  </a:cubicBezTo>
                  <a:cubicBezTo>
                    <a:pt x="41" y="3"/>
                    <a:pt x="41" y="4"/>
                    <a:pt x="41" y="5"/>
                  </a:cubicBezTo>
                  <a:cubicBezTo>
                    <a:pt x="41" y="6"/>
                    <a:pt x="40" y="6"/>
                    <a:pt x="39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40" y="8"/>
                    <a:pt x="42" y="9"/>
                    <a:pt x="42" y="10"/>
                  </a:cubicBezTo>
                  <a:cubicBezTo>
                    <a:pt x="42" y="11"/>
                    <a:pt x="41" y="12"/>
                    <a:pt x="39" y="12"/>
                  </a:cubicBezTo>
                  <a:cubicBezTo>
                    <a:pt x="38" y="12"/>
                    <a:pt x="37" y="12"/>
                    <a:pt x="36" y="11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7" y="14"/>
                    <a:pt x="38" y="14"/>
                    <a:pt x="39" y="14"/>
                  </a:cubicBezTo>
                  <a:cubicBezTo>
                    <a:pt x="43" y="14"/>
                    <a:pt x="44" y="12"/>
                    <a:pt x="44" y="10"/>
                  </a:cubicBezTo>
                  <a:cubicBezTo>
                    <a:pt x="44" y="9"/>
                    <a:pt x="43" y="7"/>
                    <a:pt x="42" y="7"/>
                  </a:cubicBezTo>
                  <a:moveTo>
                    <a:pt x="34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5"/>
                    <a:pt x="30" y="4"/>
                    <a:pt x="29" y="4"/>
                  </a:cubicBezTo>
                  <a:cubicBezTo>
                    <a:pt x="27" y="4"/>
                    <a:pt x="25" y="6"/>
                    <a:pt x="25" y="9"/>
                  </a:cubicBezTo>
                  <a:cubicBezTo>
                    <a:pt x="25" y="12"/>
                    <a:pt x="26" y="14"/>
                    <a:pt x="29" y="14"/>
                  </a:cubicBezTo>
                  <a:cubicBezTo>
                    <a:pt x="30" y="14"/>
                    <a:pt x="31" y="13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3"/>
                    <a:pt x="34" y="12"/>
                    <a:pt x="34" y="11"/>
                  </a:cubicBezTo>
                  <a:cubicBezTo>
                    <a:pt x="34" y="0"/>
                    <a:pt x="34" y="0"/>
                    <a:pt x="34" y="0"/>
                  </a:cubicBezTo>
                  <a:moveTo>
                    <a:pt x="32" y="10"/>
                  </a:move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30" y="12"/>
                    <a:pt x="29" y="12"/>
                  </a:cubicBezTo>
                  <a:cubicBezTo>
                    <a:pt x="28" y="12"/>
                    <a:pt x="27" y="11"/>
                    <a:pt x="27" y="9"/>
                  </a:cubicBezTo>
                  <a:cubicBezTo>
                    <a:pt x="27" y="8"/>
                    <a:pt x="28" y="6"/>
                    <a:pt x="29" y="6"/>
                  </a:cubicBezTo>
                  <a:cubicBezTo>
                    <a:pt x="30" y="6"/>
                    <a:pt x="31" y="7"/>
                    <a:pt x="31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0"/>
                    <a:pt x="32" y="10"/>
                    <a:pt x="32" y="10"/>
                  </a:cubicBezTo>
                  <a:moveTo>
                    <a:pt x="51" y="14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4"/>
                    <a:pt x="51" y="14"/>
                    <a:pt x="51" y="14"/>
                  </a:cubicBezTo>
                  <a:moveTo>
                    <a:pt x="56" y="14"/>
                  </a:moveTo>
                  <a:cubicBezTo>
                    <a:pt x="60" y="14"/>
                    <a:pt x="60" y="14"/>
                    <a:pt x="60" y="14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6" y="14"/>
                    <a:pt x="56" y="14"/>
                    <a:pt x="56" y="14"/>
                  </a:cubicBezTo>
                  <a:moveTo>
                    <a:pt x="62" y="14"/>
                  </a:moveTo>
                  <a:cubicBezTo>
                    <a:pt x="65" y="14"/>
                    <a:pt x="65" y="14"/>
                    <a:pt x="65" y="1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14"/>
                    <a:pt x="62" y="14"/>
                    <a:pt x="62" y="14"/>
                  </a:cubicBezTo>
                  <a:moveTo>
                    <a:pt x="67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14"/>
                    <a:pt x="67" y="14"/>
                    <a:pt x="67" y="14"/>
                  </a:cubicBezTo>
                  <a:moveTo>
                    <a:pt x="72" y="14"/>
                  </a:move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14"/>
                    <a:pt x="72" y="14"/>
                    <a:pt x="72" y="14"/>
                  </a:cubicBezTo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17">
              <a:extLst>
                <a:ext uri="{FF2B5EF4-FFF2-40B4-BE49-F238E27FC236}">
                  <a16:creationId xmlns:a16="http://schemas.microsoft.com/office/drawing/2014/main" id="{40454251-220D-2BE2-A4BD-0F6A6194C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4896" y="2038077"/>
              <a:ext cx="62127" cy="62127"/>
            </a:xfrm>
            <a:prstGeom prst="ellipse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18">
              <a:extLst>
                <a:ext uri="{FF2B5EF4-FFF2-40B4-BE49-F238E27FC236}">
                  <a16:creationId xmlns:a16="http://schemas.microsoft.com/office/drawing/2014/main" id="{ACE407D8-407F-B792-9578-CCC6B7FAB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8493" y="2053387"/>
              <a:ext cx="31508" cy="31508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F98EE6B-BFE0-2684-4C55-733CDAF572CF}"/>
                </a:ext>
              </a:extLst>
            </p:cNvPr>
            <p:cNvSpPr/>
            <p:nvPr/>
          </p:nvSpPr>
          <p:spPr>
            <a:xfrm>
              <a:off x="8863152" y="5039695"/>
              <a:ext cx="146442" cy="146441"/>
            </a:xfrm>
            <a:custGeom>
              <a:avLst/>
              <a:gdLst>
                <a:gd name="connsiteX0" fmla="*/ 130968 w 261938"/>
                <a:gd name="connsiteY0" fmla="*/ 0 h 261936"/>
                <a:gd name="connsiteX1" fmla="*/ 261938 w 261938"/>
                <a:gd name="connsiteY1" fmla="*/ 130968 h 261936"/>
                <a:gd name="connsiteX2" fmla="*/ 130968 w 261938"/>
                <a:gd name="connsiteY2" fmla="*/ 261936 h 261936"/>
                <a:gd name="connsiteX3" fmla="*/ 0 w 261938"/>
                <a:gd name="connsiteY3" fmla="*/ 130968 h 261936"/>
                <a:gd name="connsiteX4" fmla="*/ 130968 w 261938"/>
                <a:gd name="connsiteY4" fmla="*/ 0 h 261936"/>
                <a:gd name="connsiteX5" fmla="*/ 130968 w 261938"/>
                <a:gd name="connsiteY5" fmla="*/ 23811 h 261936"/>
                <a:gd name="connsiteX6" fmla="*/ 23812 w 261938"/>
                <a:gd name="connsiteY6" fmla="*/ 130968 h 261936"/>
                <a:gd name="connsiteX7" fmla="*/ 130968 w 261938"/>
                <a:gd name="connsiteY7" fmla="*/ 238125 h 261936"/>
                <a:gd name="connsiteX8" fmla="*/ 238128 w 261938"/>
                <a:gd name="connsiteY8" fmla="*/ 130968 h 261936"/>
                <a:gd name="connsiteX9" fmla="*/ 130968 w 261938"/>
                <a:gd name="connsiteY9" fmla="*/ 23811 h 26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1938" h="261936">
                  <a:moveTo>
                    <a:pt x="130968" y="0"/>
                  </a:moveTo>
                  <a:cubicBezTo>
                    <a:pt x="203300" y="0"/>
                    <a:pt x="261938" y="58636"/>
                    <a:pt x="261938" y="130968"/>
                  </a:cubicBezTo>
                  <a:cubicBezTo>
                    <a:pt x="261938" y="203300"/>
                    <a:pt x="203300" y="261936"/>
                    <a:pt x="130968" y="261936"/>
                  </a:cubicBezTo>
                  <a:cubicBezTo>
                    <a:pt x="58636" y="261936"/>
                    <a:pt x="0" y="203300"/>
                    <a:pt x="0" y="130968"/>
                  </a:cubicBezTo>
                  <a:cubicBezTo>
                    <a:pt x="0" y="58636"/>
                    <a:pt x="58636" y="0"/>
                    <a:pt x="130968" y="0"/>
                  </a:cubicBezTo>
                  <a:close/>
                  <a:moveTo>
                    <a:pt x="130968" y="23811"/>
                  </a:moveTo>
                  <a:cubicBezTo>
                    <a:pt x="71788" y="23811"/>
                    <a:pt x="23812" y="71787"/>
                    <a:pt x="23812" y="130968"/>
                  </a:cubicBezTo>
                  <a:cubicBezTo>
                    <a:pt x="23812" y="190149"/>
                    <a:pt x="71788" y="238125"/>
                    <a:pt x="130968" y="238125"/>
                  </a:cubicBezTo>
                  <a:cubicBezTo>
                    <a:pt x="190152" y="238125"/>
                    <a:pt x="238128" y="190149"/>
                    <a:pt x="238128" y="130968"/>
                  </a:cubicBezTo>
                  <a:cubicBezTo>
                    <a:pt x="238128" y="71787"/>
                    <a:pt x="190152" y="23811"/>
                    <a:pt x="130968" y="2381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7">
              <a:extLst>
                <a:ext uri="{FF2B5EF4-FFF2-40B4-BE49-F238E27FC236}">
                  <a16:creationId xmlns:a16="http://schemas.microsoft.com/office/drawing/2014/main" id="{D47AC0BB-50D8-0875-5F95-C1EF0C492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3180" y="2056361"/>
              <a:ext cx="25561" cy="2556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08">
              <a:extLst>
                <a:ext uri="{FF2B5EF4-FFF2-40B4-BE49-F238E27FC236}">
                  <a16:creationId xmlns:a16="http://schemas.microsoft.com/office/drawing/2014/main" id="{2CEC29DE-FCDB-FEF8-6F90-B954C8DE29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2596" y="1903173"/>
              <a:ext cx="2592466" cy="3373490"/>
            </a:xfrm>
            <a:custGeom>
              <a:avLst/>
              <a:gdLst>
                <a:gd name="T0" fmla="*/ 59 w 1286"/>
                <a:gd name="T1" fmla="*/ 1676 h 1676"/>
                <a:gd name="T2" fmla="*/ 0 w 1286"/>
                <a:gd name="T3" fmla="*/ 1617 h 1676"/>
                <a:gd name="T4" fmla="*/ 0 w 1286"/>
                <a:gd name="T5" fmla="*/ 59 h 1676"/>
                <a:gd name="T6" fmla="*/ 59 w 1286"/>
                <a:gd name="T7" fmla="*/ 0 h 1676"/>
                <a:gd name="T8" fmla="*/ 1227 w 1286"/>
                <a:gd name="T9" fmla="*/ 0 h 1676"/>
                <a:gd name="T10" fmla="*/ 1286 w 1286"/>
                <a:gd name="T11" fmla="*/ 59 h 1676"/>
                <a:gd name="T12" fmla="*/ 1286 w 1286"/>
                <a:gd name="T13" fmla="*/ 1617 h 1676"/>
                <a:gd name="T14" fmla="*/ 1227 w 1286"/>
                <a:gd name="T15" fmla="*/ 1676 h 1676"/>
                <a:gd name="T16" fmla="*/ 59 w 1286"/>
                <a:gd name="T17" fmla="*/ 1676 h 1676"/>
                <a:gd name="T18" fmla="*/ 127 w 1286"/>
                <a:gd name="T19" fmla="*/ 1526 h 1676"/>
                <a:gd name="T20" fmla="*/ 1160 w 1286"/>
                <a:gd name="T21" fmla="*/ 1526 h 1676"/>
                <a:gd name="T22" fmla="*/ 1160 w 1286"/>
                <a:gd name="T23" fmla="*/ 147 h 1676"/>
                <a:gd name="T24" fmla="*/ 127 w 1286"/>
                <a:gd name="T25" fmla="*/ 147 h 1676"/>
                <a:gd name="T26" fmla="*/ 127 w 1286"/>
                <a:gd name="T27" fmla="*/ 1526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6" h="1676">
                  <a:moveTo>
                    <a:pt x="59" y="1676"/>
                  </a:moveTo>
                  <a:cubicBezTo>
                    <a:pt x="27" y="1676"/>
                    <a:pt x="0" y="1649"/>
                    <a:pt x="0" y="1617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227" y="0"/>
                    <a:pt x="1227" y="0"/>
                    <a:pt x="1227" y="0"/>
                  </a:cubicBezTo>
                  <a:cubicBezTo>
                    <a:pt x="1260" y="0"/>
                    <a:pt x="1286" y="27"/>
                    <a:pt x="1286" y="59"/>
                  </a:cubicBezTo>
                  <a:cubicBezTo>
                    <a:pt x="1286" y="1617"/>
                    <a:pt x="1286" y="1617"/>
                    <a:pt x="1286" y="1617"/>
                  </a:cubicBezTo>
                  <a:cubicBezTo>
                    <a:pt x="1286" y="1649"/>
                    <a:pt x="1260" y="1676"/>
                    <a:pt x="1227" y="1676"/>
                  </a:cubicBezTo>
                  <a:cubicBezTo>
                    <a:pt x="59" y="1676"/>
                    <a:pt x="59" y="1676"/>
                    <a:pt x="59" y="1676"/>
                  </a:cubicBezTo>
                  <a:moveTo>
                    <a:pt x="127" y="1526"/>
                  </a:moveTo>
                  <a:cubicBezTo>
                    <a:pt x="1160" y="1526"/>
                    <a:pt x="1160" y="1526"/>
                    <a:pt x="1160" y="1526"/>
                  </a:cubicBezTo>
                  <a:cubicBezTo>
                    <a:pt x="1160" y="147"/>
                    <a:pt x="1160" y="147"/>
                    <a:pt x="1160" y="147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27" y="1526"/>
                    <a:pt x="127" y="1526"/>
                    <a:pt x="127" y="1526"/>
                  </a:cubicBezTo>
                </a:path>
              </a:pathLst>
            </a:cu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08">
              <a:extLst>
                <a:ext uri="{FF2B5EF4-FFF2-40B4-BE49-F238E27FC236}">
                  <a16:creationId xmlns:a16="http://schemas.microsoft.com/office/drawing/2014/main" id="{B7668EB0-27C9-2119-4717-80D395CC0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4608" y="1892779"/>
              <a:ext cx="2608442" cy="3394279"/>
            </a:xfrm>
            <a:custGeom>
              <a:avLst/>
              <a:gdLst>
                <a:gd name="T0" fmla="*/ 59 w 1286"/>
                <a:gd name="T1" fmla="*/ 1676 h 1676"/>
                <a:gd name="T2" fmla="*/ 0 w 1286"/>
                <a:gd name="T3" fmla="*/ 1617 h 1676"/>
                <a:gd name="T4" fmla="*/ 0 w 1286"/>
                <a:gd name="T5" fmla="*/ 59 h 1676"/>
                <a:gd name="T6" fmla="*/ 59 w 1286"/>
                <a:gd name="T7" fmla="*/ 0 h 1676"/>
                <a:gd name="T8" fmla="*/ 1227 w 1286"/>
                <a:gd name="T9" fmla="*/ 0 h 1676"/>
                <a:gd name="T10" fmla="*/ 1286 w 1286"/>
                <a:gd name="T11" fmla="*/ 59 h 1676"/>
                <a:gd name="T12" fmla="*/ 1286 w 1286"/>
                <a:gd name="T13" fmla="*/ 1617 h 1676"/>
                <a:gd name="T14" fmla="*/ 1227 w 1286"/>
                <a:gd name="T15" fmla="*/ 1676 h 1676"/>
                <a:gd name="T16" fmla="*/ 59 w 1286"/>
                <a:gd name="T17" fmla="*/ 1676 h 1676"/>
                <a:gd name="T18" fmla="*/ 127 w 1286"/>
                <a:gd name="T19" fmla="*/ 1526 h 1676"/>
                <a:gd name="T20" fmla="*/ 1160 w 1286"/>
                <a:gd name="T21" fmla="*/ 1526 h 1676"/>
                <a:gd name="T22" fmla="*/ 1160 w 1286"/>
                <a:gd name="T23" fmla="*/ 147 h 1676"/>
                <a:gd name="T24" fmla="*/ 127 w 1286"/>
                <a:gd name="T25" fmla="*/ 147 h 1676"/>
                <a:gd name="T26" fmla="*/ 127 w 1286"/>
                <a:gd name="T27" fmla="*/ 1526 h 1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6" h="1676">
                  <a:moveTo>
                    <a:pt x="59" y="1676"/>
                  </a:moveTo>
                  <a:cubicBezTo>
                    <a:pt x="27" y="1676"/>
                    <a:pt x="0" y="1649"/>
                    <a:pt x="0" y="1617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7" y="0"/>
                    <a:pt x="59" y="0"/>
                  </a:cubicBezTo>
                  <a:cubicBezTo>
                    <a:pt x="1227" y="0"/>
                    <a:pt x="1227" y="0"/>
                    <a:pt x="1227" y="0"/>
                  </a:cubicBezTo>
                  <a:cubicBezTo>
                    <a:pt x="1260" y="0"/>
                    <a:pt x="1286" y="27"/>
                    <a:pt x="1286" y="59"/>
                  </a:cubicBezTo>
                  <a:cubicBezTo>
                    <a:pt x="1286" y="1617"/>
                    <a:pt x="1286" y="1617"/>
                    <a:pt x="1286" y="1617"/>
                  </a:cubicBezTo>
                  <a:cubicBezTo>
                    <a:pt x="1286" y="1649"/>
                    <a:pt x="1260" y="1676"/>
                    <a:pt x="1227" y="1676"/>
                  </a:cubicBezTo>
                  <a:cubicBezTo>
                    <a:pt x="59" y="1676"/>
                    <a:pt x="59" y="1676"/>
                    <a:pt x="59" y="1676"/>
                  </a:cubicBezTo>
                  <a:moveTo>
                    <a:pt x="127" y="1526"/>
                  </a:moveTo>
                  <a:cubicBezTo>
                    <a:pt x="1160" y="1526"/>
                    <a:pt x="1160" y="1526"/>
                    <a:pt x="1160" y="1526"/>
                  </a:cubicBezTo>
                  <a:cubicBezTo>
                    <a:pt x="1160" y="147"/>
                    <a:pt x="1160" y="147"/>
                    <a:pt x="1160" y="147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27" y="1526"/>
                    <a:pt x="127" y="1526"/>
                    <a:pt x="127" y="1526"/>
                  </a:cubicBezTo>
                </a:path>
              </a:pathLst>
            </a:cu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35">
              <a:extLst>
                <a:ext uri="{FF2B5EF4-FFF2-40B4-BE49-F238E27FC236}">
                  <a16:creationId xmlns:a16="http://schemas.microsoft.com/office/drawing/2014/main" id="{713FE7D8-9EA4-707F-999B-0C4E92AC3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3602" y="1908498"/>
              <a:ext cx="1606103" cy="2445630"/>
            </a:xfrm>
            <a:custGeom>
              <a:avLst/>
              <a:gdLst>
                <a:gd name="T0" fmla="*/ 568 w 610"/>
                <a:gd name="T1" fmla="*/ 0 h 930"/>
                <a:gd name="T2" fmla="*/ 0 w 610"/>
                <a:gd name="T3" fmla="*/ 0 h 930"/>
                <a:gd name="T4" fmla="*/ 610 w 610"/>
                <a:gd name="T5" fmla="*/ 930 h 930"/>
                <a:gd name="T6" fmla="*/ 610 w 610"/>
                <a:gd name="T7" fmla="*/ 43 h 930"/>
                <a:gd name="T8" fmla="*/ 568 w 610"/>
                <a:gd name="T9" fmla="*/ 0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0" h="930">
                  <a:moveTo>
                    <a:pt x="56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10" y="930"/>
                    <a:pt x="610" y="930"/>
                    <a:pt x="610" y="930"/>
                  </a:cubicBezTo>
                  <a:cubicBezTo>
                    <a:pt x="610" y="43"/>
                    <a:pt x="610" y="43"/>
                    <a:pt x="610" y="43"/>
                  </a:cubicBezTo>
                  <a:cubicBezTo>
                    <a:pt x="610" y="20"/>
                    <a:pt x="591" y="0"/>
                    <a:pt x="568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26000"/>
                  </a:schemeClr>
                </a:gs>
                <a:gs pos="100000">
                  <a:schemeClr val="tx1">
                    <a:lumMod val="85000"/>
                    <a:lumOff val="15000"/>
                    <a:alpha val="3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F2971E1-7478-9346-8C3E-1E03B5A20C70}"/>
              </a:ext>
            </a:extLst>
          </p:cNvPr>
          <p:cNvSpPr txBox="1"/>
          <p:nvPr/>
        </p:nvSpPr>
        <p:spPr>
          <a:xfrm>
            <a:off x="9095805" y="2556823"/>
            <a:ext cx="24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8.05K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55527D-6BFA-CEE4-984A-B369B7632F27}"/>
              </a:ext>
            </a:extLst>
          </p:cNvPr>
          <p:cNvSpPr txBox="1"/>
          <p:nvPr/>
        </p:nvSpPr>
        <p:spPr>
          <a:xfrm>
            <a:off x="9095805" y="2389749"/>
            <a:ext cx="1794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Our Educated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1465776-434D-60C0-F2DB-61F475B72C64}"/>
              </a:ext>
            </a:extLst>
          </p:cNvPr>
          <p:cNvSpPr txBox="1"/>
          <p:nvPr/>
        </p:nvSpPr>
        <p:spPr>
          <a:xfrm>
            <a:off x="9122824" y="3238394"/>
            <a:ext cx="2288126" cy="77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Have them for one. Living grass to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athered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 waters had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Dolor sit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amet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.</a:t>
            </a:r>
            <a:endParaRPr lang="en-US" sz="1200" dirty="0">
              <a:solidFill>
                <a:srgbClr val="010101"/>
              </a:solidFill>
              <a:latin typeface="DM Sans" pitchFamily="2" charset="0"/>
              <a:ea typeface="Open Sans" panose="020B0606030504020204" pitchFamily="34" charset="0"/>
              <a:cs typeface="KoHo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91700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ECA3D46-2923-67DA-0CE7-4F8F5EAAD83F}"/>
              </a:ext>
            </a:extLst>
          </p:cNvPr>
          <p:cNvSpPr/>
          <p:nvPr/>
        </p:nvSpPr>
        <p:spPr>
          <a:xfrm>
            <a:off x="6927548" y="-28748"/>
            <a:ext cx="5264451" cy="68867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FBC10AD-D599-1EC4-23D0-01549C8E49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Devices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5DB016-A72B-EA49-394A-EB95E4A9D82A}"/>
              </a:ext>
            </a:extLst>
          </p:cNvPr>
          <p:cNvGrpSpPr/>
          <p:nvPr/>
        </p:nvGrpSpPr>
        <p:grpSpPr>
          <a:xfrm>
            <a:off x="5012046" y="2797470"/>
            <a:ext cx="6120411" cy="3287417"/>
            <a:chOff x="4821558" y="585650"/>
            <a:chExt cx="9404290" cy="5395400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F50D2E73-1A31-ABCB-01E7-3248AAD7406C}"/>
                </a:ext>
              </a:extLst>
            </p:cNvPr>
            <p:cNvSpPr/>
            <p:nvPr/>
          </p:nvSpPr>
          <p:spPr>
            <a:xfrm>
              <a:off x="5755481" y="655694"/>
              <a:ext cx="7539507" cy="5111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03" y="1320"/>
                  </a:moveTo>
                  <a:lnTo>
                    <a:pt x="20703" y="19605"/>
                  </a:lnTo>
                  <a:lnTo>
                    <a:pt x="895" y="19605"/>
                  </a:lnTo>
                  <a:lnTo>
                    <a:pt x="895" y="1320"/>
                  </a:lnTo>
                  <a:lnTo>
                    <a:pt x="20703" y="1320"/>
                  </a:lnTo>
                  <a:cubicBezTo>
                    <a:pt x="20703" y="1320"/>
                    <a:pt x="20703" y="1320"/>
                    <a:pt x="20703" y="1320"/>
                  </a:cubicBezTo>
                  <a:close/>
                  <a:moveTo>
                    <a:pt x="20983" y="0"/>
                  </a:moveTo>
                  <a:lnTo>
                    <a:pt x="617" y="0"/>
                  </a:lnTo>
                  <a:cubicBezTo>
                    <a:pt x="277" y="0"/>
                    <a:pt x="0" y="408"/>
                    <a:pt x="0" y="910"/>
                  </a:cubicBezTo>
                  <a:lnTo>
                    <a:pt x="0" y="21021"/>
                  </a:lnTo>
                  <a:lnTo>
                    <a:pt x="0" y="21156"/>
                  </a:lnTo>
                  <a:lnTo>
                    <a:pt x="0" y="21186"/>
                  </a:lnTo>
                  <a:cubicBezTo>
                    <a:pt x="0" y="21415"/>
                    <a:pt x="126" y="21600"/>
                    <a:pt x="281" y="21600"/>
                  </a:cubicBezTo>
                  <a:lnTo>
                    <a:pt x="21319" y="21600"/>
                  </a:lnTo>
                  <a:cubicBezTo>
                    <a:pt x="21474" y="21600"/>
                    <a:pt x="21600" y="21415"/>
                    <a:pt x="21600" y="21186"/>
                  </a:cubicBezTo>
                  <a:lnTo>
                    <a:pt x="21600" y="21156"/>
                  </a:lnTo>
                  <a:lnTo>
                    <a:pt x="21600" y="21021"/>
                  </a:lnTo>
                  <a:lnTo>
                    <a:pt x="21600" y="910"/>
                  </a:lnTo>
                  <a:cubicBezTo>
                    <a:pt x="21600" y="408"/>
                    <a:pt x="21323" y="0"/>
                    <a:pt x="20983" y="0"/>
                  </a:cubicBezTo>
                  <a:close/>
                </a:path>
              </a:pathLst>
            </a:custGeom>
            <a:gradFill>
              <a:gsLst>
                <a:gs pos="0">
                  <a:srgbClr val="E8E7E8"/>
                </a:gs>
                <a:gs pos="95000">
                  <a:srgbClr val="AFB2B4"/>
                </a:gs>
              </a:gsLst>
              <a:lin ang="2043523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489B57BC-6EC7-46F4-247E-C4C3E925E783}"/>
                </a:ext>
              </a:extLst>
            </p:cNvPr>
            <p:cNvSpPr/>
            <p:nvPr/>
          </p:nvSpPr>
          <p:spPr>
            <a:xfrm>
              <a:off x="13264226" y="5661523"/>
              <a:ext cx="62577" cy="118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10800" y="1151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A8A9AC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9CDB5601-D4F0-774A-3F8F-8E58DACB3AC1}"/>
                </a:ext>
              </a:extLst>
            </p:cNvPr>
            <p:cNvSpPr/>
            <p:nvPr/>
          </p:nvSpPr>
          <p:spPr>
            <a:xfrm>
              <a:off x="5722794" y="5661523"/>
              <a:ext cx="62578" cy="118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1832" y="12996"/>
                  </a:lnTo>
                  <a:cubicBezTo>
                    <a:pt x="11832" y="12996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A8A9AC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AE828878-9906-328A-B3EA-A180408E0320}"/>
                </a:ext>
              </a:extLst>
            </p:cNvPr>
            <p:cNvSpPr/>
            <p:nvPr/>
          </p:nvSpPr>
          <p:spPr>
            <a:xfrm>
              <a:off x="5685437" y="585650"/>
              <a:ext cx="7676615" cy="5381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1" y="0"/>
                  </a:moveTo>
                  <a:lnTo>
                    <a:pt x="799" y="0"/>
                  </a:lnTo>
                  <a:cubicBezTo>
                    <a:pt x="358" y="0"/>
                    <a:pt x="0" y="510"/>
                    <a:pt x="0" y="1140"/>
                  </a:cubicBezTo>
                  <a:lnTo>
                    <a:pt x="0" y="20460"/>
                  </a:lnTo>
                  <a:cubicBezTo>
                    <a:pt x="0" y="21090"/>
                    <a:pt x="358" y="21600"/>
                    <a:pt x="799" y="21600"/>
                  </a:cubicBezTo>
                  <a:lnTo>
                    <a:pt x="20801" y="21600"/>
                  </a:lnTo>
                  <a:cubicBezTo>
                    <a:pt x="21242" y="21600"/>
                    <a:pt x="21600" y="21090"/>
                    <a:pt x="21600" y="20460"/>
                  </a:cubicBezTo>
                  <a:lnTo>
                    <a:pt x="21600" y="1140"/>
                  </a:lnTo>
                  <a:cubicBezTo>
                    <a:pt x="21600" y="510"/>
                    <a:pt x="21242" y="0"/>
                    <a:pt x="20801" y="0"/>
                  </a:cubicBezTo>
                  <a:cubicBezTo>
                    <a:pt x="20801" y="0"/>
                    <a:pt x="20801" y="0"/>
                    <a:pt x="20801" y="0"/>
                  </a:cubicBezTo>
                  <a:close/>
                  <a:moveTo>
                    <a:pt x="20801" y="138"/>
                  </a:moveTo>
                  <a:cubicBezTo>
                    <a:pt x="21188" y="138"/>
                    <a:pt x="21504" y="587"/>
                    <a:pt x="21504" y="1140"/>
                  </a:cubicBezTo>
                  <a:lnTo>
                    <a:pt x="21504" y="20460"/>
                  </a:lnTo>
                  <a:cubicBezTo>
                    <a:pt x="21504" y="21013"/>
                    <a:pt x="21188" y="21462"/>
                    <a:pt x="20801" y="21462"/>
                  </a:cubicBezTo>
                  <a:lnTo>
                    <a:pt x="799" y="21462"/>
                  </a:lnTo>
                  <a:cubicBezTo>
                    <a:pt x="412" y="21462"/>
                    <a:pt x="96" y="21013"/>
                    <a:pt x="96" y="20460"/>
                  </a:cubicBezTo>
                  <a:lnTo>
                    <a:pt x="96" y="1140"/>
                  </a:lnTo>
                  <a:cubicBezTo>
                    <a:pt x="96" y="587"/>
                    <a:pt x="412" y="138"/>
                    <a:pt x="799" y="138"/>
                  </a:cubicBezTo>
                  <a:lnTo>
                    <a:pt x="20801" y="138"/>
                  </a:lnTo>
                </a:path>
              </a:pathLst>
            </a:custGeom>
            <a:gradFill>
              <a:gsLst>
                <a:gs pos="100000">
                  <a:srgbClr val="C7C8CB"/>
                </a:gs>
                <a:gs pos="0">
                  <a:srgbClr val="E9EBF2"/>
                </a:gs>
              </a:gsLst>
              <a:lin ang="3283355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B53A7EF7-0FCC-839C-EC00-FBC263956240}"/>
                </a:ext>
              </a:extLst>
            </p:cNvPr>
            <p:cNvSpPr/>
            <p:nvPr/>
          </p:nvSpPr>
          <p:spPr>
            <a:xfrm>
              <a:off x="5708785" y="608998"/>
              <a:ext cx="7627647" cy="5332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65" y="0"/>
                  </a:moveTo>
                  <a:lnTo>
                    <a:pt x="735" y="0"/>
                  </a:lnTo>
                  <a:cubicBezTo>
                    <a:pt x="330" y="0"/>
                    <a:pt x="0" y="472"/>
                    <a:pt x="0" y="1051"/>
                  </a:cubicBezTo>
                  <a:lnTo>
                    <a:pt x="0" y="20549"/>
                  </a:lnTo>
                  <a:cubicBezTo>
                    <a:pt x="0" y="21128"/>
                    <a:pt x="330" y="21600"/>
                    <a:pt x="735" y="21600"/>
                  </a:cubicBezTo>
                  <a:lnTo>
                    <a:pt x="20865" y="21600"/>
                  </a:lnTo>
                  <a:cubicBezTo>
                    <a:pt x="21270" y="21600"/>
                    <a:pt x="21600" y="21128"/>
                    <a:pt x="21600" y="20549"/>
                  </a:cubicBezTo>
                  <a:lnTo>
                    <a:pt x="21600" y="1051"/>
                  </a:lnTo>
                  <a:cubicBezTo>
                    <a:pt x="21600" y="472"/>
                    <a:pt x="21270" y="0"/>
                    <a:pt x="20865" y="0"/>
                  </a:cubicBezTo>
                  <a:cubicBezTo>
                    <a:pt x="20865" y="0"/>
                    <a:pt x="20865" y="0"/>
                    <a:pt x="20865" y="0"/>
                  </a:cubicBezTo>
                  <a:close/>
                  <a:moveTo>
                    <a:pt x="20865" y="40"/>
                  </a:moveTo>
                  <a:cubicBezTo>
                    <a:pt x="21255" y="40"/>
                    <a:pt x="21572" y="493"/>
                    <a:pt x="21572" y="1051"/>
                  </a:cubicBezTo>
                  <a:lnTo>
                    <a:pt x="21572" y="20549"/>
                  </a:lnTo>
                  <a:cubicBezTo>
                    <a:pt x="21572" y="21107"/>
                    <a:pt x="21255" y="21560"/>
                    <a:pt x="20865" y="21560"/>
                  </a:cubicBezTo>
                  <a:lnTo>
                    <a:pt x="735" y="21560"/>
                  </a:lnTo>
                  <a:cubicBezTo>
                    <a:pt x="345" y="21560"/>
                    <a:pt x="28" y="21107"/>
                    <a:pt x="28" y="20549"/>
                  </a:cubicBezTo>
                  <a:lnTo>
                    <a:pt x="28" y="1051"/>
                  </a:lnTo>
                  <a:cubicBezTo>
                    <a:pt x="28" y="493"/>
                    <a:pt x="345" y="40"/>
                    <a:pt x="735" y="40"/>
                  </a:cubicBezTo>
                  <a:lnTo>
                    <a:pt x="20865" y="40"/>
                  </a:lnTo>
                </a:path>
              </a:pathLst>
            </a:custGeom>
            <a:solidFill>
              <a:srgbClr val="FFFFFF">
                <a:alpha val="2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F5FE6CFF-D5D3-E088-4EC9-0DC8FAC8E03F}"/>
                </a:ext>
              </a:extLst>
            </p:cNvPr>
            <p:cNvSpPr/>
            <p:nvPr/>
          </p:nvSpPr>
          <p:spPr>
            <a:xfrm>
              <a:off x="5755481" y="655694"/>
              <a:ext cx="7539506" cy="51113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83" y="0"/>
                  </a:moveTo>
                  <a:lnTo>
                    <a:pt x="617" y="0"/>
                  </a:lnTo>
                  <a:cubicBezTo>
                    <a:pt x="277" y="0"/>
                    <a:pt x="0" y="408"/>
                    <a:pt x="0" y="910"/>
                  </a:cubicBezTo>
                  <a:lnTo>
                    <a:pt x="0" y="21021"/>
                  </a:lnTo>
                  <a:lnTo>
                    <a:pt x="0" y="21156"/>
                  </a:lnTo>
                  <a:lnTo>
                    <a:pt x="0" y="21186"/>
                  </a:lnTo>
                  <a:cubicBezTo>
                    <a:pt x="0" y="21415"/>
                    <a:pt x="126" y="21600"/>
                    <a:pt x="281" y="21600"/>
                  </a:cubicBezTo>
                  <a:lnTo>
                    <a:pt x="21319" y="21600"/>
                  </a:lnTo>
                  <a:cubicBezTo>
                    <a:pt x="21474" y="21600"/>
                    <a:pt x="21600" y="21415"/>
                    <a:pt x="21600" y="21186"/>
                  </a:cubicBezTo>
                  <a:lnTo>
                    <a:pt x="21600" y="21156"/>
                  </a:lnTo>
                  <a:lnTo>
                    <a:pt x="21600" y="21021"/>
                  </a:lnTo>
                  <a:lnTo>
                    <a:pt x="21600" y="910"/>
                  </a:lnTo>
                  <a:cubicBezTo>
                    <a:pt x="21600" y="408"/>
                    <a:pt x="21323" y="0"/>
                    <a:pt x="20983" y="0"/>
                  </a:cubicBezTo>
                  <a:cubicBezTo>
                    <a:pt x="20983" y="0"/>
                    <a:pt x="20983" y="0"/>
                    <a:pt x="20983" y="0"/>
                  </a:cubicBezTo>
                  <a:close/>
                  <a:moveTo>
                    <a:pt x="20983" y="41"/>
                  </a:moveTo>
                  <a:cubicBezTo>
                    <a:pt x="21308" y="41"/>
                    <a:pt x="21572" y="431"/>
                    <a:pt x="21572" y="910"/>
                  </a:cubicBezTo>
                  <a:lnTo>
                    <a:pt x="21572" y="21021"/>
                  </a:lnTo>
                  <a:lnTo>
                    <a:pt x="21572" y="21156"/>
                  </a:lnTo>
                  <a:lnTo>
                    <a:pt x="21572" y="21186"/>
                  </a:lnTo>
                  <a:cubicBezTo>
                    <a:pt x="21572" y="21392"/>
                    <a:pt x="21459" y="21559"/>
                    <a:pt x="21319" y="21559"/>
                  </a:cubicBezTo>
                  <a:lnTo>
                    <a:pt x="281" y="21559"/>
                  </a:lnTo>
                  <a:cubicBezTo>
                    <a:pt x="141" y="21559"/>
                    <a:pt x="28" y="21392"/>
                    <a:pt x="28" y="21186"/>
                  </a:cubicBezTo>
                  <a:lnTo>
                    <a:pt x="28" y="21156"/>
                  </a:lnTo>
                  <a:lnTo>
                    <a:pt x="28" y="21021"/>
                  </a:lnTo>
                  <a:lnTo>
                    <a:pt x="28" y="910"/>
                  </a:lnTo>
                  <a:cubicBezTo>
                    <a:pt x="28" y="431"/>
                    <a:pt x="292" y="41"/>
                    <a:pt x="617" y="41"/>
                  </a:cubicBezTo>
                  <a:lnTo>
                    <a:pt x="20983" y="41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D83ADC5B-2B96-E0B8-41F0-0BD6016804BB}"/>
                </a:ext>
              </a:extLst>
            </p:cNvPr>
            <p:cNvSpPr/>
            <p:nvPr/>
          </p:nvSpPr>
          <p:spPr>
            <a:xfrm>
              <a:off x="5722794" y="623007"/>
              <a:ext cx="7608060" cy="5179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91" y="0"/>
                  </a:moveTo>
                  <a:lnTo>
                    <a:pt x="709" y="0"/>
                  </a:lnTo>
                  <a:cubicBezTo>
                    <a:pt x="318" y="0"/>
                    <a:pt x="0" y="467"/>
                    <a:pt x="0" y="1041"/>
                  </a:cubicBezTo>
                  <a:lnTo>
                    <a:pt x="0" y="20885"/>
                  </a:lnTo>
                  <a:lnTo>
                    <a:pt x="0" y="21019"/>
                  </a:lnTo>
                  <a:lnTo>
                    <a:pt x="0" y="21049"/>
                  </a:lnTo>
                  <a:cubicBezTo>
                    <a:pt x="0" y="21353"/>
                    <a:pt x="168" y="21600"/>
                    <a:pt x="375" y="21600"/>
                  </a:cubicBezTo>
                  <a:lnTo>
                    <a:pt x="21225" y="21600"/>
                  </a:lnTo>
                  <a:cubicBezTo>
                    <a:pt x="21432" y="21600"/>
                    <a:pt x="21600" y="21353"/>
                    <a:pt x="21600" y="21049"/>
                  </a:cubicBezTo>
                  <a:lnTo>
                    <a:pt x="21600" y="21019"/>
                  </a:lnTo>
                  <a:lnTo>
                    <a:pt x="21600" y="20885"/>
                  </a:lnTo>
                  <a:lnTo>
                    <a:pt x="21600" y="1041"/>
                  </a:lnTo>
                  <a:cubicBezTo>
                    <a:pt x="21600" y="467"/>
                    <a:pt x="21282" y="0"/>
                    <a:pt x="20891" y="0"/>
                  </a:cubicBezTo>
                  <a:cubicBezTo>
                    <a:pt x="20891" y="0"/>
                    <a:pt x="20891" y="0"/>
                    <a:pt x="20891" y="0"/>
                  </a:cubicBezTo>
                  <a:close/>
                  <a:moveTo>
                    <a:pt x="20891" y="143"/>
                  </a:moveTo>
                  <a:cubicBezTo>
                    <a:pt x="21228" y="143"/>
                    <a:pt x="21503" y="546"/>
                    <a:pt x="21503" y="1041"/>
                  </a:cubicBezTo>
                  <a:lnTo>
                    <a:pt x="21503" y="20885"/>
                  </a:lnTo>
                  <a:lnTo>
                    <a:pt x="21503" y="21019"/>
                  </a:lnTo>
                  <a:lnTo>
                    <a:pt x="21503" y="21049"/>
                  </a:lnTo>
                  <a:cubicBezTo>
                    <a:pt x="21503" y="21274"/>
                    <a:pt x="21378" y="21457"/>
                    <a:pt x="21225" y="21457"/>
                  </a:cubicBezTo>
                  <a:lnTo>
                    <a:pt x="375" y="21457"/>
                  </a:lnTo>
                  <a:cubicBezTo>
                    <a:pt x="222" y="21457"/>
                    <a:pt x="97" y="21274"/>
                    <a:pt x="97" y="21049"/>
                  </a:cubicBezTo>
                  <a:lnTo>
                    <a:pt x="97" y="21019"/>
                  </a:lnTo>
                  <a:lnTo>
                    <a:pt x="97" y="20885"/>
                  </a:lnTo>
                  <a:lnTo>
                    <a:pt x="97" y="1041"/>
                  </a:lnTo>
                  <a:cubicBezTo>
                    <a:pt x="97" y="546"/>
                    <a:pt x="372" y="143"/>
                    <a:pt x="709" y="143"/>
                  </a:cubicBezTo>
                  <a:lnTo>
                    <a:pt x="20891" y="143"/>
                  </a:lnTo>
                </a:path>
              </a:pathLst>
            </a:custGeom>
            <a:gradFill>
              <a:gsLst>
                <a:gs pos="0">
                  <a:srgbClr val="47484B"/>
                </a:gs>
                <a:gs pos="100000">
                  <a:srgbClr val="47484B"/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A2284129-B1D2-7FA0-A56A-197F01B9C65F}"/>
                </a:ext>
              </a:extLst>
            </p:cNvPr>
            <p:cNvSpPr/>
            <p:nvPr/>
          </p:nvSpPr>
          <p:spPr>
            <a:xfrm>
              <a:off x="13072772" y="632346"/>
              <a:ext cx="248386" cy="248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0" y="0"/>
                  </a:moveTo>
                  <a:lnTo>
                    <a:pt x="0" y="0"/>
                  </a:lnTo>
                  <a:cubicBezTo>
                    <a:pt x="11911" y="0"/>
                    <a:pt x="21600" y="9690"/>
                    <a:pt x="21600" y="21600"/>
                  </a:cubicBezTo>
                  <a:lnTo>
                    <a:pt x="21600" y="20090"/>
                  </a:lnTo>
                  <a:cubicBezTo>
                    <a:pt x="21600" y="9013"/>
                    <a:pt x="12588" y="0"/>
                    <a:pt x="1510" y="0"/>
                  </a:cubicBezTo>
                  <a:close/>
                </a:path>
              </a:pathLst>
            </a:custGeom>
            <a:gradFill>
              <a:gsLst>
                <a:gs pos="0">
                  <a:srgbClr val="BFBFC0">
                    <a:alpha val="0"/>
                  </a:srgbClr>
                </a:gs>
                <a:gs pos="100000">
                  <a:srgbClr val="BFBFC0">
                    <a:alpha val="0"/>
                  </a:srgbClr>
                </a:gs>
              </a:gsLst>
              <a:lin ang="27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A26E9513-1604-DEC7-00E5-B228BF1DF57C}"/>
                </a:ext>
              </a:extLst>
            </p:cNvPr>
            <p:cNvSpPr/>
            <p:nvPr/>
          </p:nvSpPr>
          <p:spPr>
            <a:xfrm>
              <a:off x="5732133" y="632346"/>
              <a:ext cx="248387" cy="248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90" y="0"/>
                  </a:moveTo>
                  <a:lnTo>
                    <a:pt x="21600" y="0"/>
                  </a:lnTo>
                  <a:cubicBezTo>
                    <a:pt x="9689" y="0"/>
                    <a:pt x="0" y="9690"/>
                    <a:pt x="0" y="21600"/>
                  </a:cubicBezTo>
                  <a:lnTo>
                    <a:pt x="0" y="20090"/>
                  </a:lnTo>
                  <a:cubicBezTo>
                    <a:pt x="0" y="9013"/>
                    <a:pt x="9012" y="0"/>
                    <a:pt x="20090" y="0"/>
                  </a:cubicBezTo>
                  <a:close/>
                </a:path>
              </a:pathLst>
            </a:custGeom>
            <a:gradFill>
              <a:gsLst>
                <a:gs pos="0">
                  <a:srgbClr val="BFBFC0">
                    <a:alpha val="0"/>
                  </a:srgbClr>
                </a:gs>
                <a:gs pos="100000">
                  <a:srgbClr val="BFBFC0">
                    <a:alpha val="0"/>
                  </a:srgbClr>
                </a:gs>
              </a:gsLst>
              <a:lin ang="27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D8A56862-291F-8847-75BF-BAEE181C1AAB}"/>
                </a:ext>
              </a:extLst>
            </p:cNvPr>
            <p:cNvSpPr/>
            <p:nvPr/>
          </p:nvSpPr>
          <p:spPr>
            <a:xfrm>
              <a:off x="6063676" y="963889"/>
              <a:ext cx="6922343" cy="4336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69" y="0"/>
                  </a:moveTo>
                  <a:lnTo>
                    <a:pt x="31" y="0"/>
                  </a:lnTo>
                  <a:cubicBezTo>
                    <a:pt x="14" y="0"/>
                    <a:pt x="0" y="22"/>
                    <a:pt x="0" y="49"/>
                  </a:cubicBezTo>
                  <a:lnTo>
                    <a:pt x="0" y="21551"/>
                  </a:lnTo>
                  <a:cubicBezTo>
                    <a:pt x="0" y="21578"/>
                    <a:pt x="14" y="21600"/>
                    <a:pt x="31" y="21600"/>
                  </a:cubicBezTo>
                  <a:lnTo>
                    <a:pt x="21569" y="21600"/>
                  </a:lnTo>
                  <a:cubicBezTo>
                    <a:pt x="21586" y="21600"/>
                    <a:pt x="21600" y="21578"/>
                    <a:pt x="21600" y="21551"/>
                  </a:cubicBezTo>
                  <a:lnTo>
                    <a:pt x="21600" y="49"/>
                  </a:lnTo>
                  <a:cubicBezTo>
                    <a:pt x="21600" y="22"/>
                    <a:pt x="21586" y="0"/>
                    <a:pt x="21569" y="0"/>
                  </a:cubicBezTo>
                  <a:cubicBezTo>
                    <a:pt x="21569" y="0"/>
                    <a:pt x="21569" y="0"/>
                    <a:pt x="21569" y="0"/>
                  </a:cubicBezTo>
                  <a:close/>
                  <a:moveTo>
                    <a:pt x="21569" y="49"/>
                  </a:moveTo>
                  <a:lnTo>
                    <a:pt x="21569" y="49"/>
                  </a:lnTo>
                  <a:lnTo>
                    <a:pt x="21569" y="21551"/>
                  </a:lnTo>
                  <a:lnTo>
                    <a:pt x="31" y="21551"/>
                  </a:lnTo>
                  <a:lnTo>
                    <a:pt x="31" y="49"/>
                  </a:lnTo>
                  <a:lnTo>
                    <a:pt x="21569" y="49"/>
                  </a:lnTo>
                </a:path>
              </a:pathLst>
            </a:custGeom>
            <a:solidFill>
              <a:srgbClr val="7D808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12D49EFE-FD64-837D-19C1-5D2A65DC1B0F}"/>
                </a:ext>
              </a:extLst>
            </p:cNvPr>
            <p:cNvSpPr/>
            <p:nvPr/>
          </p:nvSpPr>
          <p:spPr>
            <a:xfrm>
              <a:off x="6044998" y="945210"/>
              <a:ext cx="6956618" cy="4371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5" y="21467"/>
                  </a:moveTo>
                  <a:cubicBezTo>
                    <a:pt x="21585" y="21527"/>
                    <a:pt x="21554" y="21576"/>
                    <a:pt x="21516" y="21576"/>
                  </a:cubicBezTo>
                  <a:lnTo>
                    <a:pt x="84" y="21576"/>
                  </a:lnTo>
                  <a:cubicBezTo>
                    <a:pt x="46" y="21576"/>
                    <a:pt x="15" y="21527"/>
                    <a:pt x="15" y="21467"/>
                  </a:cubicBezTo>
                  <a:lnTo>
                    <a:pt x="15" y="133"/>
                  </a:lnTo>
                  <a:cubicBezTo>
                    <a:pt x="15" y="73"/>
                    <a:pt x="46" y="24"/>
                    <a:pt x="84" y="24"/>
                  </a:cubicBezTo>
                  <a:lnTo>
                    <a:pt x="21516" y="24"/>
                  </a:lnTo>
                  <a:cubicBezTo>
                    <a:pt x="21554" y="24"/>
                    <a:pt x="21585" y="73"/>
                    <a:pt x="21585" y="133"/>
                  </a:cubicBezTo>
                  <a:cubicBezTo>
                    <a:pt x="21585" y="133"/>
                    <a:pt x="21585" y="21467"/>
                    <a:pt x="21585" y="21467"/>
                  </a:cubicBezTo>
                  <a:close/>
                  <a:moveTo>
                    <a:pt x="21600" y="133"/>
                  </a:moveTo>
                  <a:cubicBezTo>
                    <a:pt x="21600" y="60"/>
                    <a:pt x="21562" y="0"/>
                    <a:pt x="21516" y="0"/>
                  </a:cubicBezTo>
                  <a:lnTo>
                    <a:pt x="84" y="0"/>
                  </a:lnTo>
                  <a:cubicBezTo>
                    <a:pt x="38" y="0"/>
                    <a:pt x="0" y="60"/>
                    <a:pt x="0" y="133"/>
                  </a:cubicBezTo>
                  <a:lnTo>
                    <a:pt x="0" y="21467"/>
                  </a:lnTo>
                  <a:cubicBezTo>
                    <a:pt x="0" y="21540"/>
                    <a:pt x="38" y="21600"/>
                    <a:pt x="84" y="21600"/>
                  </a:cubicBezTo>
                  <a:lnTo>
                    <a:pt x="21516" y="21600"/>
                  </a:lnTo>
                  <a:cubicBezTo>
                    <a:pt x="21562" y="21600"/>
                    <a:pt x="21600" y="21540"/>
                    <a:pt x="21600" y="21467"/>
                  </a:cubicBezTo>
                  <a:cubicBezTo>
                    <a:pt x="21600" y="21467"/>
                    <a:pt x="21600" y="133"/>
                    <a:pt x="21600" y="133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AB311AD5-B9E1-03DB-FB9A-FA87A90D44C6}"/>
                </a:ext>
              </a:extLst>
            </p:cNvPr>
            <p:cNvSpPr/>
            <p:nvPr/>
          </p:nvSpPr>
          <p:spPr>
            <a:xfrm>
              <a:off x="9477166" y="772435"/>
              <a:ext cx="95220" cy="952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12953" y="-961"/>
                    <a:pt x="6723" y="-961"/>
                    <a:pt x="2882" y="2882"/>
                  </a:cubicBezTo>
                  <a:cubicBezTo>
                    <a:pt x="-961" y="6723"/>
                    <a:pt x="-961" y="12953"/>
                    <a:pt x="2882" y="16797"/>
                  </a:cubicBezTo>
                  <a:cubicBezTo>
                    <a:pt x="6723" y="20639"/>
                    <a:pt x="12953" y="20638"/>
                    <a:pt x="16796" y="16797"/>
                  </a:cubicBezTo>
                  <a:cubicBezTo>
                    <a:pt x="20637" y="12953"/>
                    <a:pt x="20639" y="6723"/>
                    <a:pt x="16796" y="2882"/>
                  </a:cubicBezTo>
                  <a:close/>
                </a:path>
              </a:pathLst>
            </a:custGeom>
            <a:gradFill>
              <a:gsLst>
                <a:gs pos="27000">
                  <a:srgbClr val="696969"/>
                </a:gs>
                <a:gs pos="73000">
                  <a:srgbClr val="0C0C0C"/>
                </a:gs>
              </a:gsLst>
              <a:lin ang="3260679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4D9F73B5-249C-8652-645C-A8598A257D34}"/>
                </a:ext>
              </a:extLst>
            </p:cNvPr>
            <p:cNvSpPr/>
            <p:nvPr/>
          </p:nvSpPr>
          <p:spPr>
            <a:xfrm>
              <a:off x="4835567" y="5801611"/>
              <a:ext cx="9383699" cy="179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70" y="21600"/>
                  </a:moveTo>
                  <a:lnTo>
                    <a:pt x="18030" y="21600"/>
                  </a:lnTo>
                  <a:cubicBezTo>
                    <a:pt x="19340" y="21600"/>
                    <a:pt x="21259" y="12547"/>
                    <a:pt x="21600" y="0"/>
                  </a:cubicBezTo>
                  <a:lnTo>
                    <a:pt x="0" y="0"/>
                  </a:lnTo>
                  <a:cubicBezTo>
                    <a:pt x="341" y="12547"/>
                    <a:pt x="2260" y="21600"/>
                    <a:pt x="3570" y="21600"/>
                  </a:cubicBezTo>
                  <a:close/>
                </a:path>
              </a:pathLst>
            </a:custGeom>
            <a:gradFill>
              <a:gsLst>
                <a:gs pos="0">
                  <a:srgbClr val="A1A2A7">
                    <a:alpha val="0"/>
                  </a:srgbClr>
                </a:gs>
                <a:gs pos="100000">
                  <a:srgbClr val="767778">
                    <a:alpha val="0"/>
                  </a:srgbClr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05A8251A-7EEB-1338-15B4-31714DC80B24}"/>
                </a:ext>
              </a:extLst>
            </p:cNvPr>
            <p:cNvSpPr/>
            <p:nvPr/>
          </p:nvSpPr>
          <p:spPr>
            <a:xfrm>
              <a:off x="4835567" y="5801611"/>
              <a:ext cx="9383699" cy="179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70" y="21600"/>
                  </a:moveTo>
                  <a:lnTo>
                    <a:pt x="18030" y="21600"/>
                  </a:lnTo>
                  <a:cubicBezTo>
                    <a:pt x="19340" y="21600"/>
                    <a:pt x="21259" y="12547"/>
                    <a:pt x="21600" y="0"/>
                  </a:cubicBezTo>
                  <a:lnTo>
                    <a:pt x="0" y="0"/>
                  </a:lnTo>
                  <a:cubicBezTo>
                    <a:pt x="341" y="12547"/>
                    <a:pt x="2260" y="21600"/>
                    <a:pt x="3570" y="21600"/>
                  </a:cubicBezTo>
                  <a:close/>
                </a:path>
              </a:pathLst>
            </a:custGeom>
            <a:gradFill>
              <a:gsLst>
                <a:gs pos="100000">
                  <a:srgbClr val="78797E"/>
                </a:gs>
                <a:gs pos="0">
                  <a:srgbClr val="BEC1C3"/>
                </a:gs>
              </a:gsLst>
              <a:lin ang="540000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8" name="Shape 20">
              <a:extLst>
                <a:ext uri="{FF2B5EF4-FFF2-40B4-BE49-F238E27FC236}">
                  <a16:creationId xmlns:a16="http://schemas.microsoft.com/office/drawing/2014/main" id="{94F9B7F4-F0E2-CF7D-099C-9CF16C07E481}"/>
                </a:ext>
              </a:extLst>
            </p:cNvPr>
            <p:cNvSpPr/>
            <p:nvPr/>
          </p:nvSpPr>
          <p:spPr>
            <a:xfrm>
              <a:off x="4821558" y="5778263"/>
              <a:ext cx="9404290" cy="23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1121"/>
                  </a:lnTo>
                  <a:cubicBezTo>
                    <a:pt x="8" y="14649"/>
                    <a:pt x="19" y="18142"/>
                    <a:pt x="31" y="21600"/>
                  </a:cubicBezTo>
                  <a:lnTo>
                    <a:pt x="21584" y="21600"/>
                  </a:lnTo>
                  <a:cubicBezTo>
                    <a:pt x="21590" y="19983"/>
                    <a:pt x="21595" y="18350"/>
                    <a:pt x="21600" y="16717"/>
                  </a:cubicBezTo>
                  <a:cubicBezTo>
                    <a:pt x="21600" y="16717"/>
                    <a:pt x="21600" y="0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64696E"/>
                </a:gs>
                <a:gs pos="46000">
                  <a:srgbClr val="96989B"/>
                </a:gs>
                <a:gs pos="86000">
                  <a:srgbClr val="BEC1C3"/>
                </a:gs>
                <a:gs pos="98000">
                  <a:srgbClr val="E9EBF2"/>
                </a:gs>
                <a:gs pos="1000">
                  <a:srgbClr val="E9EBF2"/>
                </a:gs>
                <a:gs pos="10000">
                  <a:srgbClr val="BEC1C3"/>
                </a:gs>
                <a:gs pos="100000">
                  <a:srgbClr val="78797E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67231D1B-ED23-8CCC-6352-77A618991139}"/>
                </a:ext>
              </a:extLst>
            </p:cNvPr>
            <p:cNvSpPr/>
            <p:nvPr/>
          </p:nvSpPr>
          <p:spPr>
            <a:xfrm>
              <a:off x="4835567" y="5801611"/>
              <a:ext cx="9383699" cy="5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2607" y="0"/>
                  </a:lnTo>
                  <a:lnTo>
                    <a:pt x="8865" y="0"/>
                  </a:lnTo>
                  <a:lnTo>
                    <a:pt x="0" y="0"/>
                  </a:lnTo>
                  <a:cubicBezTo>
                    <a:pt x="41" y="4919"/>
                    <a:pt x="104" y="9674"/>
                    <a:pt x="185" y="14237"/>
                  </a:cubicBezTo>
                  <a:lnTo>
                    <a:pt x="8866" y="14237"/>
                  </a:lnTo>
                  <a:cubicBezTo>
                    <a:pt x="8936" y="20966"/>
                    <a:pt x="9087" y="21600"/>
                    <a:pt x="9185" y="21600"/>
                  </a:cubicBezTo>
                  <a:lnTo>
                    <a:pt x="10373" y="21600"/>
                  </a:lnTo>
                  <a:lnTo>
                    <a:pt x="10516" y="21600"/>
                  </a:lnTo>
                  <a:lnTo>
                    <a:pt x="12287" y="21600"/>
                  </a:lnTo>
                  <a:cubicBezTo>
                    <a:pt x="12384" y="21600"/>
                    <a:pt x="12535" y="20966"/>
                    <a:pt x="12605" y="14237"/>
                  </a:cubicBezTo>
                  <a:lnTo>
                    <a:pt x="21415" y="14237"/>
                  </a:lnTo>
                  <a:cubicBezTo>
                    <a:pt x="21496" y="9674"/>
                    <a:pt x="21559" y="4919"/>
                    <a:pt x="21600" y="0"/>
                  </a:cubicBezTo>
                  <a:close/>
                </a:path>
              </a:pathLst>
            </a:custGeom>
            <a:gradFill>
              <a:gsLst>
                <a:gs pos="0">
                  <a:srgbClr val="BEC1C3"/>
                </a:gs>
                <a:gs pos="100000">
                  <a:srgbClr val="BEC1C3"/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0" name="Shape 22">
              <a:extLst>
                <a:ext uri="{FF2B5EF4-FFF2-40B4-BE49-F238E27FC236}">
                  <a16:creationId xmlns:a16="http://schemas.microsoft.com/office/drawing/2014/main" id="{F5470B1D-AA47-CA40-7AFC-F1D75A4FD0C8}"/>
                </a:ext>
              </a:extLst>
            </p:cNvPr>
            <p:cNvSpPr/>
            <p:nvPr/>
          </p:nvSpPr>
          <p:spPr>
            <a:xfrm>
              <a:off x="8716019" y="5778263"/>
              <a:ext cx="1566991" cy="50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0616"/>
                  </a:lnTo>
                  <a:cubicBezTo>
                    <a:pt x="371" y="20916"/>
                    <a:pt x="876" y="21600"/>
                    <a:pt x="1513" y="21600"/>
                  </a:cubicBezTo>
                  <a:cubicBezTo>
                    <a:pt x="2014" y="21600"/>
                    <a:pt x="6673" y="21600"/>
                    <a:pt x="8626" y="21600"/>
                  </a:cubicBezTo>
                  <a:cubicBezTo>
                    <a:pt x="9152" y="21600"/>
                    <a:pt x="9482" y="21600"/>
                    <a:pt x="9482" y="21600"/>
                  </a:cubicBezTo>
                  <a:cubicBezTo>
                    <a:pt x="12053" y="21600"/>
                    <a:pt x="19560" y="21600"/>
                    <a:pt x="20087" y="21600"/>
                  </a:cubicBezTo>
                  <a:cubicBezTo>
                    <a:pt x="20724" y="21600"/>
                    <a:pt x="21229" y="20916"/>
                    <a:pt x="21600" y="10616"/>
                  </a:cubicBez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84000">
                  <a:srgbClr val="EDEEEF"/>
                </a:gs>
                <a:gs pos="10000">
                  <a:srgbClr val="EDEEEF"/>
                </a:gs>
                <a:gs pos="0">
                  <a:srgbClr val="8B8D90"/>
                </a:gs>
                <a:gs pos="96000">
                  <a:srgbClr val="8B8D90"/>
                </a:gs>
              </a:gsLst>
              <a:lin ang="3861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A882C7F5-8BA6-4B01-9494-C1D58D046D34}"/>
                </a:ext>
              </a:extLst>
            </p:cNvPr>
            <p:cNvSpPr/>
            <p:nvPr/>
          </p:nvSpPr>
          <p:spPr>
            <a:xfrm>
              <a:off x="8702010" y="5815620"/>
              <a:ext cx="1600102" cy="33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96" y="0"/>
                  </a:moveTo>
                  <a:cubicBezTo>
                    <a:pt x="21010" y="14111"/>
                    <a:pt x="20506" y="15298"/>
                    <a:pt x="19895" y="15298"/>
                  </a:cubicBezTo>
                  <a:lnTo>
                    <a:pt x="9509" y="15298"/>
                  </a:lnTo>
                  <a:lnTo>
                    <a:pt x="8671" y="15298"/>
                  </a:lnTo>
                  <a:lnTo>
                    <a:pt x="1705" y="15298"/>
                  </a:lnTo>
                  <a:cubicBezTo>
                    <a:pt x="1094" y="15298"/>
                    <a:pt x="590" y="14111"/>
                    <a:pt x="204" y="0"/>
                  </a:cubicBezTo>
                  <a:lnTo>
                    <a:pt x="0" y="0"/>
                  </a:lnTo>
                  <a:lnTo>
                    <a:pt x="3" y="142"/>
                  </a:lnTo>
                  <a:lnTo>
                    <a:pt x="48" y="2025"/>
                  </a:lnTo>
                  <a:cubicBezTo>
                    <a:pt x="477" y="20160"/>
                    <a:pt x="1028" y="21600"/>
                    <a:pt x="1705" y="21600"/>
                  </a:cubicBezTo>
                  <a:lnTo>
                    <a:pt x="8671" y="21600"/>
                  </a:lnTo>
                  <a:lnTo>
                    <a:pt x="9509" y="21600"/>
                  </a:lnTo>
                  <a:lnTo>
                    <a:pt x="19895" y="21600"/>
                  </a:lnTo>
                  <a:cubicBezTo>
                    <a:pt x="20572" y="21600"/>
                    <a:pt x="21124" y="20160"/>
                    <a:pt x="21552" y="2031"/>
                  </a:cubicBezTo>
                  <a:lnTo>
                    <a:pt x="21597" y="142"/>
                  </a:lnTo>
                  <a:lnTo>
                    <a:pt x="21600" y="0"/>
                  </a:lnTo>
                  <a:cubicBezTo>
                    <a:pt x="21600" y="0"/>
                    <a:pt x="21396" y="0"/>
                    <a:pt x="21396" y="0"/>
                  </a:cubicBezTo>
                  <a:close/>
                </a:path>
              </a:pathLst>
            </a:custGeom>
            <a:gradFill>
              <a:gsLst>
                <a:gs pos="0">
                  <a:srgbClr val="A4A6A9"/>
                </a:gs>
                <a:gs pos="100000">
                  <a:srgbClr val="A4A6A9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2" name="Shape 24">
              <a:extLst>
                <a:ext uri="{FF2B5EF4-FFF2-40B4-BE49-F238E27FC236}">
                  <a16:creationId xmlns:a16="http://schemas.microsoft.com/office/drawing/2014/main" id="{25097F21-9143-542E-DB54-0DF0E4CA5CE9}"/>
                </a:ext>
              </a:extLst>
            </p:cNvPr>
            <p:cNvSpPr/>
            <p:nvPr/>
          </p:nvSpPr>
          <p:spPr>
            <a:xfrm>
              <a:off x="7912844" y="5885664"/>
              <a:ext cx="88289" cy="19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600" extrusionOk="0">
                  <a:moveTo>
                    <a:pt x="21299" y="10800"/>
                  </a:moveTo>
                  <a:cubicBezTo>
                    <a:pt x="21458" y="16769"/>
                    <a:pt x="20525" y="21600"/>
                    <a:pt x="19220" y="21600"/>
                  </a:cubicBezTo>
                  <a:lnTo>
                    <a:pt x="2668" y="21600"/>
                  </a:lnTo>
                  <a:cubicBezTo>
                    <a:pt x="1364" y="21600"/>
                    <a:pt x="177" y="16769"/>
                    <a:pt x="17" y="10800"/>
                  </a:cubicBezTo>
                  <a:lnTo>
                    <a:pt x="17" y="10800"/>
                  </a:lnTo>
                  <a:cubicBezTo>
                    <a:pt x="-142" y="4831"/>
                    <a:pt x="791" y="0"/>
                    <a:pt x="2096" y="0"/>
                  </a:cubicBezTo>
                  <a:lnTo>
                    <a:pt x="18648" y="0"/>
                  </a:lnTo>
                  <a:cubicBezTo>
                    <a:pt x="19952" y="0"/>
                    <a:pt x="21139" y="4831"/>
                    <a:pt x="21299" y="10800"/>
                  </a:cubicBezTo>
                  <a:cubicBezTo>
                    <a:pt x="21299" y="10800"/>
                    <a:pt x="21299" y="10800"/>
                    <a:pt x="21299" y="10800"/>
                  </a:cubicBezTo>
                  <a:close/>
                </a:path>
              </a:pathLst>
            </a:custGeom>
            <a:gradFill>
              <a:gsLst>
                <a:gs pos="24000">
                  <a:srgbClr val="5F6265"/>
                </a:gs>
                <a:gs pos="78000">
                  <a:srgbClr val="757677"/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C7B10FDD-DCB1-81A0-B56F-648B5A49D26E}"/>
                </a:ext>
              </a:extLst>
            </p:cNvPr>
            <p:cNvSpPr/>
            <p:nvPr/>
          </p:nvSpPr>
          <p:spPr>
            <a:xfrm>
              <a:off x="10999461" y="5885664"/>
              <a:ext cx="88289" cy="19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600" extrusionOk="0">
                  <a:moveTo>
                    <a:pt x="17" y="10800"/>
                  </a:moveTo>
                  <a:cubicBezTo>
                    <a:pt x="-142" y="16769"/>
                    <a:pt x="791" y="21600"/>
                    <a:pt x="2096" y="21600"/>
                  </a:cubicBezTo>
                  <a:lnTo>
                    <a:pt x="18648" y="21600"/>
                  </a:lnTo>
                  <a:cubicBezTo>
                    <a:pt x="19952" y="21600"/>
                    <a:pt x="21139" y="16769"/>
                    <a:pt x="21299" y="10800"/>
                  </a:cubicBezTo>
                  <a:lnTo>
                    <a:pt x="21299" y="10800"/>
                  </a:lnTo>
                  <a:cubicBezTo>
                    <a:pt x="21458" y="4831"/>
                    <a:pt x="20525" y="0"/>
                    <a:pt x="19220" y="0"/>
                  </a:cubicBezTo>
                  <a:lnTo>
                    <a:pt x="2668" y="0"/>
                  </a:lnTo>
                  <a:cubicBezTo>
                    <a:pt x="1364" y="0"/>
                    <a:pt x="177" y="4831"/>
                    <a:pt x="17" y="10800"/>
                  </a:cubicBezTo>
                  <a:cubicBezTo>
                    <a:pt x="17" y="10800"/>
                    <a:pt x="17" y="10800"/>
                    <a:pt x="17" y="10800"/>
                  </a:cubicBezTo>
                  <a:close/>
                </a:path>
              </a:pathLst>
            </a:custGeom>
            <a:gradFill>
              <a:gsLst>
                <a:gs pos="18000">
                  <a:srgbClr val="5F6265"/>
                </a:gs>
                <a:gs pos="72000">
                  <a:srgbClr val="747576"/>
                </a:gs>
              </a:gsLst>
              <a:lin ang="540000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4" name="Shape 26">
              <a:extLst>
                <a:ext uri="{FF2B5EF4-FFF2-40B4-BE49-F238E27FC236}">
                  <a16:creationId xmlns:a16="http://schemas.microsoft.com/office/drawing/2014/main" id="{F4BAAEB6-A54C-0F2B-D601-D87D2E5CB4A0}"/>
                </a:ext>
              </a:extLst>
            </p:cNvPr>
            <p:cNvSpPr/>
            <p:nvPr/>
          </p:nvSpPr>
          <p:spPr>
            <a:xfrm>
              <a:off x="4858915" y="5801611"/>
              <a:ext cx="9336855" cy="34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52" y="6072"/>
                  </a:moveTo>
                  <a:lnTo>
                    <a:pt x="8913" y="6072"/>
                  </a:lnTo>
                  <a:cubicBezTo>
                    <a:pt x="8980" y="20426"/>
                    <a:pt x="9067" y="21600"/>
                    <a:pt x="9174" y="21600"/>
                  </a:cubicBezTo>
                  <a:lnTo>
                    <a:pt x="10368" y="21600"/>
                  </a:lnTo>
                  <a:lnTo>
                    <a:pt x="10512" y="21600"/>
                  </a:lnTo>
                  <a:lnTo>
                    <a:pt x="12291" y="21600"/>
                  </a:lnTo>
                  <a:cubicBezTo>
                    <a:pt x="12398" y="21600"/>
                    <a:pt x="12486" y="20426"/>
                    <a:pt x="12552" y="6072"/>
                  </a:cubicBezTo>
                  <a:lnTo>
                    <a:pt x="12613" y="6072"/>
                  </a:lnTo>
                  <a:lnTo>
                    <a:pt x="21556" y="6072"/>
                  </a:lnTo>
                  <a:cubicBezTo>
                    <a:pt x="21571" y="4797"/>
                    <a:pt x="21587" y="2882"/>
                    <a:pt x="21600" y="0"/>
                  </a:cubicBezTo>
                  <a:lnTo>
                    <a:pt x="12613" y="0"/>
                  </a:lnTo>
                  <a:lnTo>
                    <a:pt x="12544" y="0"/>
                  </a:lnTo>
                  <a:cubicBezTo>
                    <a:pt x="12482" y="14527"/>
                    <a:pt x="12398" y="15528"/>
                    <a:pt x="12291" y="15528"/>
                  </a:cubicBezTo>
                  <a:cubicBezTo>
                    <a:pt x="12203" y="15528"/>
                    <a:pt x="10943" y="15528"/>
                    <a:pt x="10512" y="15528"/>
                  </a:cubicBezTo>
                  <a:cubicBezTo>
                    <a:pt x="10512" y="15528"/>
                    <a:pt x="10456" y="15528"/>
                    <a:pt x="10368" y="15528"/>
                  </a:cubicBezTo>
                  <a:cubicBezTo>
                    <a:pt x="10040" y="15528"/>
                    <a:pt x="9258" y="15528"/>
                    <a:pt x="9174" y="15528"/>
                  </a:cubicBezTo>
                  <a:cubicBezTo>
                    <a:pt x="9068" y="15528"/>
                    <a:pt x="8984" y="14527"/>
                    <a:pt x="8922" y="0"/>
                  </a:cubicBezTo>
                  <a:lnTo>
                    <a:pt x="8852" y="0"/>
                  </a:lnTo>
                  <a:lnTo>
                    <a:pt x="0" y="0"/>
                  </a:lnTo>
                  <a:cubicBezTo>
                    <a:pt x="0" y="0"/>
                    <a:pt x="16" y="3190"/>
                    <a:pt x="35" y="6072"/>
                  </a:cubicBezTo>
                  <a:cubicBezTo>
                    <a:pt x="35" y="6072"/>
                    <a:pt x="8852" y="6072"/>
                    <a:pt x="8852" y="6072"/>
                  </a:cubicBezTo>
                  <a:close/>
                </a:path>
              </a:pathLst>
            </a:custGeom>
            <a:gradFill>
              <a:gsLst>
                <a:gs pos="6000">
                  <a:srgbClr val="EFF5F1"/>
                </a:gs>
                <a:gs pos="100000">
                  <a:srgbClr val="E9EBF2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44359F70-FFA3-297F-438B-3FF5E471EEF4}"/>
                </a:ext>
              </a:extLst>
            </p:cNvPr>
            <p:cNvSpPr/>
            <p:nvPr/>
          </p:nvSpPr>
          <p:spPr>
            <a:xfrm>
              <a:off x="9486506" y="781774"/>
              <a:ext cx="75028" cy="75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39" y="21600"/>
                    <a:pt x="0" y="16765"/>
                    <a:pt x="0" y="10803"/>
                  </a:cubicBezTo>
                  <a:cubicBezTo>
                    <a:pt x="0" y="4835"/>
                    <a:pt x="4839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gradFill>
              <a:gsLst>
                <a:gs pos="32000">
                  <a:srgbClr val="494949"/>
                </a:gs>
                <a:gs pos="69000">
                  <a:srgbClr val="050505"/>
                </a:gs>
              </a:gsLst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" name="Shape 28">
              <a:extLst>
                <a:ext uri="{FF2B5EF4-FFF2-40B4-BE49-F238E27FC236}">
                  <a16:creationId xmlns:a16="http://schemas.microsoft.com/office/drawing/2014/main" id="{D22FB533-B49F-ACE8-7E49-B6E9D23F19AC}"/>
                </a:ext>
              </a:extLst>
            </p:cNvPr>
            <p:cNvSpPr/>
            <p:nvPr/>
          </p:nvSpPr>
          <p:spPr>
            <a:xfrm>
              <a:off x="9514523" y="809792"/>
              <a:ext cx="18446" cy="18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40" y="21600"/>
                    <a:pt x="0" y="16765"/>
                    <a:pt x="0" y="10803"/>
                  </a:cubicBezTo>
                  <a:cubicBezTo>
                    <a:pt x="0" y="4835"/>
                    <a:pt x="4840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solidFill>
              <a:srgbClr val="557DB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1E7202A-63B1-1B45-38CC-309988DEEC7E}"/>
              </a:ext>
            </a:extLst>
          </p:cNvPr>
          <p:cNvSpPr txBox="1"/>
          <p:nvPr/>
        </p:nvSpPr>
        <p:spPr>
          <a:xfrm>
            <a:off x="1059543" y="3744488"/>
            <a:ext cx="3202537" cy="109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Leading The</a:t>
            </a:r>
          </a:p>
          <a:p>
            <a:pPr marL="0" marR="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Why In Education,</a:t>
            </a:r>
          </a:p>
          <a:p>
            <a:pPr marL="0" marR="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Graphic.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6D7DF6-AB2C-4C87-1B73-E20E24E7FA4E}"/>
              </a:ext>
            </a:extLst>
          </p:cNvPr>
          <p:cNvSpPr txBox="1"/>
          <p:nvPr/>
        </p:nvSpPr>
        <p:spPr>
          <a:xfrm>
            <a:off x="1059543" y="5390835"/>
            <a:ext cx="249316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8.07K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258966-B023-8F66-8EC2-B0DC48C504C1}"/>
              </a:ext>
            </a:extLst>
          </p:cNvPr>
          <p:cNvSpPr txBox="1"/>
          <p:nvPr/>
        </p:nvSpPr>
        <p:spPr>
          <a:xfrm>
            <a:off x="1059543" y="5172082"/>
            <a:ext cx="1794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Our Educated</a:t>
            </a:r>
          </a:p>
        </p:txBody>
      </p:sp>
    </p:spTree>
    <p:extLst>
      <p:ext uri="{BB962C8B-B14F-4D97-AF65-F5344CB8AC3E}">
        <p14:creationId xmlns:p14="http://schemas.microsoft.com/office/powerpoint/2010/main" val="67512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127833-EDCD-AECA-68F0-5A21AC6CA8CF}"/>
              </a:ext>
            </a:extLst>
          </p:cNvPr>
          <p:cNvSpPr>
            <a:spLocks noGrp="1"/>
          </p:cNvSpPr>
          <p:nvPr>
            <p:ph type="pic" sz="quarter" idx="1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Portfolio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C7AC1B-7C83-BB84-6674-568D35579514}"/>
              </a:ext>
            </a:extLst>
          </p:cNvPr>
          <p:cNvSpPr txBox="1"/>
          <p:nvPr/>
        </p:nvSpPr>
        <p:spPr>
          <a:xfrm>
            <a:off x="946979" y="3119885"/>
            <a:ext cx="2911732" cy="940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Something Is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Beautiful To Find,</a:t>
            </a:r>
          </a:p>
          <a:p>
            <a:pPr marL="0" marR="0" lvl="0" indent="0" algn="l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&amp; Simple.</a:t>
            </a:r>
            <a:endParaRPr lang="en-US" sz="2000" b="0" i="0" u="none" strike="noStrike" cap="none" dirty="0"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906E1-9DC2-2B40-AF72-5256DAF9F9D1}"/>
              </a:ext>
            </a:extLst>
          </p:cNvPr>
          <p:cNvSpPr txBox="1"/>
          <p:nvPr/>
        </p:nvSpPr>
        <p:spPr>
          <a:xfrm>
            <a:off x="946979" y="4163254"/>
            <a:ext cx="3485322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Have them for one. Living grass to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athered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 SemiBold" panose="00000700000000000000" pitchFamily="2" charset="-34"/>
              </a:rPr>
              <a:t>waters had winged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Have one Living grass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for can't gathered had winged </a:t>
            </a:r>
            <a:r>
              <a:rPr lang="en-US" sz="1200" dirty="0" err="1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Haved</a:t>
            </a: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 them  </a:t>
            </a:r>
          </a:p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10101"/>
                </a:solidFill>
                <a:latin typeface="DM Sans" pitchFamily="2" charset="0"/>
                <a:ea typeface="Open Sans" panose="020B0606030504020204" pitchFamily="34" charset="0"/>
                <a:cs typeface="KoHo" panose="00000500000000000000" pitchFamily="2" charset="-34"/>
              </a:rPr>
              <a:t>had winged Have them.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C498041-46A0-2F83-82E9-ABE20765B63F}"/>
              </a:ext>
            </a:extLst>
          </p:cNvPr>
          <p:cNvSpPr/>
          <p:nvPr/>
        </p:nvSpPr>
        <p:spPr>
          <a:xfrm>
            <a:off x="1037406" y="5715455"/>
            <a:ext cx="1469308" cy="3342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77800" dist="114300" dir="234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959D96-09BB-2AC8-DB19-C5C9EC62A27C}"/>
              </a:ext>
            </a:extLst>
          </p:cNvPr>
          <p:cNvSpPr txBox="1"/>
          <p:nvPr/>
        </p:nvSpPr>
        <p:spPr>
          <a:xfrm>
            <a:off x="897440" y="5709105"/>
            <a:ext cx="1719164" cy="308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100" spc="3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3568844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7C1071A-83E7-B27F-977C-F93338EEF695}"/>
              </a:ext>
            </a:extLst>
          </p:cNvPr>
          <p:cNvSpPr>
            <a:spLocks noGrp="1"/>
          </p:cNvSpPr>
          <p:nvPr>
            <p:ph type="pic" sz="quarter" idx="1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53763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Education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Portfolio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03482-711F-4EAB-357F-A86EEA6FF0C9}"/>
              </a:ext>
            </a:extLst>
          </p:cNvPr>
          <p:cNvSpPr txBox="1"/>
          <p:nvPr/>
        </p:nvSpPr>
        <p:spPr>
          <a:xfrm>
            <a:off x="1059543" y="3744488"/>
            <a:ext cx="3202537" cy="109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Leading The</a:t>
            </a:r>
          </a:p>
          <a:p>
            <a:pPr marL="0" marR="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Why In Education,</a:t>
            </a:r>
          </a:p>
          <a:p>
            <a:pPr marL="0" marR="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Graphic.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AC284-FBE3-AAE7-C9E6-5CC90E1A1B37}"/>
              </a:ext>
            </a:extLst>
          </p:cNvPr>
          <p:cNvSpPr txBox="1"/>
          <p:nvPr/>
        </p:nvSpPr>
        <p:spPr>
          <a:xfrm>
            <a:off x="1059543" y="5390835"/>
            <a:ext cx="249316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9.06K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B2F3EA-7EF2-229E-DED0-5B71D3244E54}"/>
              </a:ext>
            </a:extLst>
          </p:cNvPr>
          <p:cNvSpPr txBox="1"/>
          <p:nvPr/>
        </p:nvSpPr>
        <p:spPr>
          <a:xfrm>
            <a:off x="1059543" y="5172082"/>
            <a:ext cx="1794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oppins "/>
                <a:ea typeface="Inter Medium" panose="02000503000000020004" pitchFamily="2" charset="0"/>
                <a:cs typeface="Poppins SemiBold" panose="00000700000000000000" pitchFamily="2" charset="0"/>
              </a:rPr>
              <a:t>Our Educated</a:t>
            </a:r>
          </a:p>
        </p:txBody>
      </p:sp>
    </p:spTree>
    <p:extLst>
      <p:ext uri="{BB962C8B-B14F-4D97-AF65-F5344CB8AC3E}">
        <p14:creationId xmlns:p14="http://schemas.microsoft.com/office/powerpoint/2010/main" val="3855921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F2EAC5-7B91-4ED7-BA8A-BC1E3A9857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78A735-08DF-2080-48AC-22A536AC2D60}"/>
              </a:ext>
            </a:extLst>
          </p:cNvPr>
          <p:cNvSpPr/>
          <p:nvPr/>
        </p:nvSpPr>
        <p:spPr>
          <a:xfrm>
            <a:off x="4819226" y="2451100"/>
            <a:ext cx="3655952" cy="440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4DF98-D7F4-E308-35AF-7DB6DAFE900F}"/>
              </a:ext>
            </a:extLst>
          </p:cNvPr>
          <p:cNvSpPr txBox="1"/>
          <p:nvPr/>
        </p:nvSpPr>
        <p:spPr>
          <a:xfrm>
            <a:off x="948240" y="773113"/>
            <a:ext cx="324638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Contact </a:t>
            </a:r>
          </a:p>
          <a:p>
            <a:pPr>
              <a:lnSpc>
                <a:spcPts val="4500"/>
              </a:lnSpc>
            </a:pPr>
            <a:r>
              <a:rPr lang="en-US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11B5C-5DC6-5497-C431-FC02E54BEA92}"/>
              </a:ext>
            </a:extLst>
          </p:cNvPr>
          <p:cNvSpPr txBox="1"/>
          <p:nvPr/>
        </p:nvSpPr>
        <p:spPr>
          <a:xfrm>
            <a:off x="5345597" y="5547395"/>
            <a:ext cx="1903357" cy="84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ea typeface="Inter" panose="02000503000000020004" pitchFamily="2" charset="0"/>
                <a:cs typeface="Poppins SemiBold" panose="00000700000000000000" pitchFamily="2" charset="0"/>
              </a:rPr>
              <a:t>Address:</a:t>
            </a:r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560 Colins Street, </a:t>
            </a:r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NY 86402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282A3-7A26-3776-A507-DE14D021C316}"/>
              </a:ext>
            </a:extLst>
          </p:cNvPr>
          <p:cNvSpPr txBox="1"/>
          <p:nvPr/>
        </p:nvSpPr>
        <p:spPr>
          <a:xfrm>
            <a:off x="5345597" y="2928299"/>
            <a:ext cx="3274528" cy="584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ea typeface="Inter" panose="02000503000000020004" pitchFamily="2" charset="0"/>
                <a:cs typeface="Poppins SemiBold" panose="00000700000000000000" pitchFamily="2" charset="0"/>
              </a:rPr>
              <a:t>Phone &amp; Fax:</a:t>
            </a:r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+1 028 280 093 +1 203 309 209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C6D0F-E468-6551-A314-A96ECE6B42E0}"/>
              </a:ext>
            </a:extLst>
          </p:cNvPr>
          <p:cNvSpPr txBox="1"/>
          <p:nvPr/>
        </p:nvSpPr>
        <p:spPr>
          <a:xfrm>
            <a:off x="5345597" y="3715838"/>
            <a:ext cx="3274528" cy="84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ea typeface="Inter" panose="02000503000000020004" pitchFamily="2" charset="0"/>
                <a:cs typeface="Poppins SemiBold" panose="00000700000000000000" pitchFamily="2" charset="0"/>
              </a:rPr>
              <a:t>Emails:</a:t>
            </a:r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myemail@domain.com</a:t>
            </a:r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2ndemail@domain.net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BDB1B-69FA-C90E-038C-8D4FE19D7D63}"/>
              </a:ext>
            </a:extLst>
          </p:cNvPr>
          <p:cNvSpPr txBox="1"/>
          <p:nvPr/>
        </p:nvSpPr>
        <p:spPr>
          <a:xfrm>
            <a:off x="5345597" y="4759857"/>
            <a:ext cx="2906658" cy="584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bg1"/>
                </a:solidFill>
                <a:latin typeface="Poppins SemiBold" panose="00000700000000000000" pitchFamily="2" charset="0"/>
                <a:ea typeface="Inter" panose="02000503000000020004" pitchFamily="2" charset="0"/>
                <a:cs typeface="Poppins SemiBold" panose="00000700000000000000" pitchFamily="2" charset="0"/>
              </a:rPr>
              <a:t>Social Media:</a:t>
            </a:r>
          </a:p>
          <a:p>
            <a:pPr>
              <a:lnSpc>
                <a:spcPts val="2000"/>
              </a:lnSpc>
            </a:pPr>
            <a:r>
              <a:rPr lang="en-US" sz="1200" dirty="0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Twitteridname#01 </a:t>
            </a:r>
            <a:r>
              <a:rPr lang="en-US" sz="1200" dirty="0" err="1">
                <a:solidFill>
                  <a:schemeClr val="bg1"/>
                </a:solidFill>
                <a:latin typeface="Poppins "/>
                <a:ea typeface="Inter" panose="02000503000000020004" pitchFamily="2" charset="0"/>
                <a:cs typeface="Arial" panose="020B0604020202020204" pitchFamily="34" charset="0"/>
              </a:rPr>
              <a:t>Instagram%id</a:t>
            </a:r>
            <a:endParaRPr lang="en-US" sz="1200" dirty="0">
              <a:solidFill>
                <a:schemeClr val="bg1"/>
              </a:solidFill>
              <a:latin typeface="Poppins 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C274E-0589-8727-17FD-8CC320CAC926}"/>
              </a:ext>
            </a:extLst>
          </p:cNvPr>
          <p:cNvSpPr txBox="1"/>
          <p:nvPr/>
        </p:nvSpPr>
        <p:spPr>
          <a:xfrm>
            <a:off x="915958" y="5549807"/>
            <a:ext cx="252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800" dirty="0">
                <a:latin typeface="Poppins SemiBold" panose="00000700000000000000" pitchFamily="50" charset="0"/>
                <a:ea typeface="Noto Sans" panose="020B0502040504020204" pitchFamily="34"/>
                <a:cs typeface="Poppins SemiBold" panose="00000700000000000000" pitchFamily="50" charset="0"/>
              </a:rPr>
              <a:t>Company Limited</a:t>
            </a:r>
            <a:endParaRPr kumimoji="0" lang="en-GB" sz="1800" i="0" u="none" strike="noStrike" kern="1200" cap="none" normalizeH="0" noProof="0" dirty="0">
              <a:ln>
                <a:noFill/>
              </a:ln>
              <a:effectLst/>
              <a:uLnTx/>
              <a:uFillTx/>
              <a:latin typeface="Poppins SemiBold" panose="00000700000000000000" pitchFamily="50" charset="0"/>
              <a:ea typeface="Noto Sans" panose="020B0502040504020204" pitchFamily="34"/>
              <a:cs typeface="Poppins SemiBold" panose="000007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3670A-C2B9-8949-6F8F-760A7CA4A440}"/>
              </a:ext>
            </a:extLst>
          </p:cNvPr>
          <p:cNvSpPr txBox="1"/>
          <p:nvPr/>
        </p:nvSpPr>
        <p:spPr>
          <a:xfrm>
            <a:off x="915959" y="5878454"/>
            <a:ext cx="1662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200" dirty="0">
                <a:latin typeface="Poppins "/>
                <a:ea typeface="Noto Sans" panose="020B0502040504020204" pitchFamily="34"/>
                <a:cs typeface="Poppins SemiBold" panose="00000700000000000000" pitchFamily="50" charset="0"/>
              </a:rPr>
              <a:t>Your tagline here</a:t>
            </a:r>
            <a:endParaRPr kumimoji="0" lang="en-GB" sz="1200" i="0" u="none" strike="noStrike" kern="1200" cap="none" normalizeH="0" noProof="0" dirty="0">
              <a:ln>
                <a:noFill/>
              </a:ln>
              <a:effectLst/>
              <a:uLnTx/>
              <a:uFillTx/>
              <a:latin typeface="Poppins "/>
              <a:ea typeface="Noto Sans" panose="020B0502040504020204" pitchFamily="34"/>
              <a:cs typeface="Poppins SemiBold" panose="00000700000000000000" pitchFamily="50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03B7B5-4500-6C11-B16B-D51D43067123}"/>
              </a:ext>
            </a:extLst>
          </p:cNvPr>
          <p:cNvSpPr/>
          <p:nvPr/>
        </p:nvSpPr>
        <p:spPr>
          <a:xfrm>
            <a:off x="1149009" y="5199234"/>
            <a:ext cx="261004" cy="2610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EABBA9-8E2B-A3EB-E5CF-212D05695182}"/>
              </a:ext>
            </a:extLst>
          </p:cNvPr>
          <p:cNvSpPr/>
          <p:nvPr/>
        </p:nvSpPr>
        <p:spPr>
          <a:xfrm>
            <a:off x="1018507" y="5199234"/>
            <a:ext cx="261004" cy="261004"/>
          </a:xfrm>
          <a:prstGeom prst="ellipse">
            <a:avLst/>
          </a:pr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86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6342F00-0B82-C358-355D-FD8A6194F44D}"/>
              </a:ext>
            </a:extLst>
          </p:cNvPr>
          <p:cNvGrpSpPr/>
          <p:nvPr/>
        </p:nvGrpSpPr>
        <p:grpSpPr>
          <a:xfrm>
            <a:off x="3479973" y="2810859"/>
            <a:ext cx="5232054" cy="1497539"/>
            <a:chOff x="3479973" y="2817309"/>
            <a:chExt cx="5232054" cy="1497539"/>
          </a:xfrm>
        </p:grpSpPr>
        <p:sp>
          <p:nvSpPr>
            <p:cNvPr id="137" name="Google Shape;1278;p82">
              <a:extLst>
                <a:ext uri="{FF2B5EF4-FFF2-40B4-BE49-F238E27FC236}">
                  <a16:creationId xmlns:a16="http://schemas.microsoft.com/office/drawing/2014/main" id="{95B9263C-778D-73F6-D8EC-7818360B5127}"/>
                </a:ext>
              </a:extLst>
            </p:cNvPr>
            <p:cNvSpPr txBox="1"/>
            <p:nvPr/>
          </p:nvSpPr>
          <p:spPr>
            <a:xfrm>
              <a:off x="3479973" y="2817309"/>
              <a:ext cx="5232054" cy="1223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lnSpc>
                  <a:spcPts val="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4400" dirty="0">
                  <a:latin typeface="Poppins SemiBold" panose="00000700000000000000" pitchFamily="2" charset="0"/>
                  <a:ea typeface="Rubik"/>
                  <a:cs typeface="Poppins SemiBold" panose="00000700000000000000" pitchFamily="2" charset="0"/>
                  <a:sym typeface="Rubik"/>
                </a:rPr>
                <a:t>Thanks for </a:t>
              </a:r>
              <a:endParaRPr lang="en-US" sz="4400" dirty="0">
                <a:latin typeface="Poppins SemiBold" panose="00000700000000000000" pitchFamily="2" charset="0"/>
                <a:ea typeface="Rubik"/>
                <a:cs typeface="Poppins SemiBold" panose="00000700000000000000" pitchFamily="2" charset="0"/>
                <a:sym typeface="Rubik"/>
              </a:endParaRPr>
            </a:p>
            <a:p>
              <a:pPr marL="0" marR="0" lvl="0" indent="0" algn="ctr" rtl="0">
                <a:lnSpc>
                  <a:spcPts val="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4400" dirty="0">
                  <a:latin typeface="Poppins SemiBold" panose="00000700000000000000" pitchFamily="2" charset="0"/>
                  <a:ea typeface="Rubik"/>
                  <a:cs typeface="Poppins SemiBold" panose="00000700000000000000" pitchFamily="2" charset="0"/>
                  <a:sym typeface="Rubik"/>
                </a:rPr>
                <a:t>Your </a:t>
              </a:r>
              <a:r>
                <a:rPr lang="en-US" sz="4400" dirty="0">
                  <a:latin typeface="Poppins SemiBold" panose="00000700000000000000" pitchFamily="2" charset="0"/>
                  <a:ea typeface="Rubik"/>
                  <a:cs typeface="Poppins SemiBold" panose="00000700000000000000" pitchFamily="2" charset="0"/>
                  <a:sym typeface="Rubik"/>
                </a:rPr>
                <a:t>Education</a:t>
              </a:r>
              <a:r>
                <a:rPr lang="id" sz="4400" dirty="0">
                  <a:latin typeface="Poppins SemiBold" panose="00000700000000000000" pitchFamily="2" charset="0"/>
                  <a:ea typeface="Rubik"/>
                  <a:cs typeface="Poppins SemiBold" panose="00000700000000000000" pitchFamily="2" charset="0"/>
                  <a:sym typeface="Rubik"/>
                </a:rPr>
                <a:t>!</a:t>
              </a:r>
              <a:endParaRPr sz="44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38" name="Google Shape;1279;p82">
              <a:extLst>
                <a:ext uri="{FF2B5EF4-FFF2-40B4-BE49-F238E27FC236}">
                  <a16:creationId xmlns:a16="http://schemas.microsoft.com/office/drawing/2014/main" id="{9692B1F3-C55F-10BF-9B80-E54D3A355B26}"/>
                </a:ext>
              </a:extLst>
            </p:cNvPr>
            <p:cNvSpPr txBox="1"/>
            <p:nvPr/>
          </p:nvSpPr>
          <p:spPr>
            <a:xfrm>
              <a:off x="4702374" y="4060963"/>
              <a:ext cx="2787253" cy="253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200" b="1" dirty="0">
                  <a:latin typeface="DM Sans" pitchFamily="2" charset="0"/>
                  <a:ea typeface="Open Sans"/>
                  <a:cs typeface="Open Sans"/>
                  <a:sym typeface="Open Sans"/>
                </a:rPr>
                <a:t>Thank you all for participating</a:t>
              </a:r>
              <a:endParaRPr sz="1200" b="1" dirty="0">
                <a:latin typeface="DM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87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E4580"/>
      </a:accent1>
      <a:accent2>
        <a:srgbClr val="F0BC2A"/>
      </a:accent2>
      <a:accent3>
        <a:srgbClr val="6257A4"/>
      </a:accent3>
      <a:accent4>
        <a:srgbClr val="92C5D6"/>
      </a:accent4>
      <a:accent5>
        <a:srgbClr val="E7E6E6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1318</Words>
  <Application>Microsoft Office PowerPoint</Application>
  <PresentationFormat>Widescreen</PresentationFormat>
  <Paragraphs>289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Arial</vt:lpstr>
      <vt:lpstr>Calibri</vt:lpstr>
      <vt:lpstr>DM Sans</vt:lpstr>
      <vt:lpstr>DM Sans </vt:lpstr>
      <vt:lpstr>Poppins</vt:lpstr>
      <vt:lpstr>Poppins </vt:lpstr>
      <vt:lpstr>Poppins Bold</vt:lpstr>
      <vt:lpstr>Poppins Light</vt:lpstr>
      <vt:lpstr>Poppins Medium</vt:lpstr>
      <vt:lpstr>Poppins SemiBold</vt:lpstr>
      <vt:lpstr>Source Sans Pro</vt:lpstr>
      <vt:lpstr>Source Sans Pro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8801781556848</dc:creator>
  <cp:lastModifiedBy>8801781556848</cp:lastModifiedBy>
  <cp:revision>172</cp:revision>
  <dcterms:created xsi:type="dcterms:W3CDTF">2023-08-06T04:32:12Z</dcterms:created>
  <dcterms:modified xsi:type="dcterms:W3CDTF">2023-08-06T18:50:14Z</dcterms:modified>
</cp:coreProperties>
</file>