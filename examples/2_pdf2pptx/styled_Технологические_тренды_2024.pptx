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274320"/>
            <a:ext cx="694944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ТЕХНОЛОГИЧЕСКИЕ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ТРЕНДЫ 2024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ключевых направлений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развития технологий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НАПРАВЛЕНИЯ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РАЗВИТИЯ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728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Революция ИИ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7D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Revolution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542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цифрового будущего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7D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Future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1638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Границы вычислений и связи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3438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7D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Computing &amp; Connectivity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7856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785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Современная инженерия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059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7D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407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Устойчивый мир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7D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2560320"/>
          </a:xfrm>
          <a:prstGeom prst="rect">
            <a:avLst/>
          </a:prstGeom>
        </p:spPr>
      </p:pic>
      <p:pic>
        <p:nvPicPr>
          <p:cNvPr id="3" name="Image 1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2743200"/>
            <a:ext cx="3657600" cy="2400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9144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РЕВОЛЮЦИЯ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ИИ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53035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REVOLUTION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ГЕНЕРАТИВНЫЙ ИИ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рост интереса и инвестиций. Генеративные модели (например, ChatGPT) трансформируют индустрии контента и анализа данных.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84048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384048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ГДЕ ПРИМЕНЯЕТСЯ?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Финансы, здравоохранение, производство, маркетинг, ритейл.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737360"/>
            <a:ext cx="384048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УРОВЕНЬ ВНЕДРЕНИЯ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стадии «Масштабирования»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84048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20440"/>
            <a:ext cx="384048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ОСНОВНЫЕ ВЫЗОВЫ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Этика, регулирование, безопасность данных, нехватка специалистов.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520440"/>
            <a:ext cx="384048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520440"/>
            <a:ext cx="384048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ПЕРСПЕКТИВЫ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4069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Значительное увеличение производительности, развитие персонализированных решений. Рекомендации: инвестировать в экосистемы защиты и обучения.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97880" y="0"/>
            <a:ext cx="91440" cy="5143500"/>
          </a:xfrm>
          <a:prstGeom prst="rect">
            <a:avLst/>
          </a:prstGeom>
          <a:solidFill>
            <a:srgbClr val="9B7D4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СОВЕРШЕН-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СТВОВАНИЕ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ПРЕЗЕНТАЦИИ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Выбор визуальных средств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ЭФФЕКТИВНЫЕ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МЕТОДЫ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ПРЕЗЕНТАЦИИ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ГОЛОС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576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Мощный инструмент для выступлений перед слушателями. Позволяет менять интонацию, тон и громкость, чтобы выразить чувства, подчеркнуть определенные моменты и удерживать интерес аудитории: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3063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Вариации интонации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Вариации тона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громкостью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274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ЯЗЫК ТЕЛА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685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Эффективный язык тела улучшает ваше сообщение, делая его более эффектным и запоминающимся: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0" y="14173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Осмысленный зрительный контакт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Целенаправленные жесты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Сохраняйте хорошую осанку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выражения лица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НАВИГАЦИЯ ПО СЕАНСАМ ВОПРОСОВ И ОТВЕТОВ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ПОДГОТОВКА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Заранее изучите материал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Предугадайте распространенные вопросы и ожидайте их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Отрепетируйте ответы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0" cy="3657600"/>
          </a:xfrm>
          <a:prstGeom prst="line">
            <a:avLst/>
          </a:prstGeom>
          <a:noFill/>
          <a:ln w="12700">
            <a:solidFill>
              <a:srgbClr val="9B7D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280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САМООБЛАДАНИЕ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4632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ответах на вопросы очень важно сохранять самообладание, чтобы выглядеть уверенно и авторитетно: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26060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Сохраняйте спокойствие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Активно слушайте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Услышав вопрос, сделайте паузу и обдумайте его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Поддерживайте зрительный контакт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4" name="Text 1"/>
          <p:cNvSpPr/>
          <p:nvPr/>
        </p:nvSpPr>
        <p:spPr>
          <a:xfrm>
            <a:off x="137160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B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ВЛИЯНИЕ ОРАТОРА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28800" y="13716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«Ваша способность эффективно общаться оставит у слушателей неизгладимое впечатление»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9B7D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3291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Эффективное общение не ограничивается собственно выступлением. Оно должно вступать в резонанс с личным опытом, ценностями и чувствами слушателей.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22860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ЭНЕРГИЧНОЕ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ВЫСТУПЛЕНИЕ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Узнайте, как выступать энергично, чтобы оставить неизгладимое впечатление. Одной из целей эффективного общения является мотивация аудитории.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1371600"/>
                <a:gridCol w="1371600"/>
              </a:tblGrid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7D4C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ПОКАЗАТЕЛЬ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7D4C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ЕДИНИЦА ИЗМЕРЕНИЯ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7D4C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ЦЕЛЕВОЕ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7D4C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ФАКТ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Посещаемость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Кол-во участников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Длительность взаимодействия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Минут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Взаимодействие (вопросы и ответы)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Кол-во вопросов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Положительный отзыв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Процент (%)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Степень усвоения информации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Процент (%)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03B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9B7D4C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743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ИТОГОВЫЕ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СОВЕТЫ И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РЕКОМЕНДАЦИИ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ПРАКТИКА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25603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Постоянно репетируйте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Углубляйте знакомство с предметом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Оттачивайте умение выступать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Темп, тон и ударение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Темп и переход от слайда к слайду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Вырабатывайте профессиональный стиль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Практикуйтесь со слушателями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03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Попросите коллег послушать и оценить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365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РАЗВИТИЕ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86868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Ищите обратную связь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Обдумывайте результаты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Изучайте новые методы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Ставьте себе цели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Повторяйте и адаптируйтесь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right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ПОКАЗАТЕЛИ ВЗАИМОДЕЙСТВИЯ СЛУШАТЕЛЕЙ С ВЫСТУПАЮЩИМ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38100">
            <a:solidFill>
              <a:srgbClr val="9B7D4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13716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ФАКТОР ВЛИЯНИЯ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ЕДИНИЦА ИЗМЕРЕНИЯ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ЦЕЛЕВОЕ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ДОСТИГНУТО</a:t>
                      </a:r>
                      <a:endParaRPr lang="en-US" sz="10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D4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Взаимодействие с аудиторией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Процент (%)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Усвоение знаний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Процент (%)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Опросы после презентации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Средняя оценка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4.5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Доля рекомендаций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Процент (%)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EBE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Возможности совместной работы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Кол-во возможностей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7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AI_round_table\presentation_create\2_pdf2pptx\marble_texture_0.jpe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371600"/>
            <a:ext cx="9144000" cy="2377440"/>
          </a:xfrm>
          <a:prstGeom prst="rect">
            <a:avLst/>
          </a:prstGeom>
          <a:solidFill>
            <a:srgbClr val="EFEBE0">
              <a:alpha val="1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1371600"/>
            <a:ext cx="7315200" cy="0"/>
          </a:xfrm>
          <a:prstGeom prst="line">
            <a:avLst/>
          </a:prstGeom>
          <a:noFill/>
          <a:ln w="25400">
            <a:solidFill>
              <a:srgbClr val="9B7D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3749040"/>
            <a:ext cx="7315200" cy="0"/>
          </a:xfrm>
          <a:prstGeom prst="line">
            <a:avLst/>
          </a:prstGeom>
          <a:noFill/>
          <a:ln w="25400">
            <a:solidFill>
              <a:srgbClr val="9B7D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B7D4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СПАСИБО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email@example.com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Технологические тренды 2024</dc:title>
  <dc:subject>PptxGenJS Presentation</dc:subject>
  <dc:creator>Claude Code</dc:creator>
  <cp:lastModifiedBy>Claude Code</cp:lastModifiedBy>
  <cp:revision>1</cp:revision>
  <dcterms:created xsi:type="dcterms:W3CDTF">2026-02-13T19:41:50Z</dcterms:created>
  <dcterms:modified xsi:type="dcterms:W3CDTF">2026-02-13T19:41:50Z</dcterms:modified>
</cp:coreProperties>
</file>